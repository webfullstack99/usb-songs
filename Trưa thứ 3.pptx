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4810" r:id="rId2"/>
    <p:sldId id="4811" r:id="rId3"/>
    <p:sldId id="4812" r:id="rId4"/>
    <p:sldId id="4813" r:id="rId5"/>
    <p:sldId id="4814" r:id="rId6"/>
    <p:sldId id="4815" r:id="rId7"/>
    <p:sldId id="5163" r:id="rId8"/>
    <p:sldId id="1448" r:id="rId9"/>
    <p:sldId id="1449" r:id="rId10"/>
    <p:sldId id="5199" r:id="rId11"/>
    <p:sldId id="5016" r:id="rId12"/>
    <p:sldId id="5017" r:id="rId13"/>
    <p:sldId id="4162" r:id="rId14"/>
    <p:sldId id="4163" r:id="rId15"/>
    <p:sldId id="4164" r:id="rId16"/>
    <p:sldId id="4106" r:id="rId17"/>
    <p:sldId id="3969" r:id="rId18"/>
    <p:sldId id="3970" r:id="rId19"/>
    <p:sldId id="3971" r:id="rId20"/>
    <p:sldId id="3972" r:id="rId21"/>
    <p:sldId id="3973" r:id="rId22"/>
    <p:sldId id="3974" r:id="rId23"/>
    <p:sldId id="5382" r:id="rId24"/>
    <p:sldId id="5383" r:id="rId25"/>
    <p:sldId id="4817" r:id="rId26"/>
    <p:sldId id="4818" r:id="rId27"/>
    <p:sldId id="5384" r:id="rId28"/>
    <p:sldId id="5385" r:id="rId29"/>
    <p:sldId id="5200" r:id="rId30"/>
    <p:sldId id="5381" r:id="rId31"/>
    <p:sldId id="2033" r:id="rId32"/>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86" d="100"/>
          <a:sy n="86" d="100"/>
        </p:scale>
        <p:origin x="1618" y="67"/>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12/04/2021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17</a:t>
            </a:fld>
            <a:endParaRPr lang="en-US"/>
          </a:p>
        </p:txBody>
      </p:sp>
    </p:spTree>
    <p:extLst>
      <p:ext uri="{BB962C8B-B14F-4D97-AF65-F5344CB8AC3E}">
        <p14:creationId xmlns:p14="http://schemas.microsoft.com/office/powerpoint/2010/main" val="1748482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18</a:t>
            </a:fld>
            <a:endParaRPr lang="en-US"/>
          </a:p>
        </p:txBody>
      </p:sp>
    </p:spTree>
    <p:extLst>
      <p:ext uri="{BB962C8B-B14F-4D97-AF65-F5344CB8AC3E}">
        <p14:creationId xmlns:p14="http://schemas.microsoft.com/office/powerpoint/2010/main" val="2239848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19</a:t>
            </a:fld>
            <a:endParaRPr lang="en-US"/>
          </a:p>
        </p:txBody>
      </p:sp>
    </p:spTree>
    <p:extLst>
      <p:ext uri="{BB962C8B-B14F-4D97-AF65-F5344CB8AC3E}">
        <p14:creationId xmlns:p14="http://schemas.microsoft.com/office/powerpoint/2010/main" val="2051491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20</a:t>
            </a:fld>
            <a:endParaRPr lang="en-US"/>
          </a:p>
        </p:txBody>
      </p:sp>
    </p:spTree>
    <p:extLst>
      <p:ext uri="{BB962C8B-B14F-4D97-AF65-F5344CB8AC3E}">
        <p14:creationId xmlns:p14="http://schemas.microsoft.com/office/powerpoint/2010/main" val="954369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21</a:t>
            </a:fld>
            <a:endParaRPr lang="en-US"/>
          </a:p>
        </p:txBody>
      </p:sp>
    </p:spTree>
    <p:extLst>
      <p:ext uri="{BB962C8B-B14F-4D97-AF65-F5344CB8AC3E}">
        <p14:creationId xmlns:p14="http://schemas.microsoft.com/office/powerpoint/2010/main" val="14039019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22</a:t>
            </a:fld>
            <a:endParaRPr lang="en-US"/>
          </a:p>
        </p:txBody>
      </p:sp>
    </p:spTree>
    <p:extLst>
      <p:ext uri="{BB962C8B-B14F-4D97-AF65-F5344CB8AC3E}">
        <p14:creationId xmlns:p14="http://schemas.microsoft.com/office/powerpoint/2010/main" val="1410332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23</a:t>
            </a:fld>
            <a:endParaRPr lang="en-US"/>
          </a:p>
        </p:txBody>
      </p:sp>
    </p:spTree>
    <p:extLst>
      <p:ext uri="{BB962C8B-B14F-4D97-AF65-F5344CB8AC3E}">
        <p14:creationId xmlns:p14="http://schemas.microsoft.com/office/powerpoint/2010/main" val="6450401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24</a:t>
            </a:fld>
            <a:endParaRPr lang="en-US"/>
          </a:p>
        </p:txBody>
      </p:sp>
    </p:spTree>
    <p:extLst>
      <p:ext uri="{BB962C8B-B14F-4D97-AF65-F5344CB8AC3E}">
        <p14:creationId xmlns:p14="http://schemas.microsoft.com/office/powerpoint/2010/main" val="3265107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27</a:t>
            </a:fld>
            <a:endParaRPr lang="en-US"/>
          </a:p>
        </p:txBody>
      </p:sp>
    </p:spTree>
    <p:extLst>
      <p:ext uri="{BB962C8B-B14F-4D97-AF65-F5344CB8AC3E}">
        <p14:creationId xmlns:p14="http://schemas.microsoft.com/office/powerpoint/2010/main" val="1453740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FE9B4D02-34BE-4821-B7BE-65F126276FBD}" type="slidenum">
              <a:rPr lang="en-US" smtClean="0"/>
              <a:pPr/>
              <a:t>28</a:t>
            </a:fld>
            <a:endParaRPr lang="en-US"/>
          </a:p>
        </p:txBody>
      </p:sp>
    </p:spTree>
    <p:extLst>
      <p:ext uri="{BB962C8B-B14F-4D97-AF65-F5344CB8AC3E}">
        <p14:creationId xmlns:p14="http://schemas.microsoft.com/office/powerpoint/2010/main" val="305283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12/04/2021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12/04/2021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71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ở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hệ</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cất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ca </a:t>
            </a:r>
            <a:r>
              <a:rPr lang="en-US" sz="5400" b="1" dirty="0" err="1">
                <a:solidFill>
                  <a:schemeClr val="tx1"/>
                </a:solidFill>
                <a:latin typeface="Times New Roman" pitchFamily="18" charset="0"/>
                <a:cs typeface="Times New Roman" pitchFamily="18" charset="0"/>
              </a:rPr>
              <a:t>mừng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thánh</a:t>
            </a:r>
            <a:r>
              <a:rPr lang="en-US" sz="5400" b="1" dirty="0">
                <a:solidFill>
                  <a:schemeClr val="tx1"/>
                </a:solidFill>
                <a:latin typeface="Times New Roman" pitchFamily="18" charset="0"/>
                <a:cs typeface="Times New Roman" pitchFamily="18" charset="0"/>
              </a:rPr>
              <a:t> Maria</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9568932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430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Xin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nhạc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vinh</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dâng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lời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thơ</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thắm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tình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Quì</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chớm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bình</a:t>
            </a:r>
            <a:r>
              <a:rPr lang="en-US" sz="5400" b="1" dirty="0">
                <a:solidFill>
                  <a:schemeClr val="tx1"/>
                </a:solidFill>
                <a:latin typeface="Times New Roman" pitchFamily="18" charset="0"/>
                <a:cs typeface="Times New Roman" pitchFamily="18" charset="0"/>
              </a:rPr>
              <a:t> minh.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chiều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về</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chắp</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tay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cầu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kinh</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0174908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LẠY BÀ ĐẦY ƠN 212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71600"/>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ĐK: </a:t>
            </a:r>
            <a:r>
              <a:rPr lang="en-US" sz="5400" b="1" dirty="0" err="1">
                <a:solidFill>
                  <a:schemeClr val="tx1"/>
                </a:solidFill>
                <a:latin typeface="Times New Roman" pitchFamily="18" charset="0"/>
                <a:cs typeface="Times New Roman" pitchFamily="18" charset="0"/>
              </a:rPr>
              <a:t>Kính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lạy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đầy</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ơn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phúc</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Thiên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Chúa</a:t>
            </a:r>
            <a:r>
              <a:rPr lang="en-US" sz="5400" b="1" dirty="0">
                <a:solidFill>
                  <a:schemeClr val="tx1"/>
                </a:solidFill>
                <a:latin typeface="Times New Roman" pitchFamily="18" charset="0"/>
                <a:cs typeface="Times New Roman" pitchFamily="18" charset="0"/>
              </a:rPr>
              <a:t> ở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Bà</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Muôn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hệ</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cùng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cất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ca </a:t>
            </a:r>
            <a:r>
              <a:rPr lang="en-US" sz="5400" b="1" dirty="0" err="1">
                <a:solidFill>
                  <a:schemeClr val="tx1"/>
                </a:solidFill>
                <a:latin typeface="Times New Roman" pitchFamily="18" charset="0"/>
                <a:cs typeface="Times New Roman" pitchFamily="18" charset="0"/>
              </a:rPr>
              <a:t>mừng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danh</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thánh</a:t>
            </a:r>
            <a:r>
              <a:rPr lang="en-US" sz="5400" b="1" dirty="0">
                <a:solidFill>
                  <a:schemeClr val="tx1"/>
                </a:solidFill>
                <a:latin typeface="Times New Roman" pitchFamily="18" charset="0"/>
                <a:cs typeface="Times New Roman" pitchFamily="18" charset="0"/>
              </a:rPr>
              <a:t> Maria</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526797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070538"/>
            <a:ext cx="9144000" cy="8673524"/>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Linh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hớn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20149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763226"/>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chào</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All…All…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609725"/>
            <a:ext cx="9144000" cy="6391564"/>
          </a:xfrm>
        </p:spPr>
        <p:txBody>
          <a:bodyPr>
            <a:noAutofit/>
          </a:bodyPr>
          <a:lstStyle/>
          <a:p>
            <a:pPr algn="just"/>
            <a:r>
              <a:rPr lang="en-US" sz="5400" b="1" dirty="0">
                <a:latin typeface="Times New Roman" pitchFamily="18" charset="0"/>
                <a:cs typeface="Times New Roman" pitchFamily="18" charset="0"/>
              </a:rPr>
              <a:t>1. Maria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tiến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lễ</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vật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nhìn</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hấp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hối</a:t>
            </a:r>
            <a:r>
              <a:rPr lang="en-US" sz="5400" b="1" dirty="0">
                <a:latin typeface="Times New Roman" pitchFamily="18" charset="0"/>
                <a:cs typeface="Times New Roman" pitchFamily="18" charset="0"/>
              </a:rPr>
              <a:t>. </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4268117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27170"/>
            <a:ext cx="9144000" cy="6391564"/>
          </a:xfrm>
        </p:spPr>
        <p:txBody>
          <a:bodyPr>
            <a:noAutofit/>
          </a:bodyPr>
          <a:lstStyle/>
          <a:p>
            <a:pPr algn="just"/>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giá</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tràn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tiếng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thở</a:t>
            </a:r>
            <a:r>
              <a:rPr lang="en-US" sz="5400" b="1" dirty="0">
                <a:latin typeface="Times New Roman" pitchFamily="18" charset="0"/>
                <a:cs typeface="Times New Roman" pitchFamily="18" charset="0"/>
              </a:rPr>
              <a:t> than </a:t>
            </a:r>
            <a:r>
              <a:rPr lang="en-US" sz="5400" b="1" dirty="0" err="1">
                <a:latin typeface="Times New Roman" pitchFamily="18" charset="0"/>
                <a:cs typeface="Times New Roman" pitchFamily="18" charset="0"/>
              </a:rPr>
              <a:t>ôm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xác</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nài</a:t>
            </a:r>
            <a:r>
              <a:rPr lang="en-US" sz="5400" b="1" dirty="0">
                <a:latin typeface="Times New Roman" pitchFamily="18" charset="0"/>
                <a:cs typeface="Times New Roman" pitchFamily="18" charset="0"/>
              </a:rPr>
              <a:t> van. </a:t>
            </a:r>
            <a:r>
              <a:rPr lang="en-US" sz="5400" b="1" dirty="0" err="1">
                <a:latin typeface="Times New Roman" pitchFamily="18" charset="0"/>
                <a:cs typeface="Times New Roman" pitchFamily="18" charset="0"/>
              </a:rPr>
              <a:t>Ngước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mắt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hướng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loang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đào</a:t>
            </a:r>
            <a:endParaRPr lang="vi-VN" sz="5400" b="1" dirty="0">
              <a:latin typeface="Times New Roman" pitchFamily="18" charset="0"/>
              <a:cs typeface="Times New Roman" pitchFamily="18" charset="0"/>
            </a:endParaRPr>
          </a:p>
          <a:p>
            <a:pPr algn="just"/>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5558318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Dâng</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VỚI MẸ CON DÂNG (TT)</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6391564"/>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và</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Máu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Giê-su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rượu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ngọt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hiệp</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chung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một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mến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72597344"/>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46179"/>
            <a:ext cx="9144000" cy="533400"/>
          </a:xfrm>
        </p:spPr>
        <p:txBody>
          <a:bodyPr>
            <a:normAutofit fontScale="90000"/>
          </a:bodyPr>
          <a:lstStyle/>
          <a:p>
            <a:pPr algn="l"/>
            <a:r>
              <a:rPr lang="en-US"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 HIỆP LỄ</a:t>
            </a:r>
            <a:endParaRPr lang="en-US" sz="4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907885"/>
            <a:ext cx="9144000" cy="561594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Trinh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thụ</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hạ</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trai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tên</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trẻ</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sẽ</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gọi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Emmanuel.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0258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1. </a:t>
            </a:r>
            <a:r>
              <a:rPr lang="en-US" sz="5400" b="1" dirty="0" err="1">
                <a:latin typeface="Times New Roman" pitchFamily="18" charset="0"/>
                <a:cs typeface="Times New Roman" pitchFamily="18" charset="0"/>
              </a:rPr>
              <a:t>Lời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gọi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luôn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gây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xáo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trộn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dự</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định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riêng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mất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hút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6701153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Con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lại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muốn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thế</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kia</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hiểu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nhưng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5217070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4860996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8633569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2.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quyền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không</a:t>
            </a:r>
            <a:r>
              <a:rPr lang="en-US" sz="5400" b="1" dirty="0">
                <a:latin typeface="Times New Roman" pitchFamily="18" charset="0"/>
                <a:cs typeface="Times New Roman" pitchFamily="18" charset="0"/>
              </a:rPr>
              <a:t>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gì</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lai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nằm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của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Ngài</a:t>
            </a:r>
            <a:r>
              <a:rPr lang="en-US" sz="5400" b="1" dirty="0">
                <a:latin typeface="Times New Roman" pitchFamily="18" charset="0"/>
                <a:cs typeface="Times New Roman" pitchFamily="18" charset="0"/>
              </a:rPr>
              <a:t>. </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6163026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709245"/>
            <a:ext cx="9144000" cy="5410200"/>
          </a:xfrm>
        </p:spPr>
        <p:txBody>
          <a:bodyPr>
            <a:noAutofit/>
          </a:bodyPr>
          <a:lstStyle/>
          <a:p>
            <a:pPr algn="just"/>
            <a:r>
              <a:rPr lang="en-US" sz="5400" b="1" dirty="0">
                <a:latin typeface="Times New Roman" pitchFamily="18" charset="0"/>
                <a:cs typeface="Times New Roman" pitchFamily="18" charset="0"/>
              </a:rPr>
              <a:t>Con lo </a:t>
            </a:r>
            <a:r>
              <a:rPr lang="en-US" sz="5400" b="1" dirty="0" err="1">
                <a:latin typeface="Times New Roman" pitchFamily="18" charset="0"/>
                <a:cs typeface="Times New Roman" pitchFamily="18" charset="0"/>
              </a:rPr>
              <a:t>lắng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cũng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thừa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chỉ</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ý Cha.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trên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sẽ</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kết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thành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vui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ngời</a:t>
            </a:r>
            <a:r>
              <a:rPr lang="en-US" sz="5400" b="1" dirty="0">
                <a:latin typeface="Times New Roman" pitchFamily="18" charset="0"/>
                <a:cs typeface="Times New Roman" pitchFamily="18" charset="0"/>
              </a:rPr>
              <a:t>.</a:t>
            </a: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6806623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7144884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9461293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TÂM TÌNH XIN VÂNG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an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niềm</a:t>
            </a:r>
            <a:r>
              <a:rPr lang="en-US" sz="5400" b="1" dirty="0">
                <a:latin typeface="Times New Roman" panose="02020603050405020304" pitchFamily="18" charset="0"/>
                <a:cs typeface="Times New Roman" panose="02020603050405020304" pitchFamily="18" charset="0"/>
              </a:rPr>
              <a:t> tin. </a:t>
            </a:r>
            <a:r>
              <a:rPr lang="en-US" sz="5400" b="1" dirty="0" err="1">
                <a:latin typeface="Times New Roman" panose="02020603050405020304" pitchFamily="18" charset="0"/>
                <a:cs typeface="Times New Roman" panose="02020603050405020304" pitchFamily="18" charset="0"/>
              </a:rPr>
              <a:t>Không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sợ</a:t>
            </a:r>
            <a:r>
              <a:rPr lang="en-US" sz="5400" b="1" dirty="0">
                <a:latin typeface="Times New Roman" panose="02020603050405020304" pitchFamily="18" charset="0"/>
                <a:cs typeface="Times New Roman" panose="02020603050405020304" pitchFamily="18" charset="0"/>
              </a:rPr>
              <a:t> chi </a:t>
            </a:r>
            <a:r>
              <a:rPr lang="en-US" sz="5400" b="1" dirty="0" err="1">
                <a:latin typeface="Times New Roman" panose="02020603050405020304" pitchFamily="18" charset="0"/>
                <a:cs typeface="Times New Roman" panose="02020603050405020304" pitchFamily="18" charset="0"/>
              </a:rPr>
              <a:t>lao</a:t>
            </a:r>
            <a:r>
              <a:rPr lang="en-US" sz="5400" b="1" dirty="0">
                <a:latin typeface="Times New Roman" panose="02020603050405020304" pitchFamily="18" charset="0"/>
                <a:cs typeface="Times New Roman" panose="02020603050405020304" pitchFamily="18" charset="0"/>
              </a:rPr>
              <a:t> lung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có</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342161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TÂM TÌNH XIN VÂNG TN</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752600"/>
            <a:ext cx="9144000" cy="5105400"/>
          </a:xfrm>
        </p:spPr>
        <p:txBody>
          <a:bodyPr>
            <a:noAutofit/>
          </a:bodyPr>
          <a:lstStyle/>
          <a:p>
            <a:pPr algn="just"/>
            <a:r>
              <a:rPr lang="en-US" sz="5400" b="1" dirty="0" err="1">
                <a:latin typeface="Times New Roman" panose="02020603050405020304" pitchFamily="18" charset="0"/>
                <a:cs typeface="Times New Roman" panose="02020603050405020304" pitchFamily="18" charset="0"/>
              </a:rPr>
              <a:t>Bao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nhiêu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nỗi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khốn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Noi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theo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Đức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lòng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sự</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59838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528270"/>
            <a:ext cx="9144000" cy="5410200"/>
          </a:xfrm>
        </p:spPr>
        <p:txBody>
          <a:bodyPr>
            <a:noAutofit/>
          </a:bodyPr>
          <a:lstStyle/>
          <a:p>
            <a:pPr algn="just"/>
            <a:r>
              <a:rPr lang="en-US" sz="5400" b="1" dirty="0">
                <a:latin typeface="Times New Roman" pitchFamily="18" charset="0"/>
                <a:cs typeface="Times New Roman" pitchFamily="18" charset="0"/>
              </a:rPr>
              <a:t>ĐK: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nỗi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trong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để</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ý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được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thực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thi</a:t>
            </a:r>
            <a:r>
              <a:rPr lang="en-US" sz="5400" b="1" dirty="0">
                <a:latin typeface="Times New Roman" pitchFamily="18" charset="0"/>
                <a:cs typeface="Times New Roman" pitchFamily="18" charset="0"/>
              </a:rPr>
              <a:t>. </a:t>
            </a:r>
            <a:endParaRPr lang="en-US" sz="5400" b="1" i="1" dirty="0">
              <a:solidFill>
                <a:schemeClr val="tx1"/>
              </a:solidFill>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5138889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290145"/>
            <a:ext cx="9144000" cy="5410200"/>
          </a:xfrm>
        </p:spPr>
        <p:txBody>
          <a:bodyPr>
            <a:noAutofit/>
          </a:bodyPr>
          <a:lstStyle/>
          <a:p>
            <a:pPr algn="just"/>
            <a:r>
              <a:rPr lang="en-US" sz="5400" b="1" dirty="0">
                <a:latin typeface="Times New Roman" pitchFamily="18" charset="0"/>
                <a:cs typeface="Times New Roman" pitchFamily="18" charset="0"/>
              </a:rPr>
              <a:t>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lòng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tín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trung</a:t>
            </a:r>
            <a:r>
              <a:rPr lang="en-US" sz="5400" b="1" dirty="0">
                <a:latin typeface="Times New Roman" pitchFamily="18" charset="0"/>
                <a:cs typeface="Times New Roman" pitchFamily="18" charset="0"/>
              </a:rPr>
              <a:t>, tin </a:t>
            </a:r>
            <a:r>
              <a:rPr lang="en-US" sz="5400" b="1" dirty="0" err="1">
                <a:latin typeface="Times New Roman" pitchFamily="18" charset="0"/>
                <a:cs typeface="Times New Roman" pitchFamily="18" charset="0"/>
              </a:rPr>
              <a:t>vào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Chúa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bao</a:t>
            </a:r>
            <a:r>
              <a:rPr lang="en-US" sz="5400" b="1" dirty="0">
                <a:latin typeface="Times New Roman" pitchFamily="18" charset="0"/>
                <a:cs typeface="Times New Roman" pitchFamily="18" charset="0"/>
              </a:rPr>
              <a:t> dung </a:t>
            </a:r>
            <a:r>
              <a:rPr lang="en-US" sz="5400" b="1" dirty="0" err="1">
                <a:latin typeface="Times New Roman" pitchFamily="18" charset="0"/>
                <a:cs typeface="Times New Roman" pitchFamily="18" charset="0"/>
              </a:rPr>
              <a:t>như</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xưa</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xin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niềm</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phó</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theo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ơn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Thần</a:t>
            </a:r>
            <a:r>
              <a:rPr lang="en-US" sz="5400" b="1" dirty="0">
                <a:latin typeface="Times New Roman" pitchFamily="18" charset="0"/>
                <a:cs typeface="Times New Roman" pitchFamily="18" charset="0"/>
              </a:rPr>
              <a:t>.</a:t>
            </a:r>
            <a:endParaRPr lang="en-US" sz="5400" b="1" i="1" dirty="0">
              <a:latin typeface="Times New Roman" pitchFamily="18" charset="0"/>
              <a:cs typeface="Times New Roman" pitchFamily="18" charset="0"/>
            </a:endParaRPr>
          </a:p>
        </p:txBody>
      </p:sp>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Hiệp</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TÂM TÌNH XIN VÂNG (TN)</a:t>
            </a:r>
            <a:endParaRPr lang="en-US" sz="2400"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1337128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4C478-8060-445A-95C1-B0A0135F52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E78A58-1F7E-4651-B8A3-EAF5CB498F8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48052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TIẾNG GỌI FATIMA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62075"/>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3. Nghe </a:t>
            </a:r>
            <a:r>
              <a:rPr lang="en-US" sz="5400" b="1" dirty="0" err="1">
                <a:solidFill>
                  <a:schemeClr val="tx1"/>
                </a:solidFill>
                <a:latin typeface="Times New Roman" pitchFamily="18" charset="0"/>
                <a:cs typeface="Times New Roman" pitchFamily="18" charset="0"/>
              </a:rPr>
              <a:t>tiếng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gọi</a:t>
            </a:r>
            <a:r>
              <a:rPr lang="en-US" sz="5400" b="1" dirty="0">
                <a:solidFill>
                  <a:schemeClr val="tx1"/>
                </a:solidFill>
                <a:latin typeface="Times New Roman" pitchFamily="18" charset="0"/>
                <a:cs typeface="Times New Roman" pitchFamily="18" charset="0"/>
              </a:rPr>
              <a:t> Fatima bao </a:t>
            </a:r>
            <a:r>
              <a:rPr lang="en-US" sz="5400" b="1" dirty="0" err="1">
                <a:solidFill>
                  <a:schemeClr val="tx1"/>
                </a:solidFill>
                <a:latin typeface="Times New Roman" pitchFamily="18" charset="0"/>
                <a:cs typeface="Times New Roman" pitchFamily="18" charset="0"/>
              </a:rPr>
              <a:t>tấm</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lòng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tươi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như</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hoa</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bước</a:t>
            </a:r>
            <a:r>
              <a:rPr lang="en-US" sz="5400" b="1" dirty="0">
                <a:solidFill>
                  <a:schemeClr val="tx1"/>
                </a:solidFill>
                <a:latin typeface="Times New Roman" pitchFamily="18" charset="0"/>
                <a:cs typeface="Times New Roman" pitchFamily="18" charset="0"/>
              </a:rPr>
              <a:t> quay </a:t>
            </a:r>
            <a:r>
              <a:rPr lang="en-US" sz="5400" b="1" dirty="0" err="1">
                <a:solidFill>
                  <a:schemeClr val="tx1"/>
                </a:solidFill>
                <a:latin typeface="Times New Roman" pitchFamily="18" charset="0"/>
                <a:cs typeface="Times New Roman" pitchFamily="18" charset="0"/>
              </a:rPr>
              <a:t>về</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thôi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hết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não</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nề</a:t>
            </a:r>
            <a:r>
              <a:rPr lang="en-US" sz="5400" b="1" dirty="0">
                <a:solidFill>
                  <a:schemeClr val="tx1"/>
                </a:solidFill>
                <a:latin typeface="Times New Roman" pitchFamily="18" charset="0"/>
                <a:cs typeface="Times New Roman" pitchFamily="18" charset="0"/>
              </a:rPr>
              <a:t>. Theo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trên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thế</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gian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có</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dắt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dìu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ủi</a:t>
            </a:r>
            <a:r>
              <a:rPr lang="en-US" sz="5400" b="1" dirty="0">
                <a:solidFill>
                  <a:schemeClr val="tx1"/>
                </a:solidFill>
                <a:latin typeface="Times New Roman" pitchFamily="18" charset="0"/>
                <a:cs typeface="Times New Roman" pitchFamily="18" charset="0"/>
              </a:rPr>
              <a:t> an.</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4390625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TIẾNG GỌI FATIMA PXC</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362075"/>
            <a:ext cx="9144000" cy="5105400"/>
          </a:xfrm>
        </p:spPr>
        <p:txBody>
          <a:bodyPr>
            <a:noAutofit/>
          </a:bodyPr>
          <a:lstStyle/>
          <a:p>
            <a:pPr algn="just"/>
            <a:r>
              <a:rPr lang="en-US" sz="5400" b="1" dirty="0">
                <a:latin typeface="Times New Roman" pitchFamily="18" charset="0"/>
                <a:cs typeface="Times New Roman" pitchFamily="18" charset="0"/>
              </a:rPr>
              <a:t>ĐK: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nhắc</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người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thống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hối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siêng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lần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hạt</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Mân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Côi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năm</a:t>
            </a:r>
            <a:r>
              <a:rPr lang="en-US" sz="5400" b="1" dirty="0">
                <a:latin typeface="Times New Roman" pitchFamily="18" charset="0"/>
                <a:cs typeface="Times New Roman" pitchFamily="18" charset="0"/>
              </a:rPr>
              <a:t> qua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đau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khổ</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Hãy</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sùng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kính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Trái</a:t>
            </a:r>
            <a:r>
              <a:rPr lang="en-US" sz="5400" b="1" dirty="0">
                <a:latin typeface="Times New Roman" pitchFamily="18" charset="0"/>
                <a:cs typeface="Times New Roman" pitchFamily="18" charset="0"/>
              </a:rPr>
              <a:t> Tim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a:t>
            </a:r>
            <a:endParaRPr lang="vi-VN" sz="5400" b="1" dirty="0">
              <a:latin typeface="Times New Roman" pitchFamily="18" charset="0"/>
              <a:cs typeface="Times New Roman" pitchFamily="18" charset="0"/>
            </a:endParaRPr>
          </a:p>
        </p:txBody>
      </p:sp>
    </p:spTree>
    <p:extLst>
      <p:ext uri="{BB962C8B-B14F-4D97-AF65-F5344CB8AC3E}">
        <p14:creationId xmlns:p14="http://schemas.microsoft.com/office/powerpoint/2010/main" val="3781862281"/>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5976</TotalTime>
  <Words>1156</Words>
  <Application>Microsoft Office PowerPoint</Application>
  <PresentationFormat>On-screen Show (4:3)</PresentationFormat>
  <Paragraphs>68</Paragraphs>
  <Slides>31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Kết lễ                                            LẠY BÀ ĐẦY ƠN 212</vt:lpstr>
      <vt:lpstr>Kết lễ                                            LẠY BÀ ĐẦY ƠN 212</vt:lpstr>
      <vt:lpstr>Kết lễ                                            LẠY BÀ ĐẦY ƠN 212</vt:lpstr>
      <vt:lpstr>PowerPoint Presentation</vt:lpstr>
      <vt:lpstr>PowerPoint Presentation</vt:lpstr>
      <vt:lpstr>Dâng Lễ                                     VỚI MẸ CON DÂNG (TT)</vt:lpstr>
      <vt:lpstr>Dâng Lễ                                     VỚI MẸ CON DÂNG (TT)</vt:lpstr>
      <vt:lpstr>Dâng Lễ                                     VỚI MẸ CON DÂNG (TT)</vt:lpstr>
      <vt:lpstr>CA HIỆP LỄ</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TÌNH XIN VÂNG (TN)</vt:lpstr>
      <vt:lpstr>Hiệp Lễ                                    TÂM TÌNH XIN VÂNG TN</vt:lpstr>
      <vt:lpstr>Hiệp Lễ                                    TÂM TÌNH XIN VÂNG TN</vt:lpstr>
      <vt:lpstr>Hiệp Lễ                     TÂM TÌNH XIN VÂNG (TN)</vt:lpstr>
      <vt:lpstr>Hiệp Lễ                     TÂM TÌNH XIN VÂNG (TN)</vt:lpstr>
      <vt:lpstr>PowerPoint Presentation</vt:lpstr>
      <vt:lpstr>Kết lễ                                           TIẾNG GỌI FATIMA PXC</vt:lpstr>
      <vt:lpstr>Kết lễ                                           TIẾNG GỌI FATIMA PXC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1509</cp:revision>
  <dcterms:created xsi:type="dcterms:W3CDTF">2018-09-17T12:52:44Z</dcterms:created>
  <dcterms:modified xsi:type="dcterms:W3CDTF">2021-04-12T14:54:21Z</dcterms:modified>
</cp:coreProperties>
</file>