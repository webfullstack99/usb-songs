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1"/>
  </p:notesMasterIdLst>
  <p:sldIdLst>
    <p:sldId id="4112" r:id="rId2"/>
    <p:sldId id="4113" r:id="rId3"/>
    <p:sldId id="4114" r:id="rId4"/>
    <p:sldId id="4115" r:id="rId5"/>
    <p:sldId id="4116" r:id="rId6"/>
    <p:sldId id="4117" r:id="rId7"/>
    <p:sldId id="4372" r:id="rId8"/>
    <p:sldId id="4308" r:id="rId9"/>
    <p:sldId id="5120" r:id="rId10"/>
    <p:sldId id="4309" r:id="rId11"/>
    <p:sldId id="4310" r:id="rId12"/>
    <p:sldId id="4653" r:id="rId13"/>
    <p:sldId id="4654" r:id="rId14"/>
    <p:sldId id="3550" r:id="rId15"/>
    <p:sldId id="3551" r:id="rId16"/>
    <p:sldId id="3552" r:id="rId17"/>
    <p:sldId id="964" r:id="rId18"/>
    <p:sldId id="3553" r:id="rId19"/>
    <p:sldId id="3554" r:id="rId20"/>
    <p:sldId id="5115" r:id="rId21"/>
    <p:sldId id="4307" r:id="rId22"/>
    <p:sldId id="5116" r:id="rId23"/>
    <p:sldId id="3555" r:id="rId24"/>
    <p:sldId id="5117" r:id="rId25"/>
    <p:sldId id="3556" r:id="rId26"/>
    <p:sldId id="5118" r:id="rId27"/>
    <p:sldId id="3516" r:id="rId28"/>
    <p:sldId id="3517" r:id="rId29"/>
    <p:sldId id="5119" r:id="rId30"/>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60"/>
  </p:normalViewPr>
  <p:slideViewPr>
    <p:cSldViewPr snapToGrid="0">
      <p:cViewPr varScale="1">
        <p:scale>
          <a:sx n="68" d="100"/>
          <a:sy n="68" d="100"/>
        </p:scale>
        <p:origin x="-660" y="-10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18/02/2021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18/02/2021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18/02/2021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18/02/2021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18/02/2021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18/02/2021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18/02/2021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18/02/2021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NAY TRỞ VỀ (304)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70339"/>
            <a:ext cx="9144000" cy="4641273"/>
          </a:xfrm>
        </p:spPr>
        <p:txBody>
          <a:bodyPr>
            <a:noAutofit/>
          </a:bodyPr>
          <a:lstStyle/>
          <a:p>
            <a:pPr algn="just"/>
            <a:r>
              <a:rPr lang="vi-VN" sz="5400" b="1" dirty="0">
                <a:latin typeface="+mj-lt"/>
              </a:rPr>
              <a:t>1. Con nay trở về, trở về cùng Chúa, Chúa ơi. Con nay trở về, lòng sầu thống hối khôn nguôi.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507847198"/>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NAY TRỞ VỀ (304)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70339"/>
            <a:ext cx="9144000" cy="4641273"/>
          </a:xfrm>
        </p:spPr>
        <p:txBody>
          <a:bodyPr>
            <a:noAutofit/>
          </a:bodyPr>
          <a:lstStyle/>
          <a:p>
            <a:pPr algn="just"/>
            <a:r>
              <a:rPr lang="vi-VN" sz="5400" b="1" dirty="0">
                <a:latin typeface="+mj-lt"/>
              </a:rPr>
              <a:t>1</a:t>
            </a:r>
            <a:r>
              <a:rPr lang="vi-VN" sz="5400" b="1">
                <a:latin typeface="+mj-lt"/>
              </a:rPr>
              <a:t>. </a:t>
            </a:r>
            <a:r>
              <a:rPr lang="en-US" sz="4800" b="1" smtClean="0">
                <a:latin typeface="+mj-lt"/>
              </a:rPr>
              <a:t>Muốn khóc cho một niềm tin, đã trót bao phen ngã nghiêng, bước chân hoang đàng đây bến yêu thương tình đáp tình.</a:t>
            </a:r>
            <a:endParaRPr lang="vi-VN" sz="4800" b="1" dirty="0">
              <a:latin typeface="+mj-lt"/>
              <a:cs typeface="Times New Roman" panose="02020603050405020304" pitchFamily="18" charset="0"/>
            </a:endParaRPr>
          </a:p>
        </p:txBody>
      </p:sp>
    </p:spTree>
    <p:extLst>
      <p:ext uri="{BB962C8B-B14F-4D97-AF65-F5344CB8AC3E}">
        <p14:creationId xmlns:p14="http://schemas.microsoft.com/office/powerpoint/2010/main" val="2964835217"/>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NAY TRỞ VỀ (304)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70339"/>
            <a:ext cx="9144000" cy="4641273"/>
          </a:xfrm>
        </p:spPr>
        <p:txBody>
          <a:bodyPr>
            <a:noAutofit/>
          </a:bodyPr>
          <a:lstStyle/>
          <a:p>
            <a:pPr algn="just"/>
            <a:r>
              <a:rPr lang="vi-VN" sz="5400" b="1" dirty="0">
                <a:latin typeface="+mj-lt"/>
              </a:rPr>
              <a:t>ÐK. Ngài là Thiên Chúa rất nhân hậu và hay tha thứ. Ngài dựng nên con không khi nào mặc con thoái hư.</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315348311"/>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CON NAY TRỞ VỀ (304)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70339"/>
            <a:ext cx="9144000" cy="4641273"/>
          </a:xfrm>
        </p:spPr>
        <p:txBody>
          <a:bodyPr>
            <a:noAutofit/>
          </a:bodyPr>
          <a:lstStyle/>
          <a:p>
            <a:pPr algn="just"/>
            <a:r>
              <a:rPr lang="vi-VN" sz="5400" b="1" dirty="0">
                <a:latin typeface="+mj-lt"/>
              </a:rPr>
              <a:t>Vì là bụi đất con phải vương tục lụy yếu đuối. Dẫn con trên đường lành thủy chung ơn nghĩa muôn đời.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418956606"/>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01133"/>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68052"/>
            <a:ext cx="9144000" cy="7180234"/>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a:t>
            </a:r>
            <a:r>
              <a:rPr lang="en-US" sz="5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a:t>
            </a:r>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Tin </a:t>
            </a:r>
            <a:r>
              <a:rPr lang="en-US" sz="5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endPar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a:p>
            <a:pPr algn="just"/>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NHƯ TẤM BÁNH (318 566)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47825"/>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tấm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bởi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hãy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đoàn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tụ</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thôi</a:t>
            </a:r>
            <a:r>
              <a:rPr lang="en-US" sz="5400" b="1" dirty="0">
                <a:latin typeface="Times New Roman" pitchFamily="18" charset="0"/>
                <a:cs typeface="Times New Roman" pitchFamily="18" charset="0"/>
              </a:rPr>
              <a:t>. </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826433910"/>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NHƯ TẤM BÁNH (318)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47825"/>
            <a:ext cx="9144000" cy="6391564"/>
          </a:xfrm>
        </p:spPr>
        <p:txBody>
          <a:bodyPr>
            <a:noAutofit/>
          </a:bodyPr>
          <a:lstStyle/>
          <a:p>
            <a:pPr algn="just"/>
            <a:r>
              <a:rPr lang="en-US" sz="5400" b="1" dirty="0" err="1">
                <a:latin typeface="Times New Roman" pitchFamily="18" charset="0"/>
                <a:cs typeface="Times New Roman" pitchFamily="18" charset="0"/>
              </a:rPr>
              <a:t>V</a:t>
            </a:r>
            <a:r>
              <a:rPr lang="en-US" sz="5400" b="1" dirty="0" err="1">
                <a:solidFill>
                  <a:schemeClr val="tx1"/>
                </a:solidFill>
                <a:latin typeface="Times New Roman" pitchFamily="18" charset="0"/>
                <a:cs typeface="Times New Roman" pitchFamily="18" charset="0"/>
              </a:rPr>
              <a:t>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chén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rượu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ép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bởi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chùm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hãy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phúc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cuộc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360241760"/>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NHƯ TẤM BÁNH (318)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1600"/>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Chén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chén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thờ</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Chén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chén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nhòa</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154529035"/>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464128"/>
            <a:ext cx="9144000" cy="6234545"/>
          </a:xfrm>
        </p:spPr>
        <p:txBody>
          <a:bodyPr>
            <a:normAutofit/>
          </a:bodyPr>
          <a:lstStyle/>
          <a:p>
            <a:pPr algn="just"/>
            <a:r>
              <a:rPr lang="en-US" sz="5400" b="1" dirty="0">
                <a:solidFill>
                  <a:srgbClr val="FF0000"/>
                </a:solidFill>
                <a:latin typeface="Times New Roman" pitchFamily="18" charset="0"/>
                <a:cs typeface="Times New Roman" pitchFamily="18" charset="0"/>
              </a:rPr>
              <a:t>CA HIỆP LỄ</a:t>
            </a:r>
          </a:p>
          <a:p>
            <a:pPr algn="just"/>
            <a:r>
              <a:rPr lang="en-US" sz="6000" b="1" dirty="0" err="1">
                <a:latin typeface="Times New Roman" pitchFamily="18" charset="0"/>
                <a:cs typeface="Times New Roman" pitchFamily="18" charset="0"/>
              </a:rPr>
              <a:t>Họ</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đã</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ăn</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và</a:t>
            </a:r>
            <a:r>
              <a:rPr lang="en-US" sz="6000" b="1" dirty="0">
                <a:latin typeface="Times New Roman" pitchFamily="18" charset="0"/>
                <a:cs typeface="Times New Roman" pitchFamily="18" charset="0"/>
              </a:rPr>
              <a:t> no </a:t>
            </a:r>
            <a:r>
              <a:rPr lang="en-US" sz="6000" b="1" dirty="0" err="1">
                <a:latin typeface="Times New Roman" pitchFamily="18" charset="0"/>
                <a:cs typeface="Times New Roman" pitchFamily="18" charset="0"/>
              </a:rPr>
              <a:t>phỉ</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hoàn</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toàn</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và</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Chúa</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đã</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cho</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họ</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được</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thỏa</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lòng</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ao</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ước</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nhưng</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họ</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vẫn</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chưa</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hết</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thèm</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thuồng</a:t>
            </a:r>
            <a:r>
              <a:rPr lang="en-US" sz="6000" b="1" dirty="0">
                <a:latin typeface="Times New Roman" pitchFamily="18" charset="0"/>
                <a:cs typeface="Times New Roman" pitchFamily="18" charset="0"/>
              </a:rPr>
              <a:t>.</a:t>
            </a:r>
            <a:endParaRPr lang="en-US" sz="6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9994199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ĐK: Đời con đã biết bao năm xa phụ tình Ngài. Đời con đã biết bao phen đi lạc tăm tối. Chúa ơi nghe tiếng thở than, Chúa ơi nghe tiếng nài van.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586055649"/>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1. Gục đầu nghe lòng thao thức. Bàng hoàng nghe nát tâm can. Dâng Cha tấm thân hao gầy. Quên Cha đã bao năm rồi.</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423844699"/>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ĐK: Đời con đã biết bao năm xa phụ tình Ngài. Đời con đã biết bao phen đi lạc tăm tối. Chúa ơi nghe tiếng thở than, Chúa ơi nghe tiếng nài van.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377995735"/>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2. Bên Cha u sầu tan vỡ. Nhạt nhòa quá khứ đi hoang. Con nay sớm mau quay về. May thay có Cha đang chờ.</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656473421"/>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ĐK: Đời con đã biết bao năm xa phụ tình Ngài. Đời con đã biết bao phen đi lạc tăm tối. Chúa ơi nghe tiếng thở than, Chúa ơi nghe tiếng nài van.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55291756"/>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3. Cha hay thương người tội lỗi. Mặc dù không đáng ơn Cha. Xin Cha xóa đi tội tình. Cho con chút men say nồng.</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591203924"/>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ĐK: Đời con đã biết bao năm xa phụ tình Ngài. Đời con đã biết bao phen đi lạc tăm tối. Chúa ơi nghe tiếng thở than, Chúa ơi nghe tiếng nài van.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619209459"/>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4. Bao năm xa nguồn chân lý. Tìm về nơi đã ra đi. Cha ơi tấm thân con này. Xin yêu với trái tim hồng.</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74472137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LỜI CON SÁM HỐI (317)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ĐK: Đời con đã biết bao năm xa phụ tình Ngài. Đời con đã biết bao phen đi lạc tăm tối. Chúa ơi nghe tiếng thở than, Chúa ơi nghe tiếng nài van.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619772391"/>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HÃY TRỞ VỀ (388)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573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đậm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8718814"/>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HÃY TRỞ VỀ (388)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bi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ta.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20048914"/>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HÃY TRỞ VỀ (388)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573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đậm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9166212"/>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4230</TotalTime>
  <Words>1139</Words>
  <Application>Microsoft Office PowerPoint</Application>
  <PresentationFormat>On-screen Show (4:3)</PresentationFormat>
  <Paragraphs>57</Paragraphs>
  <Slides>29</Slides>
  <Notes>1</Notes>
  <HiddenSlides>0</HiddenSlides>
  <MMClips>0</MMClips>
  <ScaleCrop>false</ScaleCrop>
  <HeadingPairs>
    <vt:vector size="4" baseType="variant">
      <vt:variant>
        <vt:lpstr>Theme</vt:lpstr>
      </vt:variant>
      <vt:variant>
        <vt:i4>1</vt:i4>
      </vt:variant>
      <vt:variant>
        <vt:lpstr>Slide Titles</vt:lpstr>
      </vt:variant>
      <vt:variant>
        <vt:i4>29</vt:i4>
      </vt:variant>
    </vt:vector>
  </HeadingPairs>
  <TitlesOfParts>
    <vt:vector size="30" baseType="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CON NAY TRỞ VỀ (304)</vt:lpstr>
      <vt:lpstr>Nhập Lễ                                         CON NAY TRỞ VỀ (304)</vt:lpstr>
      <vt:lpstr>Nhập Lễ                                         CON NAY TRỞ VỀ (304)</vt:lpstr>
      <vt:lpstr>Nhập Lễ                                         CON NAY TRỞ VỀ (304)</vt:lpstr>
      <vt:lpstr>PowerPoint Presentation</vt:lpstr>
      <vt:lpstr>PowerPoint Presentation</vt:lpstr>
      <vt:lpstr>Dâng Lễ                                      NHƯ TẤM BÁNH (318 566)</vt:lpstr>
      <vt:lpstr>Dâng Lễ                                      NHƯ TẤM BÁNH (318)</vt:lpstr>
      <vt:lpstr>Dâng Lễ                                      NHƯ TẤM BÁNH (318)</vt:lpstr>
      <vt:lpstr>PowerPoint Presentation</vt:lpstr>
      <vt:lpstr>Hiệp Lễ                                     LỜI CON SÁM HỐI (317)</vt:lpstr>
      <vt:lpstr>Hiệp Lễ                                     LỜI CON SÁM HỐI (317)</vt:lpstr>
      <vt:lpstr>Hiệp Lễ                                     LỜI CON SÁM HỐI (317)</vt:lpstr>
      <vt:lpstr>Hiệp Lễ                                     LỜI CON SÁM HỐI (317)</vt:lpstr>
      <vt:lpstr>Hiệp Lễ                                     LỜI CON SÁM HỐI (317)</vt:lpstr>
      <vt:lpstr>Hiệp Lễ                                     LỜI CON SÁM HỐI (317)</vt:lpstr>
      <vt:lpstr>Hiệp Lễ                                     LỜI CON SÁM HỐI (317)</vt:lpstr>
      <vt:lpstr>Hiệp Lễ                                     LỜI CON SÁM HỐI (317)</vt:lpstr>
      <vt:lpstr>Hiệp Lễ                                     LỜI CON SÁM HỐI (317)</vt:lpstr>
      <vt:lpstr>Kết Lễ                                             HÃY TRỞ VỀ (388)</vt:lpstr>
      <vt:lpstr>Kết Lễ                                             HÃY TRỞ VỀ (388)</vt:lpstr>
      <vt:lpstr>Kết Lễ                                             HÃY TRỞ VỀ (388)</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Admin</cp:lastModifiedBy>
  <cp:revision>1376</cp:revision>
  <dcterms:created xsi:type="dcterms:W3CDTF">2018-09-17T12:52:44Z</dcterms:created>
  <dcterms:modified xsi:type="dcterms:W3CDTF">2021-02-17T21:57:07Z</dcterms:modified>
</cp:coreProperties>
</file>