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4112" r:id="rId2"/>
    <p:sldId id="4113" r:id="rId3"/>
    <p:sldId id="4114" r:id="rId4"/>
    <p:sldId id="4115" r:id="rId5"/>
    <p:sldId id="4116" r:id="rId6"/>
    <p:sldId id="4117" r:id="rId7"/>
    <p:sldId id="4372" r:id="rId8"/>
    <p:sldId id="4207" r:id="rId9"/>
    <p:sldId id="4653" r:id="rId10"/>
    <p:sldId id="4654" r:id="rId11"/>
    <p:sldId id="4906" r:id="rId12"/>
    <p:sldId id="4106" r:id="rId13"/>
    <p:sldId id="4907" r:id="rId14"/>
    <p:sldId id="4908" r:id="rId1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varScale="1">
        <p:scale>
          <a:sx n="81" d="100"/>
          <a:sy n="81" d="100"/>
        </p:scale>
        <p:origin x="1522" y="6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05/01/2021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05/01/2021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821652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Sample text.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783322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89616"/>
            <a:ext cx="9144000" cy="4641273"/>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487036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Title</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Sample text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5868760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3930</TotalTime>
  <Words>356</Words>
  <Application>Microsoft Office PowerPoint</Application>
  <PresentationFormat>On-screen Show (4:3)</PresentationFormat>
  <Paragraphs>26</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Title</vt:lpstr>
      <vt:lpstr>PowerPoint Presentation</vt:lpstr>
      <vt:lpstr>PowerPoint Presentation</vt:lpstr>
      <vt:lpstr>Dâng Lễ                                        Title</vt:lpstr>
      <vt:lpstr>CA HIỆP LỄ</vt:lpstr>
      <vt:lpstr>Hiệp Lễ                                        Title</vt:lpstr>
      <vt:lpstr>Kết Lễ                                        Title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1313</cp:revision>
  <dcterms:created xsi:type="dcterms:W3CDTF">2018-09-17T12:52:44Z</dcterms:created>
  <dcterms:modified xsi:type="dcterms:W3CDTF">2021-01-05T13:16:09Z</dcterms:modified>
</cp:coreProperties>
</file>