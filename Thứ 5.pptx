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32"/>
  </p:notesMasterIdLst>
  <p:sldIdLst>
    <p:sldId id="4112" r:id="rId2"/>
    <p:sldId id="4113" r:id="rId3"/>
    <p:sldId id="4114" r:id="rId4"/>
    <p:sldId id="4115" r:id="rId5"/>
    <p:sldId id="4116" r:id="rId6"/>
    <p:sldId id="4117" r:id="rId7"/>
    <p:sldId id="4372" r:id="rId8"/>
    <p:sldId id="4207" r:id="rId9"/>
    <p:sldId id="4208" r:id="rId10"/>
    <p:sldId id="4823" r:id="rId11"/>
    <p:sldId id="4209" r:id="rId12"/>
    <p:sldId id="4824" r:id="rId13"/>
    <p:sldId id="1522" r:id="rId14"/>
    <p:sldId id="3729" r:id="rId15"/>
    <p:sldId id="1945" r:id="rId16"/>
    <p:sldId id="1946" r:id="rId17"/>
    <p:sldId id="1947" r:id="rId18"/>
    <p:sldId id="4825" r:id="rId19"/>
    <p:sldId id="4106" r:id="rId20"/>
    <p:sldId id="1479" r:id="rId21"/>
    <p:sldId id="1480" r:id="rId22"/>
    <p:sldId id="1481" r:id="rId23"/>
    <p:sldId id="4826" r:id="rId24"/>
    <p:sldId id="4827" r:id="rId25"/>
    <p:sldId id="1484" r:id="rId26"/>
    <p:sldId id="4828" r:id="rId27"/>
    <p:sldId id="4829" r:id="rId28"/>
    <p:sldId id="2638" r:id="rId29"/>
    <p:sldId id="2639" r:id="rId30"/>
    <p:sldId id="2640" r:id="rId31"/>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591" autoAdjust="0"/>
    <p:restoredTop sz="94660"/>
  </p:normalViewPr>
  <p:slideViewPr>
    <p:cSldViewPr snapToGrid="0">
      <p:cViewPr varScale="1">
        <p:scale>
          <a:sx n="81" d="100"/>
          <a:sy n="81" d="100"/>
        </p:scale>
        <p:origin x="1637" y="72"/>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22/12/2020</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22/12/2020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22/12/2020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22/12/2020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22/12/2020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22/12/2020</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22/12/2020</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22/12/2020</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22/12/2020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22/12/2020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22/12/2020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22/12/2020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22/12/2020</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 CAO HỠI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044"/>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rộng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vị</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08216522"/>
      </p:ext>
    </p:extLst>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 CAO HỠI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044"/>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Chúng</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thăm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nai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mạch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suối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trong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lẽ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nguồn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08225156"/>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 CAO HỠI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044"/>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rộng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vị</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12366115"/>
      </p:ext>
    </p:extLst>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 CAO HỠI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044"/>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Giữa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nguy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nhiêu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tình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chỉ</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chờ</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sắt</a:t>
            </a:r>
            <a:r>
              <a:rPr lang="en-US" sz="5400" b="1" dirty="0">
                <a:latin typeface="Times New Roman" panose="02020603050405020304" pitchFamily="18" charset="0"/>
                <a:cs typeface="Times New Roman" panose="02020603050405020304" pitchFamily="18" charset="0"/>
              </a:rPr>
              <a:t> son </a:t>
            </a:r>
            <a:r>
              <a:rPr lang="en-US" sz="5400" b="1" dirty="0" err="1">
                <a:latin typeface="Times New Roman" panose="02020603050405020304" pitchFamily="18" charset="0"/>
                <a:cs typeface="Times New Roman" panose="02020603050405020304" pitchFamily="18" charset="0"/>
              </a:rPr>
              <a:t>suốt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cuộc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con.</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88668143"/>
      </p:ext>
    </p:extLst>
  </p:cSld>
  <p:clrMapOvr>
    <a:masterClrMapping/>
  </p:clrMapOv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TRỜI CAO HỠI (TN)</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4044"/>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cao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mở</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rộng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xuất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vị</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mang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sự</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ngời</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50018507"/>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72470"/>
            <a:ext cx="9144000" cy="3907390"/>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vi-VN" sz="5400" b="1" dirty="0">
                <a:latin typeface="Times New Roman" panose="02020603050405020304" pitchFamily="18" charset="0"/>
                <a:cs typeface="Times New Roman" panose="02020603050405020304" pitchFamily="18" charset="0"/>
              </a:rPr>
              <a:t>Lòng tôi nhảy mừng trong Chúa cứu độ tôi.</a:t>
            </a:r>
            <a:endParaRPr lang="en-US" sz="5400" b="1" dirty="0">
              <a:latin typeface="Times New Roman" panose="02020603050405020304" pitchFamily="18" charset="0"/>
              <a:cs typeface="Times New Roman" panose="02020603050405020304" pitchFamily="18" charset="0"/>
            </a:endParaRPr>
          </a:p>
        </p:txBody>
      </p:sp>
      <p:sp>
        <p:nvSpPr>
          <p:cNvPr id="4" name="Subtitle 2"/>
          <p:cNvSpPr txBox="1">
            <a:spLocks/>
          </p:cNvSpPr>
          <p:nvPr/>
        </p:nvSpPr>
        <p:spPr>
          <a:xfrm>
            <a:off x="-670560" y="3791900"/>
            <a:ext cx="9144000" cy="6922180"/>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14151938"/>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9428" y="458720"/>
            <a:ext cx="9144000" cy="5537407"/>
          </a:xfrm>
        </p:spPr>
        <p:txBody>
          <a:bodyPr>
            <a:noAutofit/>
          </a:bodyPr>
          <a:lstStyle/>
          <a:p>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Lạy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Góc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tòa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Hội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cứu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a:t>
            </a:r>
            <a:r>
              <a:rPr lang="en-US" sz="5400" b="1" dirty="0">
                <a:latin typeface="Times New Roman" panose="02020603050405020304" pitchFamily="18" charset="0"/>
                <a:cs typeface="Times New Roman" panose="02020603050405020304" pitchFamily="18" charset="0"/>
              </a:rPr>
              <a:t> con ng</a:t>
            </a:r>
            <a:r>
              <a:rPr lang="vi-VN" sz="5400" b="1" dirty="0">
                <a:latin typeface="Times New Roman" panose="02020603050405020304" pitchFamily="18" charset="0"/>
                <a:cs typeface="Times New Roman" panose="02020603050405020304" pitchFamily="18" charset="0"/>
              </a:rPr>
              <a:t>ư</a:t>
            </a:r>
            <a:r>
              <a:rPr lang="en-US" sz="5400" b="1" dirty="0" err="1">
                <a:latin typeface="Times New Roman" panose="02020603050405020304" pitchFamily="18" charset="0"/>
                <a:cs typeface="Times New Roman" panose="02020603050405020304" pitchFamily="18" charset="0"/>
              </a:rPr>
              <a:t>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tạo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bằng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bùn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All…</a:t>
            </a:r>
            <a:endParaRPr lang="vi-VN" sz="5400" b="1" dirty="0">
              <a:latin typeface="Times New Roman" panose="02020603050405020304" pitchFamily="18" charset="0"/>
              <a:cs typeface="Times New Roman" panose="02020603050405020304" pitchFamily="18" charset="0"/>
            </a:endParaRPr>
          </a:p>
          <a:p>
            <a:pPr algn="just"/>
            <a:endParaRPr lang="en-US" sz="5400" b="1" dirty="0">
              <a:latin typeface="Times New Roman" panose="02020603050405020304" pitchFamily="18" charset="0"/>
              <a:cs typeface="Times New Roman" panose="02020603050405020304" pitchFamily="18" charset="0"/>
            </a:endParaRPr>
          </a:p>
        </p:txBody>
      </p:sp>
      <p:sp>
        <p:nvSpPr>
          <p:cNvPr id="4" name="Subtitle 2"/>
          <p:cNvSpPr txBox="1">
            <a:spLocks/>
          </p:cNvSpPr>
          <p:nvPr/>
        </p:nvSpPr>
        <p:spPr>
          <a:xfrm>
            <a:off x="-670560" y="3791900"/>
            <a:ext cx="9144000" cy="6922180"/>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10103324"/>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HIẾN LỄ GIAO HÒA 78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09725"/>
            <a:ext cx="9144000" cy="6391564"/>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Kính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lên</a:t>
            </a:r>
            <a:r>
              <a:rPr lang="en-US" sz="5400" b="1" dirty="0">
                <a:solidFill>
                  <a:schemeClr val="tx1"/>
                </a:solidFill>
                <a:latin typeface="Times New Roman" pitchFamily="18" charset="0"/>
                <a:cs typeface="Times New Roman" pitchFamily="18" charset="0"/>
              </a:rPr>
              <a:t> Cha </a:t>
            </a:r>
            <a:r>
              <a:rPr lang="en-US" sz="5400" b="1" dirty="0" err="1">
                <a:solidFill>
                  <a:schemeClr val="tx1"/>
                </a:solidFill>
                <a:latin typeface="Times New Roman" pitchFamily="18" charset="0"/>
                <a:cs typeface="Times New Roman" pitchFamily="18" charset="0"/>
              </a:rPr>
              <a:t>nhân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từ</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trọn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niềm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vui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mơ</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Đây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lễ</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sinh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toàn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đẹp</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như</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ban </a:t>
            </a:r>
            <a:r>
              <a:rPr lang="en-US" sz="5400" b="1" dirty="0" err="1">
                <a:latin typeface="Times New Roman" pitchFamily="18" charset="0"/>
                <a:cs typeface="Times New Roman" pitchFamily="18" charset="0"/>
              </a:rPr>
              <a:t>chiều</a:t>
            </a:r>
            <a:r>
              <a:rPr lang="en-US" sz="5400" b="1" dirty="0">
                <a:latin typeface="Times New Roman" pitchFamily="18" charset="0"/>
                <a:cs typeface="Times New Roman" pitchFamily="18" charset="0"/>
              </a:rPr>
              <a:t>.</a:t>
            </a:r>
          </a:p>
          <a:p>
            <a:pPr algn="just"/>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55946351"/>
      </p:ext>
    </p:extLst>
  </p:cSld>
  <p:clrMapOvr>
    <a:masterClrMapping/>
  </p:clrMapOv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HIẾN LỄ GIAO HÒA 78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71575"/>
            <a:ext cx="9144000" cy="6391564"/>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vật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hòa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vật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vật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toàn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thiết</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cầu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lầm</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864675808"/>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HIẾN LỄ GIAO HÒA 78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76350"/>
            <a:ext cx="9144000" cy="6391564"/>
          </a:xfrm>
        </p:spPr>
        <p:txBody>
          <a:bodyPr>
            <a:noAutofit/>
          </a:bodyPr>
          <a:lstStyle/>
          <a:p>
            <a:pPr algn="just"/>
            <a:r>
              <a:rPr lang="en-US" sz="5400" b="1" dirty="0">
                <a:solidFill>
                  <a:schemeClr val="tx1"/>
                </a:solidFill>
                <a:latin typeface="Times New Roman" pitchFamily="18" charset="0"/>
                <a:cs typeface="Times New Roman" pitchFamily="18" charset="0"/>
              </a:rPr>
              <a:t>2. </a:t>
            </a:r>
            <a:r>
              <a:rPr lang="en-US" sz="5400" b="1" dirty="0" err="1">
                <a:solidFill>
                  <a:schemeClr val="tx1"/>
                </a:solidFill>
                <a:latin typeface="Times New Roman" pitchFamily="18" charset="0"/>
                <a:cs typeface="Times New Roman" pitchFamily="18" charset="0"/>
              </a:rPr>
              <a:t>Kính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tiến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lên</a:t>
            </a:r>
            <a:r>
              <a:rPr lang="en-US" sz="5400" b="1" dirty="0">
                <a:solidFill>
                  <a:schemeClr val="tx1"/>
                </a:solidFill>
                <a:latin typeface="Times New Roman" pitchFamily="18" charset="0"/>
                <a:cs typeface="Times New Roman" pitchFamily="18" charset="0"/>
              </a:rPr>
              <a:t> Cha </a:t>
            </a:r>
            <a:r>
              <a:rPr lang="en-US" sz="5400" b="1" dirty="0" err="1">
                <a:solidFill>
                  <a:schemeClr val="tx1"/>
                </a:solidFill>
                <a:latin typeface="Times New Roman" pitchFamily="18" charset="0"/>
                <a:cs typeface="Times New Roman" pitchFamily="18" charset="0"/>
              </a:rPr>
              <a:t>cuộc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nhiều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đắng</a:t>
            </a:r>
            <a:r>
              <a:rPr lang="en-US" sz="5400" b="1" dirty="0">
                <a:solidFill>
                  <a:schemeClr val="tx1"/>
                </a:solidFill>
                <a:latin typeface="Times New Roman" pitchFamily="18" charset="0"/>
                <a:cs typeface="Times New Roman" pitchFamily="18" charset="0"/>
              </a:rPr>
              <a:t> cay. </a:t>
            </a:r>
            <a:r>
              <a:rPr lang="en-US" sz="5400" b="1" dirty="0" err="1">
                <a:solidFill>
                  <a:schemeClr val="tx1"/>
                </a:solidFill>
                <a:latin typeface="Times New Roman" pitchFamily="18" charset="0"/>
                <a:cs typeface="Times New Roman" pitchFamily="18" charset="0"/>
              </a:rPr>
              <a:t>Nước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mắt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tuôn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rơi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tràn</a:t>
            </a:r>
            <a:r>
              <a:rPr lang="en-US" sz="5400" b="1" dirty="0">
                <a:solidFill>
                  <a:schemeClr val="tx1"/>
                </a:solidFill>
                <a:latin typeface="Times New Roman" pitchFamily="18" charset="0"/>
                <a:cs typeface="Times New Roman" pitchFamily="18" charset="0"/>
              </a:rPr>
              <a:t> mi, </a:t>
            </a:r>
            <a:r>
              <a:rPr lang="en-US" sz="5400" b="1" dirty="0" err="1">
                <a:solidFill>
                  <a:schemeClr val="tx1"/>
                </a:solidFill>
                <a:latin typeface="Times New Roman" pitchFamily="18" charset="0"/>
                <a:cs typeface="Times New Roman" pitchFamily="18" charset="0"/>
              </a:rPr>
              <a:t>nguyện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đỡ</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đêm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ngày</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225232305"/>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Dâng</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HIẾN LỄ GIAO HÒA 78</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71575"/>
            <a:ext cx="9144000" cy="6391564"/>
          </a:xfrm>
        </p:spPr>
        <p:txBody>
          <a:bodyPr>
            <a:noAutofit/>
          </a:bodyPr>
          <a:lstStyle/>
          <a:p>
            <a:pPr algn="just"/>
            <a:r>
              <a:rPr lang="en-US" sz="5400" b="1" dirty="0">
                <a:latin typeface="Times New Roman" pitchFamily="18" charset="0"/>
                <a:cs typeface="Times New Roman" pitchFamily="18" charset="0"/>
              </a:rPr>
              <a:t>ĐK: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vật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giao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hòa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vật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vô</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giá</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dâng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từ</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nhân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lễ</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vật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toàn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thiết</a:t>
            </a:r>
            <a:r>
              <a:rPr lang="en-US" sz="5400" b="1" dirty="0">
                <a:latin typeface="Times New Roman" pitchFamily="18" charset="0"/>
                <a:cs typeface="Times New Roman" pitchFamily="18" charset="0"/>
              </a:rPr>
              <a:t> con </a:t>
            </a:r>
            <a:r>
              <a:rPr lang="en-US" sz="5400" b="1" dirty="0" err="1">
                <a:latin typeface="Times New Roman" pitchFamily="18" charset="0"/>
                <a:cs typeface="Times New Roman" pitchFamily="18" charset="0"/>
              </a:rPr>
              <a:t>nguyện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cầu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xin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lầm</a:t>
            </a:r>
            <a:r>
              <a:rPr lang="en-US" sz="5400" b="1" dirty="0">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1744638785"/>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7552"/>
            <a:ext cx="9144000" cy="5105400"/>
          </a:xfrm>
        </p:spPr>
        <p:txBody>
          <a:bodyPr>
            <a:noAutofit/>
          </a:bodyPr>
          <a:lstStyle/>
          <a:p>
            <a:pPr algn="just"/>
            <a:r>
              <a:rPr lang="vi-VN" sz="5400" b="1" dirty="0">
                <a:latin typeface="Times New Roman" panose="02020603050405020304" pitchFamily="18" charset="0"/>
                <a:cs typeface="Times New Roman" panose="02020603050405020304" pitchFamily="18" charset="0"/>
              </a:rPr>
              <a:t>Linh hồn tôi ngợi khen Chúa, vì Đấng toàn năng đã làm cho tôi những sự trọng đại.</a:t>
            </a:r>
          </a:p>
        </p:txBody>
      </p:sp>
    </p:spTree>
    <p:extLst>
      <p:ext uri="{BB962C8B-B14F-4D97-AF65-F5344CB8AC3E}">
        <p14:creationId xmlns:p14="http://schemas.microsoft.com/office/powerpoint/2010/main" val="3454802588"/>
      </p:ext>
    </p:extLst>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LINH HỒN TÔI 256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71172"/>
            <a:ext cx="9144000" cy="3487057"/>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Linh </a:t>
            </a:r>
            <a:r>
              <a:rPr lang="en-US" sz="5400" b="1" dirty="0" err="1">
                <a:solidFill>
                  <a:schemeClr val="tx1"/>
                </a:solidFill>
                <a:latin typeface="Times New Roman" panose="02020603050405020304" pitchFamily="18" charset="0"/>
                <a:cs typeface="Times New Roman" panose="02020603050405020304" pitchFamily="18" charset="0"/>
              </a:rPr>
              <a:t>hồn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tung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hô</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tung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hô</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(í a). </a:t>
            </a:r>
            <a:r>
              <a:rPr lang="en-US" sz="5400" b="1" dirty="0" err="1">
                <a:solidFill>
                  <a:schemeClr val="tx1"/>
                </a:solidFill>
                <a:latin typeface="Times New Roman" panose="02020603050405020304" pitchFamily="18" charset="0"/>
                <a:cs typeface="Times New Roman" panose="02020603050405020304" pitchFamily="18" charset="0"/>
              </a:rPr>
              <a:t>Thần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trí</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mừng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vui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vợi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Đấng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cứu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chuộc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72341299"/>
      </p:ext>
    </p:extLst>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LINH HỒN TÔI 256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6330"/>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dủ</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đoái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hèn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tá</a:t>
            </a:r>
            <a:r>
              <a:rPr lang="en-US" sz="5400" b="1" dirty="0">
                <a:latin typeface="Times New Roman" panose="02020603050405020304" pitchFamily="18" charset="0"/>
                <a:cs typeface="Times New Roman" panose="02020603050405020304" pitchFamily="18" charset="0"/>
              </a:rPr>
              <a:t>.</a:t>
            </a:r>
          </a:p>
          <a:p>
            <a:pPr algn="just"/>
            <a:r>
              <a:rPr lang="en-US" sz="5400" b="1" dirty="0" err="1">
                <a:solidFill>
                  <a:schemeClr val="tx1"/>
                </a:solidFill>
                <a:latin typeface="Times New Roman" panose="02020603050405020304" pitchFamily="18" charset="0"/>
                <a:cs typeface="Times New Roman" panose="02020603050405020304" pitchFamily="18" charset="0"/>
              </a:rPr>
              <a:t>Vì</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vậy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sẽ</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khen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đầy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sẽ</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khen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đầy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phúc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sẽ</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khen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29422695"/>
      </p:ext>
    </p:extLst>
  </p:cSld>
  <p:clrMapOvr>
    <a:masterClrMapping/>
  </p:clrMapOv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LINH HỒN TÔI 256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2309" y="914400"/>
            <a:ext cx="9144000" cy="5105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1. </a:t>
            </a:r>
            <a:r>
              <a:rPr lang="en-US" sz="5400" b="1" dirty="0" err="1">
                <a:solidFill>
                  <a:schemeClr val="tx1"/>
                </a:solidFill>
                <a:latin typeface="Times New Roman" panose="02020603050405020304" pitchFamily="18" charset="0"/>
                <a:cs typeface="Times New Roman" panose="02020603050405020304" pitchFamily="18" charset="0"/>
              </a:rPr>
              <a:t>Đấng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toàn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năng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đã</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những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việc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trọng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Danh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Người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thánh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Lượng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từ</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trải</a:t>
            </a:r>
            <a:r>
              <a:rPr lang="en-US" sz="5400" b="1" dirty="0">
                <a:solidFill>
                  <a:schemeClr val="tx1"/>
                </a:solidFill>
                <a:latin typeface="Times New Roman" panose="02020603050405020304" pitchFamily="18" charset="0"/>
                <a:cs typeface="Times New Roman" panose="02020603050405020304" pitchFamily="18" charset="0"/>
              </a:rPr>
              <a:t> qua </a:t>
            </a:r>
            <a:r>
              <a:rPr lang="en-US" sz="5400" b="1" dirty="0" err="1">
                <a:solidFill>
                  <a:schemeClr val="tx1"/>
                </a:solidFill>
                <a:latin typeface="Times New Roman" panose="02020603050405020304" pitchFamily="18" charset="0"/>
                <a:cs typeface="Times New Roman" panose="02020603050405020304" pitchFamily="18" charset="0"/>
              </a:rPr>
              <a:t>từ</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nọ</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kia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Hằng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bọc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những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ai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kính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sợ</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Người</a:t>
            </a:r>
            <a:r>
              <a:rPr lang="en-US" sz="5400" b="1" dirty="0">
                <a:solidFill>
                  <a:schemeClr val="tx1"/>
                </a:solidFill>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05719884"/>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LINH HỒN TÔI 256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71172"/>
            <a:ext cx="9144000" cy="3487057"/>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Linh </a:t>
            </a:r>
            <a:r>
              <a:rPr lang="en-US" sz="5400" b="1" dirty="0" err="1">
                <a:solidFill>
                  <a:schemeClr val="tx1"/>
                </a:solidFill>
                <a:latin typeface="Times New Roman" panose="02020603050405020304" pitchFamily="18" charset="0"/>
                <a:cs typeface="Times New Roman" panose="02020603050405020304" pitchFamily="18" charset="0"/>
              </a:rPr>
              <a:t>hồn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tung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hô</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tung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hô</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(í a). </a:t>
            </a:r>
            <a:r>
              <a:rPr lang="en-US" sz="5400" b="1" dirty="0" err="1">
                <a:solidFill>
                  <a:schemeClr val="tx1"/>
                </a:solidFill>
                <a:latin typeface="Times New Roman" panose="02020603050405020304" pitchFamily="18" charset="0"/>
                <a:cs typeface="Times New Roman" panose="02020603050405020304" pitchFamily="18" charset="0"/>
              </a:rPr>
              <a:t>Thần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trí</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mừng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vui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vợi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Đấng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cứu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chuộc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371813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LINH HỒN TÔI 256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6330"/>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dủ</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đoái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hèn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tá</a:t>
            </a:r>
            <a:r>
              <a:rPr lang="en-US" sz="5400" b="1" dirty="0">
                <a:latin typeface="Times New Roman" panose="02020603050405020304" pitchFamily="18" charset="0"/>
                <a:cs typeface="Times New Roman" panose="02020603050405020304" pitchFamily="18" charset="0"/>
              </a:rPr>
              <a:t>.</a:t>
            </a:r>
          </a:p>
          <a:p>
            <a:pPr algn="just"/>
            <a:r>
              <a:rPr lang="en-US" sz="5400" b="1" dirty="0" err="1">
                <a:solidFill>
                  <a:schemeClr val="tx1"/>
                </a:solidFill>
                <a:latin typeface="Times New Roman" panose="02020603050405020304" pitchFamily="18" charset="0"/>
                <a:cs typeface="Times New Roman" panose="02020603050405020304" pitchFamily="18" charset="0"/>
              </a:rPr>
              <a:t>Vì</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vậy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sẽ</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khen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đầy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sẽ</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khen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đầy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phúc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sẽ</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khen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17562816"/>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LINH HỒN TÔI 256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2309" y="914400"/>
            <a:ext cx="9144000" cy="5105400"/>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2.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biểu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dương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sức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mạnh</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oai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phong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tiêu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diệt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tơi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những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phường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tự</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đắc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Bọn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quyền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quý</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tự</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kiêu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Ngài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triệt</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hạ</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khỏi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tòa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cao</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và</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nâng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dậy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những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ai</a:t>
            </a:r>
            <a:r>
              <a:rPr lang="en-US" sz="5400" b="1" dirty="0">
                <a:solidFill>
                  <a:schemeClr val="tx1"/>
                </a:solidFill>
                <a:latin typeface="Times New Roman" panose="02020603050405020304" pitchFamily="18" charset="0"/>
                <a:cs typeface="Times New Roman" panose="02020603050405020304" pitchFamily="18" charset="0"/>
              </a:rPr>
              <a:t> ở </a:t>
            </a:r>
            <a:r>
              <a:rPr lang="en-US" sz="5400" b="1" dirty="0" err="1">
                <a:solidFill>
                  <a:schemeClr val="tx1"/>
                </a:solidFill>
                <a:latin typeface="Times New Roman" panose="02020603050405020304" pitchFamily="18" charset="0"/>
                <a:cs typeface="Times New Roman" panose="02020603050405020304" pitchFamily="18" charset="0"/>
              </a:rPr>
              <a:t>khiêm</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nhường</a:t>
            </a:r>
            <a:r>
              <a:rPr lang="en-US" sz="5400" b="1" dirty="0">
                <a:solidFill>
                  <a:schemeClr val="tx1"/>
                </a:solidFill>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30792212"/>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LINH HỒN TÔI 256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71172"/>
            <a:ext cx="9144000" cy="3487057"/>
          </a:xfrm>
        </p:spPr>
        <p:txBody>
          <a:bodyPr>
            <a:noAutofit/>
          </a:bodyPr>
          <a:lstStyle/>
          <a:p>
            <a:pPr algn="just"/>
            <a:r>
              <a:rPr lang="en-US" sz="5400" b="1" dirty="0">
                <a:solidFill>
                  <a:schemeClr val="tx1"/>
                </a:solidFill>
                <a:latin typeface="Times New Roman" panose="02020603050405020304" pitchFamily="18" charset="0"/>
                <a:cs typeface="Times New Roman" panose="02020603050405020304" pitchFamily="18" charset="0"/>
              </a:rPr>
              <a:t>ĐK: Linh </a:t>
            </a:r>
            <a:r>
              <a:rPr lang="en-US" sz="5400" b="1" dirty="0" err="1">
                <a:solidFill>
                  <a:schemeClr val="tx1"/>
                </a:solidFill>
                <a:latin typeface="Times New Roman" panose="02020603050405020304" pitchFamily="18" charset="0"/>
                <a:cs typeface="Times New Roman" panose="02020603050405020304" pitchFamily="18" charset="0"/>
              </a:rPr>
              <a:t>hồn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tung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hô</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tung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hô</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Chúa</a:t>
            </a:r>
            <a:r>
              <a:rPr lang="en-US" sz="5400" b="1" dirty="0">
                <a:solidFill>
                  <a:schemeClr val="tx1"/>
                </a:solidFill>
                <a:latin typeface="Times New Roman" panose="02020603050405020304" pitchFamily="18" charset="0"/>
                <a:cs typeface="Times New Roman" panose="02020603050405020304" pitchFamily="18" charset="0"/>
              </a:rPr>
              <a:t> (í a). </a:t>
            </a:r>
            <a:r>
              <a:rPr lang="en-US" sz="5400" b="1" dirty="0" err="1">
                <a:solidFill>
                  <a:schemeClr val="tx1"/>
                </a:solidFill>
                <a:latin typeface="Times New Roman" panose="02020603050405020304" pitchFamily="18" charset="0"/>
                <a:cs typeface="Times New Roman" panose="02020603050405020304" pitchFamily="18" charset="0"/>
              </a:rPr>
              <a:t>Thần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trí</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mừng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vui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vợi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trong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Đấng</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cứu</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chuộc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9941839"/>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LINH HỒN TÔI 256</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16330"/>
            <a:ext cx="9144000" cy="561594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dủ</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đoái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nhìn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hèn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tá</a:t>
            </a:r>
            <a:r>
              <a:rPr lang="en-US" sz="5400" b="1" dirty="0">
                <a:latin typeface="Times New Roman" panose="02020603050405020304" pitchFamily="18" charset="0"/>
                <a:cs typeface="Times New Roman" panose="02020603050405020304" pitchFamily="18" charset="0"/>
              </a:rPr>
              <a:t>.</a:t>
            </a:r>
          </a:p>
          <a:p>
            <a:pPr algn="just"/>
            <a:r>
              <a:rPr lang="en-US" sz="5400" b="1" dirty="0" err="1">
                <a:solidFill>
                  <a:schemeClr val="tx1"/>
                </a:solidFill>
                <a:latin typeface="Times New Roman" panose="02020603050405020304" pitchFamily="18" charset="0"/>
                <a:cs typeface="Times New Roman" panose="02020603050405020304" pitchFamily="18" charset="0"/>
              </a:rPr>
              <a:t>Vì</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vậy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sẽ</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khen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đầy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ơn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sẽ</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khen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đầy</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phúc</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sẽ</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khen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tôi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đến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muôn</a:t>
            </a:r>
            <a:r>
              <a:rPr lang="en-US" sz="5400" b="1" dirty="0">
                <a:solidFill>
                  <a:schemeClr val="tx1"/>
                </a:solidFill>
                <a:latin typeface="Times New Roman" panose="02020603050405020304" pitchFamily="18" charset="0"/>
                <a:cs typeface="Times New Roman" panose="02020603050405020304" pitchFamily="18" charset="0"/>
              </a:rPr>
              <a:t> </a:t>
            </a:r>
            <a:r>
              <a:rPr lang="en-US" sz="5400" b="1" dirty="0" err="1">
                <a:solidFill>
                  <a:schemeClr val="tx1"/>
                </a:solidFill>
                <a:latin typeface="Times New Roman" panose="02020603050405020304" pitchFamily="18" charset="0"/>
                <a:cs typeface="Times New Roman" panose="02020603050405020304" pitchFamily="18" charset="0"/>
              </a:rPr>
              <a:t>đời</a:t>
            </a:r>
            <a:r>
              <a:rPr lang="en-US" sz="5400" b="1" dirty="0">
                <a:solidFill>
                  <a:schemeClr val="tx1"/>
                </a:solidFill>
                <a:latin typeface="Times New Roman" panose="02020603050405020304" pitchFamily="18" charset="0"/>
                <a:cs typeface="Times New Roman" panose="02020603050405020304" pitchFamily="18" charset="0"/>
              </a:rPr>
              <a:t>.</a:t>
            </a:r>
            <a:endParaRPr lang="vi-VN"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235726305"/>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TỪ LÚC MẸ NÓI LỜI XIN VÂNG (TH)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25643"/>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Từ</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lúc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nói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rất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đỗi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Ngọt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như</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suối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giữa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nhiệm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tiếng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vâng</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83568657"/>
      </p:ext>
    </p:extLst>
  </p:cSld>
  <p:clrMapOvr>
    <a:masterClrMapping/>
  </p:clrMapOv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TỪ LÚC MẸ NÓI LỜI XIN VÂNG (TH)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21372"/>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ý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Cha.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Tin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Chí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88941631"/>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Kết</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TỪ LÚC MẸ NÓI LỜI XIN VÂNG (TH)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521372"/>
            <a:ext cx="9144000" cy="5105400"/>
          </a:xfrm>
        </p:spPr>
        <p:txBody>
          <a:bodyPr>
            <a:noAutofit/>
          </a:bodyPr>
          <a:lstStyle/>
          <a:p>
            <a:pPr algn="just"/>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động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của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Thánh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Linh</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muốn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sống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xin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vâng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thảo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hiền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64219632"/>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3834</TotalTime>
  <Words>1261</Words>
  <Application>Microsoft Office PowerPoint</Application>
  <PresentationFormat>On-screen Show (4:3)</PresentationFormat>
  <Paragraphs>61</Paragraphs>
  <Slides>30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Calibri Light</vt:lpstr>
      <vt:lpstr>Times New Roman</vt: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TRỜI CAO HỠI (TN)</vt:lpstr>
      <vt:lpstr>Nhập Lễ                                        TRỜI CAO HỠI (TN)</vt:lpstr>
      <vt:lpstr>Nhập Lễ                                        TRỜI CAO HỠI (TN)</vt:lpstr>
      <vt:lpstr>Nhập Lễ                                        TRỜI CAO HỠI (TN)</vt:lpstr>
      <vt:lpstr>Nhập Lễ                                        TRỜI CAO HỠI (TN)</vt:lpstr>
      <vt:lpstr>PowerPoint Presentation</vt:lpstr>
      <vt:lpstr>PowerPoint Presentation</vt:lpstr>
      <vt:lpstr>Dâng Lễ                                      HIẾN LỄ GIAO HÒA 78</vt:lpstr>
      <vt:lpstr>Dâng Lễ                                      HIẾN LỄ GIAO HÒA 78</vt:lpstr>
      <vt:lpstr>Dâng Lễ                                      HIẾN LỄ GIAO HÒA 78</vt:lpstr>
      <vt:lpstr>Dâng Lễ                                      HIẾN LỄ GIAO HÒA 78</vt:lpstr>
      <vt:lpstr>CA HIỆP LỄ</vt:lpstr>
      <vt:lpstr>Hiệp lễ                              LINH HỒN TÔI 256</vt:lpstr>
      <vt:lpstr>Hiệp lễ                              LINH HỒN TÔI 256</vt:lpstr>
      <vt:lpstr>Hiệp lễ                              LINH HỒN TÔI 256</vt:lpstr>
      <vt:lpstr>Hiệp lễ                              LINH HỒN TÔI 256</vt:lpstr>
      <vt:lpstr>Hiệp lễ                              LINH HỒN TÔI 256</vt:lpstr>
      <vt:lpstr>Hiệp lễ                              LINH HỒN TÔI 256</vt:lpstr>
      <vt:lpstr>Hiệp lễ                              LINH HỒN TÔI 256</vt:lpstr>
      <vt:lpstr>Hiệp lễ                              LINH HỒN TÔI 256</vt:lpstr>
      <vt:lpstr>Kết lễ                         TỪ LÚC MẸ NÓI LỜI XIN VÂNG (TH)</vt:lpstr>
      <vt:lpstr>Kết lễ                         TỪ LÚC MẸ NÓI LỜI XIN VÂNG (TH)</vt:lpstr>
      <vt:lpstr>Kết lễ                         TỪ LÚC MẸ NÓI LỜI XIN VÂNG (TH)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Anh Tran</cp:lastModifiedBy>
  <cp:revision>1293</cp:revision>
  <dcterms:created xsi:type="dcterms:W3CDTF">2018-09-17T12:52:44Z</dcterms:created>
  <dcterms:modified xsi:type="dcterms:W3CDTF">2020-12-21T17:09:47Z</dcterms:modified>
</cp:coreProperties>
</file>