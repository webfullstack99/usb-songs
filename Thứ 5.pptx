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4112" r:id="rId2"/>
    <p:sldId id="4113" r:id="rId3"/>
    <p:sldId id="4114" r:id="rId4"/>
    <p:sldId id="4115" r:id="rId5"/>
    <p:sldId id="4116" r:id="rId6"/>
    <p:sldId id="4117" r:id="rId7"/>
    <p:sldId id="4372" r:id="rId8"/>
    <p:sldId id="4187" r:id="rId9"/>
    <p:sldId id="4188" r:id="rId10"/>
    <p:sldId id="4797" r:id="rId11"/>
    <p:sldId id="1522" r:id="rId12"/>
    <p:sldId id="3729" r:id="rId13"/>
    <p:sldId id="3333" r:id="rId14"/>
    <p:sldId id="3334" r:id="rId15"/>
    <p:sldId id="4106" r:id="rId16"/>
    <p:sldId id="4761" r:id="rId17"/>
    <p:sldId id="4762" r:id="rId18"/>
    <p:sldId id="4756" r:id="rId19"/>
    <p:sldId id="4798" r:id="rId20"/>
    <p:sldId id="4757" r:id="rId21"/>
    <p:sldId id="4799" r:id="rId22"/>
    <p:sldId id="2420" r:id="rId23"/>
    <p:sldId id="4641" r:id="rId24"/>
    <p:sldId id="4800" r:id="rId2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1" d="100"/>
          <a:sy n="81" d="100"/>
        </p:scale>
        <p:origin x="1637" y="5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10/12/2020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10/12/2020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sâu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san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248848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7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hay,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chẳng</a:t>
            </a:r>
            <a:r>
              <a:rPr lang="en-US" sz="5400" b="1" dirty="0">
                <a:latin typeface="Times New Roman" panose="02020603050405020304" pitchFamily="18" charset="0"/>
                <a:cs typeface="Times New Roman" panose="02020603050405020304" pitchFamily="18" charset="0"/>
              </a:rPr>
              <a:t> hay.</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967398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VÌ CHÚA SẼ ĐẾN (267)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sâu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san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68537358"/>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62194"/>
            <a:ext cx="9144000" cy="472794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Chúa nhân ái và từ bi, chậm bất bình và giàu ân sủng.</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458720"/>
            <a:ext cx="9144000" cy="5537407"/>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DÂNG LÊN (106 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2050"/>
            <a:ext cx="9144000" cy="6391564"/>
          </a:xfrm>
        </p:spPr>
        <p:txBody>
          <a:bodyPr>
            <a:noAutofit/>
          </a:bodyPr>
          <a:lstStyle/>
          <a:p>
            <a:pPr algn="just"/>
            <a:r>
              <a:rPr lang="en-US" sz="5400" b="1" dirty="0">
                <a:latin typeface="Times New Roman" pitchFamily="18" charset="0"/>
                <a:cs typeface="Times New Roman" pitchFamily="18" charset="0"/>
              </a:rPr>
              <a:t>1. Xin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chén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tấm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tuyền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8411349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DÂNG LÊN (106)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57250"/>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hết</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và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nồng</a:t>
            </a:r>
            <a:r>
              <a:rPr lang="en-US" sz="5400" b="1" dirty="0">
                <a:latin typeface="Times New Roman" pitchFamily="18" charset="0"/>
                <a:cs typeface="Times New Roman" pitchFamily="18" charset="0"/>
              </a:rPr>
              <a:t> say.</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80814262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1485"/>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Chúng ta hãy sống công chính, và đạo đức ở trần gian này, trong khi mong đợi niềm hy vọng hồng phúc, và ngày Chúa cao cả đến trong vinh quang.</a:t>
            </a:r>
          </a:p>
        </p:txBody>
      </p:sp>
    </p:spTree>
    <p:extLst>
      <p:ext uri="{BB962C8B-B14F-4D97-AF65-F5344CB8AC3E}">
        <p14:creationId xmlns:p14="http://schemas.microsoft.com/office/powerpoint/2010/main" val="345480258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1. Trong rừng sâu có tiếng gọi, có tiếng gọi, giục hồn ta hãy dọn đường dọn đường Chúa đi. Những đồi cao hãy san bằng hãy san bằng, để Đức Vua Ngài ngự đến trong uy quyền.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24010099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đông chiếu soi màn đêm. Hãy vui lên hãy vui lên Chúa đến đây cứu dân mọi nơi. Này Chúa đến như hừng đông chiếu soi 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24617288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4858"/>
            <a:ext cx="9144000" cy="4641273"/>
          </a:xfrm>
        </p:spPr>
        <p:txBody>
          <a:bodyPr>
            <a:noAutofit/>
          </a:bodyPr>
          <a:lstStyle/>
          <a:p>
            <a:pPr algn="just"/>
            <a:r>
              <a:rPr lang="vi-VN" sz="5400" b="1" dirty="0">
                <a:latin typeface="+mj-lt"/>
              </a:rPr>
              <a:t>2. Hãy về đây, hãy đổi đời hãy đổi đời, lời của Chúa hãy thật lòng thật lòng lắng nghe. Vững niềm tin sống ngay lành sống ngay lành, đời sáng tươi ngày sẽ tới sống muôn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86680556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đông chiếu soi màn đêm. Hãy vui lên hãy vui lên Chúa đến đây cứu dân mọi nơi. Này Chúa đến như hừng đông chiếu soi 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241808694"/>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vi-VN" sz="5400" b="1" dirty="0">
                <a:latin typeface="+mj-lt"/>
              </a:rPr>
              <a:t>3. Ai thành tâm hãy vui mừng hãy vui mừng, này triều thiên Chúa sẵn sáng sẵn sàng thưởng công. Chúa sẽ đến giữa ánh hồng giữa ánh hồng. Nào đứng lên ngày Người đến sẽ đáp đền.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1069163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RỪNG SÂU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4374"/>
            <a:ext cx="9144000" cy="5615940"/>
          </a:xfrm>
        </p:spPr>
        <p:txBody>
          <a:bodyPr>
            <a:noAutofit/>
          </a:bodyPr>
          <a:lstStyle/>
          <a:p>
            <a:pPr algn="just"/>
            <a:r>
              <a:rPr lang="vi-VN" sz="5400" b="1" dirty="0">
                <a:latin typeface="+mj-lt"/>
              </a:rPr>
              <a:t>ĐK: Này Chúa đến như hừng đông chiếu soi màn đêm. Hãy vui lên hãy vui lên Chúa đến đây cứu dân mọi nơi. Này Chúa đến như hừng đông chiếu soi màn đêm. Hãy vui lên hãy vui lên Chúa đến đây cứu dân mọi thời.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89101651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SẴN SÀNG 275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5042"/>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sẵn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lúc</a:t>
            </a:r>
            <a:r>
              <a:rPr lang="en-US" sz="5400" b="1" dirty="0">
                <a:solidFill>
                  <a:schemeClr val="tx1"/>
                </a:solidFill>
                <a:latin typeface="Times New Roman" panose="02020603050405020304" pitchFamily="18" charset="0"/>
                <a:cs typeface="Times New Roman" panose="02020603050405020304" pitchFamily="18" charset="0"/>
              </a:rPr>
              <a:t> ta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sẵn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lúc</a:t>
            </a:r>
            <a:r>
              <a:rPr lang="en-US" sz="5400" b="1" dirty="0">
                <a:solidFill>
                  <a:schemeClr val="tx1"/>
                </a:solidFill>
                <a:latin typeface="Times New Roman" panose="02020603050405020304" pitchFamily="18" charset="0"/>
                <a:cs typeface="Times New Roman" panose="02020603050405020304" pitchFamily="18" charset="0"/>
              </a:rPr>
              <a:t> ta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gần</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1233666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SẴN SÀNG 275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050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t>
            </a:r>
            <a:r>
              <a:rPr lang="en-US" sz="5400" b="1" dirty="0" err="1">
                <a:latin typeface="Times New Roman" panose="02020603050405020304" pitchFamily="18" charset="0"/>
                <a:cs typeface="Times New Roman" panose="02020603050405020304" pitchFamily="18" charset="0"/>
              </a:rPr>
              <a:t>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ời.</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85635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HÃY SẴN SÀNG 275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5042"/>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sẵn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lúc</a:t>
            </a:r>
            <a:r>
              <a:rPr lang="en-US" sz="5400" b="1" dirty="0">
                <a:solidFill>
                  <a:schemeClr val="tx1"/>
                </a:solidFill>
                <a:latin typeface="Times New Roman" panose="02020603050405020304" pitchFamily="18" charset="0"/>
                <a:cs typeface="Times New Roman" panose="02020603050405020304" pitchFamily="18" charset="0"/>
              </a:rPr>
              <a:t> ta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sẵn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lúc</a:t>
            </a:r>
            <a:r>
              <a:rPr lang="en-US" sz="5400" b="1" dirty="0">
                <a:solidFill>
                  <a:schemeClr val="tx1"/>
                </a:solidFill>
                <a:latin typeface="Times New Roman" panose="02020603050405020304" pitchFamily="18" charset="0"/>
                <a:cs typeface="Times New Roman" panose="02020603050405020304" pitchFamily="18" charset="0"/>
              </a:rPr>
              <a:t> ta </a:t>
            </a:r>
            <a:r>
              <a:rPr lang="en-US" sz="5400" b="1" dirty="0" err="1">
                <a:solidFill>
                  <a:schemeClr val="tx1"/>
                </a:solidFill>
                <a:latin typeface="Times New Roman" panose="02020603050405020304" pitchFamily="18" charset="0"/>
                <a:cs typeface="Times New Roman" panose="02020603050405020304" pitchFamily="18" charset="0"/>
              </a:rPr>
              <a:t>không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gần</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310696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3754</TotalTime>
  <Words>1081</Words>
  <Application>Microsoft Office PowerPoint</Application>
  <PresentationFormat>On-screen Show (4:3)</PresentationFormat>
  <Paragraphs>46</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VÌ CHÚA SẼ ĐẾN (267)</vt:lpstr>
      <vt:lpstr>Nhập Lễ                                         VÌ CHÚA SẼ ĐẾN (267)</vt:lpstr>
      <vt:lpstr>Nhập Lễ                                         VÌ CHÚA SẼ ĐẾN (267)</vt:lpstr>
      <vt:lpstr>PowerPoint Presentation</vt:lpstr>
      <vt:lpstr>PowerPoint Presentation</vt:lpstr>
      <vt:lpstr>Dâng Lễ                                           XIN DÂNG LÊN (106 N)</vt:lpstr>
      <vt:lpstr>Dâng Lễ                                           XIN DÂNG LÊN (106)</vt:lpstr>
      <vt:lpstr>CA HIỆP LỄ</vt:lpstr>
      <vt:lpstr>Hiệp Lễ                             TRONG RỪNG SÂU (MT)</vt:lpstr>
      <vt:lpstr>Hiệp Lễ                             TRONG RỪNG SÂU (MT)</vt:lpstr>
      <vt:lpstr>Hiệp Lễ                             TRONG RỪNG SÂU (MT)</vt:lpstr>
      <vt:lpstr>Hiệp Lễ                             TRONG RỪNG SÂU (MT)</vt:lpstr>
      <vt:lpstr>Hiệp Lễ                             TRONG RỪNG SÂU (MT)</vt:lpstr>
      <vt:lpstr>Hiệp Lễ                             TRONG RỪNG SÂU (MT)</vt:lpstr>
      <vt:lpstr>Kết Lễ                                     HÃY SẴN SÀNG 275 </vt:lpstr>
      <vt:lpstr>Kết Lễ                                     HÃY SẴN SÀNG 275 </vt:lpstr>
      <vt:lpstr>Kết Lễ                                     HÃY SẴN SÀNG 275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 Tran</cp:lastModifiedBy>
  <cp:revision>1282</cp:revision>
  <dcterms:created xsi:type="dcterms:W3CDTF">2018-09-17T12:52:44Z</dcterms:created>
  <dcterms:modified xsi:type="dcterms:W3CDTF">2020-12-09T17:18:51Z</dcterms:modified>
</cp:coreProperties>
</file>