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4112" r:id="rId2"/>
    <p:sldId id="4113" r:id="rId3"/>
    <p:sldId id="4114" r:id="rId4"/>
    <p:sldId id="4115" r:id="rId5"/>
    <p:sldId id="4116" r:id="rId6"/>
    <p:sldId id="4117" r:id="rId7"/>
    <p:sldId id="4372" r:id="rId8"/>
    <p:sldId id="1003" r:id="rId9"/>
    <p:sldId id="1004" r:id="rId10"/>
    <p:sldId id="4979" r:id="rId11"/>
    <p:sldId id="4653" r:id="rId12"/>
    <p:sldId id="4654" r:id="rId13"/>
    <p:sldId id="3098" r:id="rId14"/>
    <p:sldId id="3099" r:id="rId15"/>
    <p:sldId id="4974" r:id="rId16"/>
    <p:sldId id="4971" r:id="rId17"/>
    <p:sldId id="4975" r:id="rId18"/>
    <p:sldId id="4106" r:id="rId19"/>
    <p:sldId id="3029" r:id="rId20"/>
    <p:sldId id="3030" r:id="rId21"/>
    <p:sldId id="3031" r:id="rId22"/>
    <p:sldId id="4976" r:id="rId23"/>
    <p:sldId id="4023" r:id="rId24"/>
    <p:sldId id="4977" r:id="rId25"/>
    <p:sldId id="3253" r:id="rId26"/>
    <p:sldId id="3254" r:id="rId27"/>
    <p:sldId id="4978" r:id="rId2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77" d="100"/>
          <a:sy n="77" d="100"/>
        </p:scale>
        <p:origin x="1757" y="7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27/01/2021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998825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795061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969439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27/01/2021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5507027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hằng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ý </a:t>
            </a:r>
            <a:r>
              <a:rPr lang="en-US" sz="5400" b="1" dirty="0" err="1">
                <a:solidFill>
                  <a:schemeClr val="tx1"/>
                </a:solidFill>
                <a:latin typeface="Times New Roman" pitchFamily="18" charset="0"/>
                <a:cs typeface="Times New Roman" pitchFamily="18" charset="0"/>
              </a:rPr>
              <a:t>xuân</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5935662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7338007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032"/>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kiếm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57554"/>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bảo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gieo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thiêu</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4560014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ưu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hòa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77038727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gieo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thiêu</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3500279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khứ</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 bao </a:t>
            </a:r>
            <a:r>
              <a:rPr lang="en-US" sz="5400" b="1" dirty="0" err="1">
                <a:solidFill>
                  <a:schemeClr val="tx1"/>
                </a:solidFill>
                <a:latin typeface="Times New Roman" panose="02020603050405020304" pitchFamily="18" charset="0"/>
                <a:cs typeface="Times New Roman" panose="02020603050405020304" pitchFamily="18" charset="0"/>
              </a:rPr>
              <a:t>bâng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khuâng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hóa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3476015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gieo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thiêu</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50371025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DẤU ẤN TÌNH YÊU 287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6391564"/>
          </a:xfrm>
        </p:spPr>
        <p:txBody>
          <a:bodyPr>
            <a:noAutofit/>
          </a:bodyPr>
          <a:lstStyle/>
          <a:p>
            <a:pPr algn="just"/>
            <a:r>
              <a:rPr lang="vi-VN" sz="5400" b="1" dirty="0">
                <a:solidFill>
                  <a:schemeClr val="tx1"/>
                </a:solidFill>
                <a:latin typeface="+mj-lt"/>
              </a:rPr>
              <a:t>1. Chúa ghi vào hồn con dấu ấn của Ngài. Chúa đi vào đời con êm ái tuyệt vời. Mấy cung đàn tơ, tấu lên trìu mến. Khúc ca cuộc đời con thơm ngát hương trời.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84698771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DẤU ẤN TÌNH YÊU 287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6391564"/>
          </a:xfrm>
        </p:spPr>
        <p:txBody>
          <a:bodyPr>
            <a:noAutofit/>
          </a:bodyPr>
          <a:lstStyle/>
          <a:p>
            <a:pPr algn="just"/>
            <a:r>
              <a:rPr lang="vi-VN" sz="5400" b="1" dirty="0">
                <a:latin typeface="+mj-lt"/>
              </a:rPr>
              <a:t>ĐK: Hồng ân Chúa tràn trề tháng năm, tay con nhỏ bé đón sao cho vừa. Hồng ân Chúa vô biên vô tận. Tim con nhỏ bé nhưng hãy còn vơi.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82833476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DẤU ẤN TÌNH YÊU 287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6391564"/>
          </a:xfrm>
        </p:spPr>
        <p:txBody>
          <a:bodyPr>
            <a:noAutofit/>
          </a:bodyPr>
          <a:lstStyle/>
          <a:p>
            <a:pPr algn="just"/>
            <a:r>
              <a:rPr lang="vi-VN" sz="5400" b="1" dirty="0">
                <a:solidFill>
                  <a:schemeClr val="tx1"/>
                </a:solidFill>
                <a:latin typeface="+mj-lt"/>
              </a:rPr>
              <a:t>2. Ôi ân huệ tình yêu cao quí khôn lường. Chúa dắt dìu con đi qua tháng năm trường. Sớt chia buồn vui, ủi an phù giúp. Dẫu con là tôi tớ tay trắng khốn cùng.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080698600"/>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DẤU ẤN TÌNH YÊU 287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6391564"/>
          </a:xfrm>
        </p:spPr>
        <p:txBody>
          <a:bodyPr>
            <a:noAutofit/>
          </a:bodyPr>
          <a:lstStyle/>
          <a:p>
            <a:pPr algn="just"/>
            <a:r>
              <a:rPr lang="vi-VN" sz="5400" b="1" dirty="0">
                <a:latin typeface="+mj-lt"/>
              </a:rPr>
              <a:t>ĐK: Hồng ân Chúa tràn trề tháng năm, tay con nhỏ bé đón sao cho vừa. Hồng ân Chúa vô biên vô tận. Tim con nhỏ bé nhưng hãy còn vơi.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8387660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DẤU ẤN TÌNH YÊU 287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6391564"/>
          </a:xfrm>
        </p:spPr>
        <p:txBody>
          <a:bodyPr>
            <a:noAutofit/>
          </a:bodyPr>
          <a:lstStyle/>
          <a:p>
            <a:pPr algn="just"/>
            <a:r>
              <a:rPr lang="vi-VN" sz="5400" b="1" dirty="0">
                <a:solidFill>
                  <a:schemeClr val="tx1"/>
                </a:solidFill>
                <a:latin typeface="+mj-lt"/>
              </a:rPr>
              <a:t>3. Xin cho đời con như cây sáo của Ngài. </a:t>
            </a:r>
            <a:r>
              <a:rPr lang="vi-VN" sz="5400" b="1" dirty="0">
                <a:latin typeface="+mj-lt"/>
              </a:rPr>
              <a:t>Chúa gieo vào giai khúc thanh khiết muôn đời. Chúa cho đầy vơi, mát tươi cuộc sống. Khi tay Ngài âu yếm ngây ngất tâm hồn.</a:t>
            </a:r>
          </a:p>
          <a:p>
            <a:pPr algn="just"/>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3475843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DẤU ẤN TÌNH YÊU 287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6391564"/>
          </a:xfrm>
        </p:spPr>
        <p:txBody>
          <a:bodyPr>
            <a:noAutofit/>
          </a:bodyPr>
          <a:lstStyle/>
          <a:p>
            <a:pPr algn="just"/>
            <a:r>
              <a:rPr lang="vi-VN" sz="5400" b="1" dirty="0">
                <a:latin typeface="+mj-lt"/>
              </a:rPr>
              <a:t>ĐK: Hồng ân Chúa tràn trề tháng năm, tay con nhỏ bé đón sao cho vừa. Hồng ân Chúa vô biên vô tận. Tim con nhỏ bé nhưng hãy còn vơi.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5178223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786147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6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419075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42753514"/>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3996</TotalTime>
  <Words>1137</Words>
  <Application>Microsoft Office PowerPoint</Application>
  <PresentationFormat>On-screen Show (4:3)</PresentationFormat>
  <Paragraphs>56</Paragraphs>
  <Slides>27</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CHUNG LỜI TẠ ƠN 16</vt:lpstr>
      <vt:lpstr>Nhập Lễ                                        CHUNG LỜI TẠ ƠN 16</vt:lpstr>
      <vt:lpstr>Nhập Lễ                                        CHUNG LỜI TẠ ƠN 16</vt:lpstr>
      <vt:lpstr>PowerPoint Presentation</vt:lpstr>
      <vt:lpstr>PowerPoint Presentation</vt:lpstr>
      <vt:lpstr>Dâng Lễ                                      THÂN LÚA MIẾN 103</vt:lpstr>
      <vt:lpstr>Dâng Lễ                                      THÂN LÚA MIẾN 103</vt:lpstr>
      <vt:lpstr>Dâng Lễ                                      THÂN LÚA MIẾN 103</vt:lpstr>
      <vt:lpstr>Dâng Lễ                                      THÂN LÚA MIẾN 103</vt:lpstr>
      <vt:lpstr>Dâng Lễ                                      THÂN LÚA MIẾN 103</vt:lpstr>
      <vt:lpstr>CA HIỆP LỄ</vt:lpstr>
      <vt:lpstr>Hiệp Lễ                            DẤU ẤN TÌNH YÊU 287</vt:lpstr>
      <vt:lpstr>Hiệp Lễ                            DẤU ẤN TÌNH YÊU 287</vt:lpstr>
      <vt:lpstr>Hiệp Lễ                            DẤU ẤN TÌNH YÊU 287</vt:lpstr>
      <vt:lpstr>Hiệp Lễ                            DẤU ẤN TÌNH YÊU 287</vt:lpstr>
      <vt:lpstr>Hiệp Lễ                            DẤU ẤN TÌNH YÊU 287</vt:lpstr>
      <vt:lpstr>Hiệp Lễ                            DẤU ẤN TÌNH YÊU 287</vt:lpstr>
      <vt:lpstr>Kết lễ                                           TRONG AN BÌNH 307</vt:lpstr>
      <vt:lpstr>Kết lễ                                           TRONG AN BÌNH 307</vt:lpstr>
      <vt:lpstr>Kết lễ                                           TRONG AN BÌNH 307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1335</cp:revision>
  <dcterms:created xsi:type="dcterms:W3CDTF">2018-09-17T12:52:44Z</dcterms:created>
  <dcterms:modified xsi:type="dcterms:W3CDTF">2021-01-27T16:11:15Z</dcterms:modified>
</cp:coreProperties>
</file>