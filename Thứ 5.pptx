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3"/>
  </p:notesMasterIdLst>
  <p:sldIdLst>
    <p:sldId id="4810" r:id="rId2"/>
    <p:sldId id="4811" r:id="rId3"/>
    <p:sldId id="4812" r:id="rId4"/>
    <p:sldId id="4813" r:id="rId5"/>
    <p:sldId id="4814" r:id="rId6"/>
    <p:sldId id="4815" r:id="rId7"/>
    <p:sldId id="5163" r:id="rId8"/>
    <p:sldId id="2963" r:id="rId9"/>
    <p:sldId id="2964" r:id="rId10"/>
    <p:sldId id="2965" r:id="rId11"/>
    <p:sldId id="5452" r:id="rId12"/>
    <p:sldId id="2426" r:id="rId13"/>
    <p:sldId id="5017" r:id="rId14"/>
    <p:sldId id="2827" r:id="rId15"/>
    <p:sldId id="2828" r:id="rId16"/>
    <p:sldId id="2829" r:id="rId17"/>
    <p:sldId id="5412" r:id="rId18"/>
    <p:sldId id="3007" r:id="rId19"/>
    <p:sldId id="3008" r:id="rId20"/>
    <p:sldId id="3009" r:id="rId21"/>
    <p:sldId id="5453" r:id="rId22"/>
    <p:sldId id="5454" r:id="rId23"/>
    <p:sldId id="3012" r:id="rId24"/>
    <p:sldId id="5455" r:id="rId25"/>
    <p:sldId id="5456" r:id="rId26"/>
    <p:sldId id="4631" r:id="rId27"/>
    <p:sldId id="5457" r:id="rId28"/>
    <p:sldId id="5458" r:id="rId29"/>
    <p:sldId id="5459" r:id="rId30"/>
    <p:sldId id="1242" r:id="rId31"/>
    <p:sldId id="1243" r:id="rId32"/>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927" autoAdjust="0"/>
    <p:restoredTop sz="86404" autoAdjust="0"/>
  </p:normalViewPr>
  <p:slideViewPr>
    <p:cSldViewPr snapToGrid="0">
      <p:cViewPr varScale="1">
        <p:scale>
          <a:sx n="86" d="100"/>
          <a:sy n="86" d="100"/>
        </p:scale>
        <p:origin x="1618" y="67"/>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05/05/2021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FE9B4D02-34BE-4821-B7BE-65F126276FBD}" type="slidenum">
              <a:rPr lang="en-US" smtClean="0"/>
              <a:pPr/>
              <a:t>30</a:t>
            </a:fld>
            <a:endParaRPr lang="en-US"/>
          </a:p>
        </p:txBody>
      </p:sp>
    </p:spTree>
    <p:extLst>
      <p:ext uri="{BB962C8B-B14F-4D97-AF65-F5344CB8AC3E}">
        <p14:creationId xmlns:p14="http://schemas.microsoft.com/office/powerpoint/2010/main" val="5442901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FE9B4D02-34BE-4821-B7BE-65F126276FBD}" type="slidenum">
              <a:rPr lang="en-US" smtClean="0"/>
              <a:pPr/>
              <a:t>31</a:t>
            </a:fld>
            <a:endParaRPr lang="en-US"/>
          </a:p>
        </p:txBody>
      </p:sp>
    </p:spTree>
    <p:extLst>
      <p:ext uri="{BB962C8B-B14F-4D97-AF65-F5344CB8AC3E}">
        <p14:creationId xmlns:p14="http://schemas.microsoft.com/office/powerpoint/2010/main" val="37284129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05/05/2021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05/05/2021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05/05/2021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05/05/2021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05/05/2021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05/05/2021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05/05/2021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05/05/2021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05/05/2021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05/05/2021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05/05/2021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05/05/2021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06D17-6BBA-4289-872B-3483843B683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693604-3977-4881-B828-703F88560D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500320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LÊN ĐI 3 (45)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05961"/>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Ca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3443955551"/>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LÊN ĐI 3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206331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Ca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667246141"/>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LÊN ĐI 3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05961"/>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2. Ca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dòng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717691623"/>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LÊN ĐI 3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206331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Ca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50251089"/>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89607"/>
            <a:ext cx="9144000" cy="7164280"/>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phép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64627009"/>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461961"/>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thật</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HIỆP DÂNG 79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762000"/>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Hiệp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lòng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rượu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nồng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ép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tươi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tuyền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bởi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vàng</a:t>
            </a:r>
            <a:r>
              <a:rPr lang="en-US" sz="5400" b="1" dirty="0">
                <a:solidFill>
                  <a:schemeClr val="tx1"/>
                </a:solidFill>
                <a:latin typeface="Times New Roman" pitchFamily="18" charset="0"/>
                <a:cs typeface="Times New Roman" pitchFamily="18" charset="0"/>
              </a:rPr>
              <a:t>. </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818267931"/>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HIỆP DÂNG 79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24000"/>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ĐK: Xin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tin,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kính</a:t>
            </a:r>
            <a:r>
              <a:rPr lang="en-US" sz="5400" b="1" dirty="0">
                <a:solidFill>
                  <a:schemeClr val="tx1"/>
                </a:solidFill>
                <a:latin typeface="Times New Roman" pitchFamily="18" charset="0"/>
                <a:cs typeface="Times New Roman" pitchFamily="18" charset="0"/>
              </a:rPr>
              <a:t>. </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2228055"/>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HIỆP DÂNG 79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24000"/>
            <a:ext cx="9144000" cy="6391564"/>
          </a:xfrm>
        </p:spPr>
        <p:txBody>
          <a:bodyPr>
            <a:noAutofit/>
          </a:bodyPr>
          <a:lstStyle/>
          <a:p>
            <a:pPr algn="just"/>
            <a:r>
              <a:rPr lang="en-US" sz="5400" b="1" dirty="0" err="1">
                <a:solidFill>
                  <a:schemeClr val="tx1"/>
                </a:solidFill>
                <a:latin typeface="Times New Roman" pitchFamily="18" charset="0"/>
                <a:cs typeface="Times New Roman" pitchFamily="18" charset="0"/>
              </a:rPr>
              <a:t>Nguyện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đổi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lòng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rượu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xứng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836253727"/>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836128-4A05-40B8-BBED-8B4157398241}"/>
              </a:ext>
            </a:extLst>
          </p:cNvPr>
          <p:cNvSpPr>
            <a:spLocks noGrp="1"/>
          </p:cNvSpPr>
          <p:nvPr>
            <p:ph type="title"/>
          </p:nvPr>
        </p:nvSpPr>
        <p:spPr>
          <a:xfrm>
            <a:off x="-1" y="0"/>
            <a:ext cx="9143999" cy="1325563"/>
          </a:xfrm>
        </p:spPr>
        <p:txBody>
          <a:bodyPr>
            <a:normAutofit/>
          </a:bodyPr>
          <a:lstStyle/>
          <a:p>
            <a:r>
              <a:rPr lang="en-US" sz="5400" b="1" dirty="0">
                <a:solidFill>
                  <a:srgbClr val="FF0000"/>
                </a:solidFill>
                <a:latin typeface="Times New Roman" panose="02020603050405020304" pitchFamily="18" charset="0"/>
                <a:cs typeface="Times New Roman" panose="02020603050405020304" pitchFamily="18" charset="0"/>
              </a:rPr>
              <a:t>Ca </a:t>
            </a:r>
            <a:r>
              <a:rPr lang="en-US" sz="5400" b="1" dirty="0" err="1">
                <a:solidFill>
                  <a:srgbClr val="FF0000"/>
                </a:solidFill>
                <a:latin typeface="Times New Roman" panose="02020603050405020304" pitchFamily="18" charset="0"/>
                <a:cs typeface="Times New Roman" panose="02020603050405020304" pitchFamily="18" charset="0"/>
              </a:rPr>
              <a:t>hiệp</a:t>
            </a:r>
            <a:r>
              <a:rPr lang="en-US" sz="5400" b="1" dirty="0">
                <a:solidFill>
                  <a:srgbClr val="FF0000"/>
                </a:solidFill>
                <a:latin typeface="Times New Roman" panose="02020603050405020304" pitchFamily="18" charset="0"/>
                <a:cs typeface="Times New Roman" panose="02020603050405020304" pitchFamily="18" charset="0"/>
              </a:rPr>
              <a:t> </a:t>
            </a:r>
            <a:r>
              <a:rPr lang="en-US" sz="5400" b="1" dirty="0" err="1">
                <a:solidFill>
                  <a:srgbClr val="FF0000"/>
                </a:solidFill>
                <a:latin typeface="Times New Roman" panose="02020603050405020304" pitchFamily="18" charset="0"/>
                <a:cs typeface="Times New Roman" panose="02020603050405020304" pitchFamily="18" charset="0"/>
              </a:rPr>
              <a:t>lễ</a:t>
            </a:r>
            <a:endParaRPr lang="en-US" sz="5400" b="1" dirty="0">
              <a:solidFill>
                <a:srgbClr val="FF0000"/>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9C51F5D-34DD-43C2-95A7-3D04A4BAD8AB}"/>
              </a:ext>
            </a:extLst>
          </p:cNvPr>
          <p:cNvSpPr>
            <a:spLocks noGrp="1"/>
          </p:cNvSpPr>
          <p:nvPr>
            <p:ph idx="1"/>
          </p:nvPr>
        </p:nvSpPr>
        <p:spPr>
          <a:xfrm>
            <a:off x="0" y="1416112"/>
            <a:ext cx="9144000" cy="4351338"/>
          </a:xfrm>
        </p:spPr>
        <p:txBody>
          <a:bodyPr>
            <a:noAutofit/>
          </a:bodyPr>
          <a:lstStyle/>
          <a:p>
            <a:pPr marL="0" indent="0" algn="just">
              <a:buNone/>
            </a:pP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Ki-</a:t>
            </a:r>
            <a:r>
              <a:rPr lang="en-US" sz="5400" b="1" dirty="0" err="1">
                <a:latin typeface="Times New Roman" panose="02020603050405020304" pitchFamily="18" charset="0"/>
                <a:cs typeface="Times New Roman" panose="02020603050405020304" pitchFamily="18" charset="0"/>
              </a:rPr>
              <a:t>tô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họ</a:t>
            </a:r>
            <a:r>
              <a:rPr lang="en-US" sz="5400" b="1" dirty="0">
                <a:latin typeface="Times New Roman" panose="02020603050405020304" pitchFamily="18" charset="0"/>
                <a:cs typeface="Times New Roman" panose="02020603050405020304" pitchFamily="18" charset="0"/>
              </a:rPr>
              <a:t>. </a:t>
            </a:r>
            <a:r>
              <a:rPr lang="en-US" sz="5400" b="1">
                <a:latin typeface="Times New Roman" panose="02020603050405020304" pitchFamily="18" charset="0"/>
                <a:cs typeface="Times New Roman" panose="02020603050405020304" pitchFamily="18" charset="0"/>
              </a:rPr>
              <a:t>Alleluia.</a:t>
            </a:r>
            <a:endParaRPr lang="en-US"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214843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YÊU THIÊN CHÚA (160)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30696"/>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lấy</a:t>
            </a:r>
            <a:r>
              <a:rPr lang="en-US" sz="5400" b="1" dirty="0">
                <a:latin typeface="Times New Roman" panose="02020603050405020304" pitchFamily="18" charset="0"/>
                <a:cs typeface="Times New Roman" panose="02020603050405020304" pitchFamily="18" charset="0"/>
              </a:rPr>
              <a:t> chi </a:t>
            </a:r>
            <a:r>
              <a:rPr lang="en-US" sz="5400" b="1" dirty="0" err="1">
                <a:latin typeface="Times New Roman" panose="02020603050405020304" pitchFamily="18" charset="0"/>
                <a:cs typeface="Times New Roman" panose="02020603050405020304" pitchFamily="18" charset="0"/>
              </a:rPr>
              <a:t>báo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dìu</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ca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dương</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771841738"/>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YÊU THIÊN CHÚA (160)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30696"/>
            <a:ext cx="9144000" cy="639156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quyết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loan </a:t>
            </a:r>
            <a:r>
              <a:rPr lang="en-US" sz="5400" b="1" dirty="0" err="1">
                <a:latin typeface="Times New Roman" panose="02020603050405020304" pitchFamily="18" charset="0"/>
                <a:cs typeface="Times New Roman" panose="02020603050405020304" pitchFamily="18" charset="0"/>
              </a:rPr>
              <a:t>báo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92566793"/>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YÊU THIÊN CHÚA (160)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06846"/>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98864758"/>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YÊU THIÊN CHÚA (160)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30696"/>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lấy</a:t>
            </a:r>
            <a:r>
              <a:rPr lang="en-US" sz="5400" b="1" dirty="0">
                <a:latin typeface="Times New Roman" panose="02020603050405020304" pitchFamily="18" charset="0"/>
                <a:cs typeface="Times New Roman" panose="02020603050405020304" pitchFamily="18" charset="0"/>
              </a:rPr>
              <a:t> chi </a:t>
            </a:r>
            <a:r>
              <a:rPr lang="en-US" sz="5400" b="1" dirty="0" err="1">
                <a:latin typeface="Times New Roman" panose="02020603050405020304" pitchFamily="18" charset="0"/>
                <a:cs typeface="Times New Roman" panose="02020603050405020304" pitchFamily="18" charset="0"/>
              </a:rPr>
              <a:t>báo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dìu</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ca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dương</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917413769"/>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YÊU THIÊN CHÚA (160)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30696"/>
            <a:ext cx="9144000" cy="639156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a:latin typeface="Times New Roman" panose="02020603050405020304" pitchFamily="18" charset="0"/>
                <a:cs typeface="Times New Roman" panose="02020603050405020304" pitchFamily="18" charset="0"/>
              </a:rPr>
              <a:t>sao </a:t>
            </a:r>
            <a:r>
              <a:rPr lang="en-US" sz="5400" b="1" dirty="0" err="1">
                <a:latin typeface="Times New Roman" panose="02020603050405020304" pitchFamily="18" charset="0"/>
                <a:cs typeface="Times New Roman" panose="02020603050405020304" pitchFamily="18" charset="0"/>
              </a:rPr>
              <a:t>quá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quyết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loan </a:t>
            </a:r>
            <a:r>
              <a:rPr lang="en-US" sz="5400" b="1" dirty="0" err="1">
                <a:latin typeface="Times New Roman" panose="02020603050405020304" pitchFamily="18" charset="0"/>
                <a:cs typeface="Times New Roman" panose="02020603050405020304" pitchFamily="18" charset="0"/>
              </a:rPr>
              <a:t>báo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32818492"/>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YÊU THIÊN CHÚA (160)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06846"/>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la </a:t>
            </a:r>
            <a:r>
              <a:rPr lang="en-US" sz="5400" b="1" dirty="0" err="1">
                <a:latin typeface="Times New Roman" panose="02020603050405020304" pitchFamily="18" charset="0"/>
                <a:cs typeface="Times New Roman" panose="02020603050405020304" pitchFamily="18" charset="0"/>
              </a:rPr>
              <a:t>dành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núi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751613771"/>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YÊU THIÊN CHÚA (160)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30696"/>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lấy</a:t>
            </a:r>
            <a:r>
              <a:rPr lang="en-US" sz="5400" b="1" dirty="0">
                <a:latin typeface="Times New Roman" panose="02020603050405020304" pitchFamily="18" charset="0"/>
                <a:cs typeface="Times New Roman" panose="02020603050405020304" pitchFamily="18" charset="0"/>
              </a:rPr>
              <a:t> chi </a:t>
            </a:r>
            <a:r>
              <a:rPr lang="en-US" sz="5400" b="1" dirty="0" err="1">
                <a:latin typeface="Times New Roman" panose="02020603050405020304" pitchFamily="18" charset="0"/>
                <a:cs typeface="Times New Roman" panose="02020603050405020304" pitchFamily="18" charset="0"/>
              </a:rPr>
              <a:t>báo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dìu</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ca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dương</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30564227"/>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YÊU THIÊN CHÚA (160)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30696"/>
            <a:ext cx="9144000" cy="639156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a:latin typeface="Times New Roman" panose="02020603050405020304" pitchFamily="18" charset="0"/>
                <a:cs typeface="Times New Roman" panose="02020603050405020304" pitchFamily="18" charset="0"/>
              </a:rPr>
              <a:t>sao </a:t>
            </a:r>
            <a:r>
              <a:rPr lang="en-US" sz="5400" b="1" dirty="0" err="1">
                <a:latin typeface="Times New Roman" panose="02020603050405020304" pitchFamily="18" charset="0"/>
                <a:cs typeface="Times New Roman" panose="02020603050405020304" pitchFamily="18" charset="0"/>
              </a:rPr>
              <a:t>quá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quyết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loan </a:t>
            </a:r>
            <a:r>
              <a:rPr lang="en-US" sz="5400" b="1" dirty="0" err="1">
                <a:latin typeface="Times New Roman" panose="02020603050405020304" pitchFamily="18" charset="0"/>
                <a:cs typeface="Times New Roman" panose="02020603050405020304" pitchFamily="18" charset="0"/>
              </a:rPr>
              <a:t>báo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783577776"/>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YÊU THIÊN CHÚA (160)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06846"/>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t</a:t>
            </a:r>
            <a:r>
              <a:rPr lang="vi-VN" sz="5400" b="1" dirty="0">
                <a:latin typeface="Times New Roman" panose="02020603050405020304" pitchFamily="18" charset="0"/>
                <a:cs typeface="Times New Roman" panose="02020603050405020304" pitchFamily="18" charset="0"/>
              </a:rPr>
              <a:t>ương lai Chúa biết từng ngày. Đời tôi đang sống dẫu có đổi thay tay Chúa an bài. Mưa gió miên man hay nắng hân hoan môi luôn tràn tiếng hát tâm tư bình an.</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6218175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YÊU THIÊN CHÚA (160)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30696"/>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lấy</a:t>
            </a:r>
            <a:r>
              <a:rPr lang="en-US" sz="5400" b="1" dirty="0">
                <a:latin typeface="Times New Roman" panose="02020603050405020304" pitchFamily="18" charset="0"/>
                <a:cs typeface="Times New Roman" panose="02020603050405020304" pitchFamily="18" charset="0"/>
              </a:rPr>
              <a:t> chi </a:t>
            </a:r>
            <a:r>
              <a:rPr lang="en-US" sz="5400" b="1" dirty="0" err="1">
                <a:latin typeface="Times New Roman" panose="02020603050405020304" pitchFamily="18" charset="0"/>
                <a:cs typeface="Times New Roman" panose="02020603050405020304" pitchFamily="18" charset="0"/>
              </a:rPr>
              <a:t>báo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dìu</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ca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dương</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612309255"/>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YÊU THIÊN CHÚA (160)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30696"/>
            <a:ext cx="9144000" cy="639156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a:latin typeface="Times New Roman" panose="02020603050405020304" pitchFamily="18" charset="0"/>
                <a:cs typeface="Times New Roman" panose="02020603050405020304" pitchFamily="18" charset="0"/>
              </a:rPr>
              <a:t>sao </a:t>
            </a:r>
            <a:r>
              <a:rPr lang="en-US" sz="5400" b="1" dirty="0" err="1">
                <a:latin typeface="Times New Roman" panose="02020603050405020304" pitchFamily="18" charset="0"/>
                <a:cs typeface="Times New Roman" panose="02020603050405020304" pitchFamily="18" charset="0"/>
              </a:rPr>
              <a:t>quá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quyết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loan </a:t>
            </a:r>
            <a:r>
              <a:rPr lang="en-US" sz="5400" b="1" dirty="0" err="1">
                <a:latin typeface="Times New Roman" panose="02020603050405020304" pitchFamily="18" charset="0"/>
                <a:cs typeface="Times New Roman" panose="02020603050405020304" pitchFamily="18" charset="0"/>
              </a:rPr>
              <a:t>báo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7803404"/>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4D163-6166-4372-B503-3A103F7A0D7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C77A04A-17D7-4CAC-A385-F1C0683FA8B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6459522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CHÚT TÌNH CON THƠ 238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trần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gian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chưa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thấy</a:t>
            </a:r>
            <a:r>
              <a:rPr lang="en-US" sz="5400" b="1" dirty="0">
                <a:solidFill>
                  <a:schemeClr val="tx1"/>
                </a:solidFill>
                <a:latin typeface="Times New Roman" pitchFamily="18" charset="0"/>
                <a:cs typeface="Times New Roman" pitchFamily="18" charset="0"/>
              </a:rPr>
              <a:t> ai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giúp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biết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rằng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rất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la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dõi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nhìn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nhịp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bước</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thơ</a:t>
            </a:r>
            <a:r>
              <a:rPr lang="en-US" sz="5400" b="1" dirty="0">
                <a:solidFill>
                  <a:schemeClr val="tx1"/>
                </a:solidFill>
                <a:latin typeface="Times New Roman" pitchFamily="18" charset="0"/>
                <a:cs typeface="Times New Roman" pitchFamily="18" charset="0"/>
              </a:rPr>
              <a:t>.</a:t>
            </a:r>
          </a:p>
        </p:txBody>
      </p:sp>
    </p:spTree>
    <p:extLst>
      <p:ext uri="{BB962C8B-B14F-4D97-AF65-F5344CB8AC3E}">
        <p14:creationId xmlns:p14="http://schemas.microsoft.com/office/powerpoint/2010/main" val="2812559485"/>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CHÚT TÌNH CON THƠ 238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nguồn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cậy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thất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vọng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tin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lữ</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thứ</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buồn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đau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nghỉ</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côi</a:t>
            </a:r>
            <a:r>
              <a:rPr lang="en-US" sz="5400" b="1" dirty="0">
                <a:solidFill>
                  <a:schemeClr val="tx1"/>
                </a:solidFill>
                <a:latin typeface="Times New Roman" pitchFamily="18" charset="0"/>
                <a:cs typeface="Times New Roman" pitchFamily="18" charset="0"/>
              </a:rPr>
              <a:t>.</a:t>
            </a:r>
          </a:p>
        </p:txBody>
      </p:sp>
    </p:spTree>
    <p:extLst>
      <p:ext uri="{BB962C8B-B14F-4D97-AF65-F5344CB8AC3E}">
        <p14:creationId xmlns:p14="http://schemas.microsoft.com/office/powerpoint/2010/main" val="1259149715"/>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6139</TotalTime>
  <Words>1284</Words>
  <Application>Microsoft Office PowerPoint</Application>
  <PresentationFormat>On-screen Show (4:3)</PresentationFormat>
  <Paragraphs>60</Paragraphs>
  <Slides>31</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CA LÊN ĐI 3 (45) </vt:lpstr>
      <vt:lpstr>Nhập Lễ                                             CA LÊN ĐI 3 </vt:lpstr>
      <vt:lpstr>Nhập Lễ                                             CA LÊN ĐI 3 </vt:lpstr>
      <vt:lpstr>Nhập Lễ                                             CA LÊN ĐI 3 </vt:lpstr>
      <vt:lpstr>PowerPoint Presentation</vt:lpstr>
      <vt:lpstr>PowerPoint Presentation</vt:lpstr>
      <vt:lpstr>Dâng Lễ                                           HIỆP DÂNG 79</vt:lpstr>
      <vt:lpstr>Dâng Lễ                                           HIỆP DÂNG 79</vt:lpstr>
      <vt:lpstr>Dâng Lễ                                           HIỆP DÂNG 79</vt:lpstr>
      <vt:lpstr>Ca hiệp lễ</vt:lpstr>
      <vt:lpstr>Hiệp Lễ                             TÌNH YÊU THIÊN CHÚA (160)</vt:lpstr>
      <vt:lpstr>Hiệp Lễ                             TÌNH YÊU THIÊN CHÚA (160)</vt:lpstr>
      <vt:lpstr>Hiệp Lễ                             TÌNH YÊU THIÊN CHÚA (160)</vt:lpstr>
      <vt:lpstr>Hiệp Lễ                             TÌNH YÊU THIÊN CHÚA (160)</vt:lpstr>
      <vt:lpstr>Hiệp Lễ                             TÌNH YÊU THIÊN CHÚA (160)</vt:lpstr>
      <vt:lpstr>Hiệp Lễ                             TÌNH YÊU THIÊN CHÚA (160)</vt:lpstr>
      <vt:lpstr>Hiệp Lễ                             TÌNH YÊU THIÊN CHÚA (160)</vt:lpstr>
      <vt:lpstr>Hiệp Lễ                             TÌNH YÊU THIÊN CHÚA (160)</vt:lpstr>
      <vt:lpstr>Hiệp Lễ                             TÌNH YÊU THIÊN CHÚA (160)</vt:lpstr>
      <vt:lpstr>Hiệp Lễ                             TÌNH YÊU THIÊN CHÚA (160)</vt:lpstr>
      <vt:lpstr>Hiệp Lễ                             TÌNH YÊU THIÊN CHÚA (160)</vt:lpstr>
      <vt:lpstr>PowerPoint Presentation</vt:lpstr>
      <vt:lpstr>Kết Lễ                                     CHÚT TÌNH CON THƠ 238</vt:lpstr>
      <vt:lpstr>Kết Lễ                                     CHÚT TÌNH CON THƠ 238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1548</cp:revision>
  <dcterms:created xsi:type="dcterms:W3CDTF">2018-09-17T12:52:44Z</dcterms:created>
  <dcterms:modified xsi:type="dcterms:W3CDTF">2021-05-05T16:50:28Z</dcterms:modified>
</cp:coreProperties>
</file>