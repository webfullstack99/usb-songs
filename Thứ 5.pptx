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4812" r:id="rId2"/>
    <p:sldId id="4813" r:id="rId3"/>
    <p:sldId id="4814" r:id="rId4"/>
    <p:sldId id="4815" r:id="rId5"/>
    <p:sldId id="5163" r:id="rId6"/>
    <p:sldId id="3344" r:id="rId7"/>
    <p:sldId id="3345" r:id="rId8"/>
    <p:sldId id="5216" r:id="rId9"/>
    <p:sldId id="5016" r:id="rId10"/>
    <p:sldId id="5017" r:id="rId11"/>
    <p:sldId id="3884" r:id="rId12"/>
    <p:sldId id="3885" r:id="rId13"/>
    <p:sldId id="5217" r:id="rId14"/>
    <p:sldId id="4106" r:id="rId15"/>
    <p:sldId id="953" r:id="rId16"/>
    <p:sldId id="5394" r:id="rId17"/>
    <p:sldId id="5396" r:id="rId18"/>
    <p:sldId id="5395" r:id="rId19"/>
    <p:sldId id="5397" r:id="rId20"/>
    <p:sldId id="5393" r:id="rId21"/>
    <p:sldId id="5398" r:id="rId22"/>
    <p:sldId id="5399" r:id="rId2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p:scale>
          <a:sx n="50" d="100"/>
          <a:sy n="50" d="100"/>
        </p:scale>
        <p:origin x="-1248" y="-594"/>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22/04/2021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22/04/2021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VỀ NƠI ĐÂY (14)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88755"/>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say </a:t>
            </a:r>
            <a:r>
              <a:rPr lang="en-US" sz="5400" b="1" dirty="0" err="1">
                <a:latin typeface="Times New Roman" panose="02020603050405020304" pitchFamily="18" charset="0"/>
                <a:cs typeface="Times New Roman" panose="02020603050405020304" pitchFamily="18" charset="0"/>
              </a:rPr>
              <a:t>sưa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0177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VỀ NƠI ĐÂY (14)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72662"/>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đọng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hay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81329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VỀ NƠI ĐÂY (14)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88755"/>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say </a:t>
            </a:r>
            <a:r>
              <a:rPr lang="en-US" sz="5400" b="1" dirty="0" err="1">
                <a:latin typeface="Times New Roman" panose="02020603050405020304" pitchFamily="18" charset="0"/>
                <a:cs typeface="Times New Roman" panose="02020603050405020304" pitchFamily="18" charset="0"/>
              </a:rPr>
              <a:t>sưa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466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70538"/>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63226"/>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(60)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62000"/>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trót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cuộc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trót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tâm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981475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(60)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66850"/>
            <a:ext cx="9144000" cy="6391564"/>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tuyền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chỉ</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chính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bản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0024966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(60)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62000"/>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trót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cuộc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trót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tâm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331881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95881"/>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Ki-</a:t>
            </a:r>
            <a:r>
              <a:rPr lang="en-US" sz="5400" b="1" dirty="0" err="1">
                <a:latin typeface="Times New Roman" panose="02020603050405020304" pitchFamily="18" charset="0"/>
                <a:cs typeface="Times New Roman" panose="02020603050405020304" pitchFamily="18" charset="0"/>
              </a:rPr>
              <a:t>tô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họ</a:t>
            </a:r>
            <a:r>
              <a:rPr lang="en-US" sz="5400" b="1" dirty="0">
                <a:latin typeface="Times New Roman" panose="02020603050405020304" pitchFamily="18" charset="0"/>
                <a:cs typeface="Times New Roman" panose="02020603050405020304" pitchFamily="18" charset="0"/>
              </a:rPr>
              <a:t>.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ÔI THẦN LINH CHÚA 222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êm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dịu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khôn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xiết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muốn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thương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yêu</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cái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gian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thơm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ngon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Thiên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err="1">
                <a:solidFill>
                  <a:schemeClr val="tx1"/>
                </a:solidFill>
                <a:latin typeface="Times New Roman" panose="02020603050405020304" pitchFamily="18" charset="0"/>
                <a:cs typeface="Times New Roman" panose="02020603050405020304" pitchFamily="18" charset="0"/>
              </a:rPr>
              <a:t>Người</a:t>
            </a:r>
            <a:r>
              <a:rPr lang="en-US" sz="5400" b="1">
                <a:solidFill>
                  <a:schemeClr val="tx1"/>
                </a:solidFill>
                <a:latin typeface="Times New Roman" panose="02020603050405020304" pitchFamily="18" charset="0"/>
                <a:cs typeface="Times New Roman" panose="02020603050405020304" pitchFamily="18" charset="0"/>
              </a:rPr>
              <a:t> </a:t>
            </a:r>
            <a:r>
              <a:rPr lang="en-US" sz="5400" b="1" smtClean="0">
                <a:solidFill>
                  <a:schemeClr val="tx1"/>
                </a:solidFill>
                <a:latin typeface="Times New Roman" panose="02020603050405020304" pitchFamily="18" charset="0"/>
                <a:cs typeface="Times New Roman" panose="02020603050405020304" pitchFamily="18" charset="0"/>
              </a:rPr>
              <a:t>giàu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nghèo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kẻ</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no </a:t>
            </a:r>
            <a:r>
              <a:rPr lang="en-US" sz="5400" b="1" dirty="0" err="1">
                <a:solidFill>
                  <a:schemeClr val="tx1"/>
                </a:solidFill>
                <a:latin typeface="Times New Roman" panose="02020603050405020304" pitchFamily="18" charset="0"/>
                <a:cs typeface="Times New Roman" panose="02020603050405020304" pitchFamily="18" charset="0"/>
              </a:rPr>
              <a:t>giàu</a:t>
            </a:r>
            <a:r>
              <a:rPr lang="en-US" sz="5400" b="1" dirty="0">
                <a:solidFill>
                  <a:schemeClr val="tx1"/>
                </a:solidFill>
                <a:latin typeface="Times New Roman" panose="02020603050405020304" pitchFamily="18" charset="0"/>
                <a:cs typeface="Times New Roman" panose="02020603050405020304" pitchFamily="18" charset="0"/>
              </a:rPr>
              <a:t>.</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94773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ÔI THẦN LINH CHÚA 222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61748"/>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1.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nuôi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đây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miến</a:t>
            </a:r>
            <a:r>
              <a:rPr lang="en-US" sz="5400" b="1" dirty="0">
                <a:solidFill>
                  <a:schemeClr val="tx1"/>
                </a:solidFill>
                <a:latin typeface="Times New Roman" panose="02020603050405020304" pitchFamily="18" charset="0"/>
                <a:cs typeface="Times New Roman" panose="02020603050405020304" pitchFamily="18" charset="0"/>
              </a:rPr>
              <a:t> no </a:t>
            </a:r>
            <a:r>
              <a:rPr lang="en-US" sz="5400" b="1" dirty="0" err="1">
                <a:solidFill>
                  <a:schemeClr val="tx1"/>
                </a:solidFill>
                <a:latin typeface="Times New Roman" panose="02020603050405020304" pitchFamily="18" charset="0"/>
                <a:cs typeface="Times New Roman" panose="02020603050405020304" pitchFamily="18" charset="0"/>
              </a:rPr>
              <a:t>lòng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hưởng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nếm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Tung </a:t>
            </a:r>
            <a:r>
              <a:rPr lang="en-US" sz="5400" b="1" dirty="0" err="1">
                <a:latin typeface="Times New Roman" panose="02020603050405020304" pitchFamily="18" charset="0"/>
                <a:cs typeface="Times New Roman" panose="02020603050405020304" pitchFamily="18" charset="0"/>
              </a:rPr>
              <a:t>hô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a:t>
            </a:r>
            <a:r>
              <a:rPr lang="en-US" sz="5400" b="1" dirty="0">
                <a:latin typeface="Times New Roman" panose="02020603050405020304" pitchFamily="18" charset="0"/>
                <a:cs typeface="Times New Roman" panose="02020603050405020304" pitchFamily="18" charset="0"/>
              </a:rPr>
              <a:t> Israel.</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9083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ÔI THẦN LINH CHÚA 222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êm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dịu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khôn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xiết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muốn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thương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yêu</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cái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gian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thơm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ngon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Thiên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err="1">
                <a:solidFill>
                  <a:schemeClr val="tx1"/>
                </a:solidFill>
                <a:latin typeface="Times New Roman" panose="02020603050405020304" pitchFamily="18" charset="0"/>
                <a:cs typeface="Times New Roman" panose="02020603050405020304" pitchFamily="18" charset="0"/>
              </a:rPr>
              <a:t>Người</a:t>
            </a:r>
            <a:r>
              <a:rPr lang="en-US" sz="5400" b="1">
                <a:solidFill>
                  <a:schemeClr val="tx1"/>
                </a:solidFill>
                <a:latin typeface="Times New Roman" panose="02020603050405020304" pitchFamily="18" charset="0"/>
                <a:cs typeface="Times New Roman" panose="02020603050405020304" pitchFamily="18" charset="0"/>
              </a:rPr>
              <a:t> </a:t>
            </a:r>
            <a:r>
              <a:rPr lang="en-US" sz="5400" b="1" smtClean="0">
                <a:solidFill>
                  <a:schemeClr val="tx1"/>
                </a:solidFill>
                <a:latin typeface="Times New Roman" panose="02020603050405020304" pitchFamily="18" charset="0"/>
                <a:cs typeface="Times New Roman" panose="02020603050405020304" pitchFamily="18" charset="0"/>
              </a:rPr>
              <a:t>giàu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nghèo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kẻ</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no </a:t>
            </a:r>
            <a:r>
              <a:rPr lang="en-US" sz="5400" b="1" dirty="0" err="1">
                <a:solidFill>
                  <a:schemeClr val="tx1"/>
                </a:solidFill>
                <a:latin typeface="Times New Roman" panose="02020603050405020304" pitchFamily="18" charset="0"/>
                <a:cs typeface="Times New Roman" panose="02020603050405020304" pitchFamily="18" charset="0"/>
              </a:rPr>
              <a:t>giàu</a:t>
            </a:r>
            <a:r>
              <a:rPr lang="en-US" sz="5400" b="1" dirty="0">
                <a:solidFill>
                  <a:schemeClr val="tx1"/>
                </a:solidFill>
                <a:latin typeface="Times New Roman" panose="02020603050405020304" pitchFamily="18" charset="0"/>
                <a:cs typeface="Times New Roman" panose="02020603050405020304" pitchFamily="18" charset="0"/>
              </a:rPr>
              <a:t>.</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04631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ÔI THẦN LINH CHÚA 222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61748"/>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2. </a:t>
            </a:r>
            <a:r>
              <a:rPr lang="en-US" sz="5400" b="1" dirty="0" err="1">
                <a:solidFill>
                  <a:schemeClr val="tx1"/>
                </a:solidFill>
                <a:latin typeface="Times New Roman" panose="02020603050405020304" pitchFamily="18" charset="0"/>
                <a:cs typeface="Times New Roman" panose="02020603050405020304" pitchFamily="18" charset="0"/>
              </a:rPr>
              <a:t>Nhớ</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trong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rừng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xưa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người</a:t>
            </a:r>
            <a:r>
              <a:rPr lang="en-US" sz="5400" b="1" dirty="0">
                <a:solidFill>
                  <a:schemeClr val="tx1"/>
                </a:solidFill>
                <a:latin typeface="Times New Roman" panose="02020603050405020304" pitchFamily="18" charset="0"/>
                <a:cs typeface="Times New Roman" panose="02020603050405020304" pitchFamily="18" charset="0"/>
              </a:rPr>
              <a:t> Hy-</a:t>
            </a:r>
            <a:r>
              <a:rPr lang="en-US" sz="5400" b="1" dirty="0" err="1">
                <a:solidFill>
                  <a:schemeClr val="tx1"/>
                </a:solidFill>
                <a:latin typeface="Times New Roman" panose="02020603050405020304" pitchFamily="18" charset="0"/>
                <a:cs typeface="Times New Roman" panose="02020603050405020304" pitchFamily="18" charset="0"/>
              </a:rPr>
              <a:t>bá</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trở</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về</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Uống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ăn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thỏa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thuê</a:t>
            </a:r>
            <a:r>
              <a:rPr lang="en-US" sz="5400" b="1" dirty="0">
                <a:solidFill>
                  <a:schemeClr val="tx1"/>
                </a:solidFill>
                <a:latin typeface="Times New Roman" panose="02020603050405020304" pitchFamily="18" charset="0"/>
                <a:cs typeface="Times New Roman" panose="02020603050405020304" pitchFamily="18" charset="0"/>
              </a:rPr>
              <a:t> Man-</a:t>
            </a:r>
            <a:r>
              <a:rPr lang="en-US" sz="5400" b="1" dirty="0" err="1">
                <a:solidFill>
                  <a:schemeClr val="tx1"/>
                </a:solidFill>
                <a:latin typeface="Times New Roman" panose="02020603050405020304" pitchFamily="18" charset="0"/>
                <a:cs typeface="Times New Roman" panose="02020603050405020304" pitchFamily="18" charset="0"/>
              </a:rPr>
              <a:t>na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nuôi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sống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Giờ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đây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con khao </a:t>
            </a:r>
            <a:r>
              <a:rPr lang="en-US" sz="5400" b="1" dirty="0" err="1">
                <a:solidFill>
                  <a:schemeClr val="tx1"/>
                </a:solidFill>
                <a:latin typeface="Times New Roman" panose="02020603050405020304" pitchFamily="18" charset="0"/>
                <a:cs typeface="Times New Roman" panose="02020603050405020304" pitchFamily="18" charset="0"/>
              </a:rPr>
              <a:t>khát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Thể</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Vua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Tung </a:t>
            </a:r>
            <a:r>
              <a:rPr lang="en-US" sz="5400" b="1" dirty="0" err="1">
                <a:latin typeface="Times New Roman" panose="02020603050405020304" pitchFamily="18" charset="0"/>
                <a:cs typeface="Times New Roman" panose="02020603050405020304" pitchFamily="18" charset="0"/>
              </a:rPr>
              <a:t>hô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a:latin typeface="Times New Roman" panose="02020603050405020304" pitchFamily="18" charset="0"/>
                <a:cs typeface="Times New Roman" panose="02020603050405020304" pitchFamily="18" charset="0"/>
              </a:rPr>
              <a:t>lòng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67458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ÔI THẦN LINH CHÚA 222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êm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dịu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khôn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xiết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muốn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thương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yêu</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cái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gian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thơm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ngon</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Bánh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Thiên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Thần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err="1">
                <a:solidFill>
                  <a:schemeClr val="tx1"/>
                </a:solidFill>
                <a:latin typeface="Times New Roman" panose="02020603050405020304" pitchFamily="18" charset="0"/>
                <a:cs typeface="Times New Roman" panose="02020603050405020304" pitchFamily="18" charset="0"/>
              </a:rPr>
              <a:t>Người</a:t>
            </a:r>
            <a:r>
              <a:rPr lang="en-US" sz="5400" b="1">
                <a:solidFill>
                  <a:schemeClr val="tx1"/>
                </a:solidFill>
                <a:latin typeface="Times New Roman" panose="02020603050405020304" pitchFamily="18" charset="0"/>
                <a:cs typeface="Times New Roman" panose="02020603050405020304" pitchFamily="18" charset="0"/>
              </a:rPr>
              <a:t> </a:t>
            </a:r>
            <a:r>
              <a:rPr lang="en-US" sz="5400" b="1" smtClean="0">
                <a:solidFill>
                  <a:schemeClr val="tx1"/>
                </a:solidFill>
                <a:latin typeface="Times New Roman" panose="02020603050405020304" pitchFamily="18" charset="0"/>
                <a:cs typeface="Times New Roman" panose="02020603050405020304" pitchFamily="18" charset="0"/>
              </a:rPr>
              <a:t>giàu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nghèo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kẻ</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đói</a:t>
            </a:r>
            <a:r>
              <a:rPr lang="en-US" sz="5400" b="1" dirty="0">
                <a:solidFill>
                  <a:schemeClr val="tx1"/>
                </a:solidFill>
                <a:latin typeface="Times New Roman" panose="02020603050405020304" pitchFamily="18" charset="0"/>
                <a:cs typeface="Times New Roman" panose="02020603050405020304" pitchFamily="18" charset="0"/>
              </a:rPr>
              <a:t> no </a:t>
            </a:r>
            <a:r>
              <a:rPr lang="en-US" sz="5400" b="1" dirty="0" err="1">
                <a:solidFill>
                  <a:schemeClr val="tx1"/>
                </a:solidFill>
                <a:latin typeface="Times New Roman" panose="02020603050405020304" pitchFamily="18" charset="0"/>
                <a:cs typeface="Times New Roman" panose="02020603050405020304" pitchFamily="18" charset="0"/>
              </a:rPr>
              <a:t>giàu</a:t>
            </a:r>
            <a:r>
              <a:rPr lang="en-US" sz="5400" b="1" dirty="0">
                <a:solidFill>
                  <a:schemeClr val="tx1"/>
                </a:solidFill>
                <a:latin typeface="Times New Roman" panose="02020603050405020304" pitchFamily="18" charset="0"/>
                <a:cs typeface="Times New Roman" panose="02020603050405020304" pitchFamily="18" charset="0"/>
              </a:rPr>
              <a:t>.</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02600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B738D2-BD78-4BBF-B0F7-4DEFF08EEF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BF93935-043D-414B-BE4A-0D8F379B1D8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35076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THÁNH CA PHỤC SINH (M)</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vi-VN" sz="5400" b="1" dirty="0">
                <a:latin typeface="+mj-lt"/>
              </a:rPr>
              <a:t>1. Mừng khen Chúa chúng ta Phục sinh. Ngài đã chết với khổ hình để muôn người được ơn tái sinh. Chúc khen Chúa chúng ta Phục sinh. Từ cõi chết Chúa Kitô đã hiển vinh.</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86309738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THÁNH CA PHỤC SINH (M)</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29928"/>
            <a:ext cx="9144000" cy="6391564"/>
          </a:xfrm>
        </p:spPr>
        <p:txBody>
          <a:bodyPr>
            <a:noAutofit/>
          </a:bodyPr>
          <a:lstStyle/>
          <a:p>
            <a:pPr algn="just"/>
            <a:r>
              <a:rPr lang="vi-VN" sz="5400" b="1" dirty="0">
                <a:latin typeface="+mj-lt"/>
              </a:rPr>
              <a:t>ĐK. Ngài là Đấng chiến thắng, Chúa khải hoàn cao sang. Kính dâng Ngài vinh quang, với tin yêu ngàn năm vẻ vang. Ngàn con tim hân hoan hát muôn lời ca vang, kính tôn uy quyền Vua thống trị huy hoàng.</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752363008"/>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5994</TotalTime>
  <Words>882</Words>
  <Application>Microsoft Office PowerPoint</Application>
  <PresentationFormat>On-screen Show (4:3)</PresentationFormat>
  <Paragraphs>40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KINH CẦU CHO ĐẠI DỊCH</vt:lpstr>
      <vt:lpstr>KINH CẦU CHO ĐẠI DỊCH</vt:lpstr>
      <vt:lpstr>KINH CẦU CHO ĐẠI DỊCH</vt:lpstr>
      <vt:lpstr>KINH CẦU CHO ĐẠI DỊCH</vt:lpstr>
      <vt:lpstr>PowerPoint Presentation</vt:lpstr>
      <vt:lpstr>Nhập Lễ                                             VỀ NƠI ĐÂY (14)</vt:lpstr>
      <vt:lpstr>Nhập Lễ                                             VỀ NƠI ĐÂY (14)</vt:lpstr>
      <vt:lpstr>Nhập Lễ                                             VỀ NƠI ĐÂY (14)</vt:lpstr>
      <vt:lpstr>PowerPoint Presentation</vt:lpstr>
      <vt:lpstr>PowerPoint Presentation</vt:lpstr>
      <vt:lpstr>Dâng Lễ                                           NÀY CON XIN ĐẾN (60)</vt:lpstr>
      <vt:lpstr>Dâng Lễ                                           NÀY CON XIN ĐẾN (60)</vt:lpstr>
      <vt:lpstr>Dâng Lễ                                           NÀY CON XIN ĐẾN (60)</vt:lpstr>
      <vt:lpstr>CA HIỆP LỄ</vt:lpstr>
      <vt:lpstr>Hiệp Lễ                              ÔI THẦN LINH CHÚA 222</vt:lpstr>
      <vt:lpstr>Hiệp Lễ                              ÔI THẦN LINH CHÚA 222</vt:lpstr>
      <vt:lpstr>Hiệp Lễ                              ÔI THẦN LINH CHÚA 222</vt:lpstr>
      <vt:lpstr>Hiệp Lễ                              ÔI THẦN LINH CHÚA 222</vt:lpstr>
      <vt:lpstr>Hiệp Lễ                              ÔI THẦN LINH CHÚA 222</vt:lpstr>
      <vt:lpstr>PowerPoint Presentation</vt:lpstr>
      <vt:lpstr>Kết Lễ                                THÁNH CA PHỤC SINH (M)</vt:lpstr>
      <vt:lpstr>Kết Lễ                                THÁNH CA PHỤC SINH (M)</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Admin</cp:lastModifiedBy>
  <cp:revision>1521</cp:revision>
  <dcterms:created xsi:type="dcterms:W3CDTF">2018-09-17T12:52:44Z</dcterms:created>
  <dcterms:modified xsi:type="dcterms:W3CDTF">2021-04-21T21:49:42Z</dcterms:modified>
</cp:coreProperties>
</file>