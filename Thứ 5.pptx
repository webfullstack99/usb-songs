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6"/>
  </p:notesMasterIdLst>
  <p:sldIdLst>
    <p:sldId id="4112" r:id="rId2"/>
    <p:sldId id="4113" r:id="rId3"/>
    <p:sldId id="4114" r:id="rId4"/>
    <p:sldId id="4115" r:id="rId5"/>
    <p:sldId id="4116" r:id="rId6"/>
    <p:sldId id="4117" r:id="rId7"/>
    <p:sldId id="4372" r:id="rId8"/>
    <p:sldId id="5196" r:id="rId9"/>
    <p:sldId id="5016" r:id="rId10"/>
    <p:sldId id="5017" r:id="rId11"/>
    <p:sldId id="4574" r:id="rId12"/>
    <p:sldId id="4613" r:id="rId13"/>
    <p:sldId id="4612" r:id="rId14"/>
    <p:sldId id="5197" r:id="rId15"/>
    <p:sldId id="5178" r:id="rId16"/>
    <p:sldId id="3518" r:id="rId17"/>
    <p:sldId id="3519" r:id="rId18"/>
    <p:sldId id="3520" r:id="rId19"/>
    <p:sldId id="3521" r:id="rId20"/>
    <p:sldId id="3522" r:id="rId21"/>
    <p:sldId id="5198" r:id="rId22"/>
    <p:sldId id="3789" r:id="rId23"/>
    <p:sldId id="4496" r:id="rId24"/>
    <p:sldId id="5199" r:id="rId25"/>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varScale="1">
        <p:scale>
          <a:sx n="82" d="100"/>
          <a:sy n="82" d="100"/>
        </p:scale>
        <p:origin x="1613" y="5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18/03/2021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E4D914E-6825-4475-A990-0303B744F5B1}" type="slidenum">
              <a:rPr lang="vi-VN" smtClean="0"/>
              <a:pPr/>
              <a:t>1</a:t>
            </a:fld>
            <a:endParaRPr lang="vi-VN"/>
          </a:p>
        </p:txBody>
      </p:sp>
    </p:spTree>
    <p:extLst>
      <p:ext uri="{BB962C8B-B14F-4D97-AF65-F5344CB8AC3E}">
        <p14:creationId xmlns:p14="http://schemas.microsoft.com/office/powerpoint/2010/main" val="9888987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18/03/2021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18/03/2021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18/03/2021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18/03/2021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18/03/2021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18/03/2021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18/03/2021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18/03/2021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GIỌT LỆ SẦU (384)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191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nay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quỳ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thứ</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p>
          <a:p>
            <a:pPr algn="just"/>
            <a:r>
              <a:rPr lang="en-US" sz="5400" b="1" dirty="0">
                <a:latin typeface="Times New Roman" panose="02020603050405020304" pitchFamily="18" charset="0"/>
                <a:cs typeface="Times New Roman" panose="02020603050405020304" pitchFamily="18" charset="0"/>
              </a:rPr>
              <a:t>2. Con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bụi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Nay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mi </a:t>
            </a:r>
            <a:r>
              <a:rPr lang="en-US" sz="5400" b="1" dirty="0" err="1">
                <a:latin typeface="Times New Roman" panose="02020603050405020304" pitchFamily="18" charset="0"/>
                <a:cs typeface="Times New Roman" panose="02020603050405020304" pitchFamily="18" charset="0"/>
              </a:rPr>
              <a:t>đẫm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lệ</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sầu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78821112"/>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46164"/>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nhớ</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huệ</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HÔ TIN MỪNG</a:t>
            </a: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kẻ</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CUỘC ĐỜI 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75822"/>
            <a:ext cx="9144000" cy="7030720"/>
          </a:xfrm>
        </p:spPr>
        <p:txBody>
          <a:bodyPr>
            <a:noAutofit/>
          </a:bodyPr>
          <a:lstStyle/>
          <a:p>
            <a:pPr algn="just"/>
            <a:r>
              <a:rPr lang="vi-VN" sz="5400" b="1" dirty="0">
                <a:latin typeface="+mj-lt"/>
              </a:rPr>
              <a:t>2. Lạy Chúa điều mà con khấn xin đêm ngày, điều mà con thiết tha van nài, con muốn Chúa ở đâu thì cho con ở đó vì nguồn hạnh phúc con là nơi Chúa, vì nguồn nghỉ an trong Chúa muôn đời.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616565189"/>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CUỘC ĐỜI 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ĐK : Nơi Ngài con đặt hy vọng, nơi Ngài con dâng xác hồn, lạy Thiên Chúa, Đấng nguồn sự sống. Lạy Thiên Chúa, Đấng nguồn phục sinh.</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324853232"/>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CUỘC ĐỜI 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75822"/>
            <a:ext cx="9144000" cy="7030720"/>
          </a:xfrm>
        </p:spPr>
        <p:txBody>
          <a:bodyPr>
            <a:noAutofit/>
          </a:bodyPr>
          <a:lstStyle/>
          <a:p>
            <a:pPr algn="just"/>
            <a:r>
              <a:rPr lang="vi-VN" sz="5400" b="1" dirty="0">
                <a:latin typeface="+mj-lt"/>
              </a:rPr>
              <a:t>3. lạy Chúa Ngài từ bi xót thương muôn vàn phận bầy tôi biết bao lỗi lầm, xin chớ chấp tội con nào con mong được vững. Giờ Ngài gọi con xa lìa nhân thế, giờ Ngài gọi con ra trước Nhan Ngài.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882103643"/>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CUỘC ĐỜI 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ĐK : Nơi Ngài con đặt hy vọng, nơi Ngài con dâng xác hồn, lạy Thiên Chúa, Đấng nguồn sự sống. Lạy Thiên Chúa, Đấng nguồn phục sinh.</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599775952"/>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80957"/>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đặt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luật</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đáy</a:t>
            </a:r>
            <a:r>
              <a:rPr lang="en-US" sz="5400" b="1" dirty="0">
                <a:latin typeface="Times New Roman" panose="02020603050405020304" pitchFamily="18" charset="0"/>
                <a:cs typeface="Times New Roman" panose="02020603050405020304" pitchFamily="18" charset="0"/>
              </a:rPr>
              <a:t> long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Ta”.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20482171"/>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TÌNH CHÚA (411)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62050"/>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Khi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còn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mơ</a:t>
            </a:r>
            <a:r>
              <a:rPr lang="en-US" sz="5400" b="1" dirty="0">
                <a:solidFill>
                  <a:schemeClr val="tx1"/>
                </a:solidFill>
                <a:latin typeface="Times New Roman" panose="02020603050405020304" pitchFamily="18" charset="0"/>
                <a:cs typeface="Times New Roman" panose="02020603050405020304" pitchFamily="18" charset="0"/>
              </a:rPr>
              <a:t>, tin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dệt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thơ</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hờ</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vẫn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tay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chờ</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mắt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lệ</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mờ</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nhưng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vẫn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err="1">
                <a:latin typeface="Times New Roman" panose="02020603050405020304" pitchFamily="18" charset="0"/>
                <a:cs typeface="Times New Roman" panose="02020603050405020304" pitchFamily="18" charset="0"/>
              </a:rPr>
              <a:t>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ngơ</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94754050"/>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TÌNH CHÚA (411)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62050"/>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con tan </a:t>
            </a:r>
            <a:r>
              <a:rPr lang="en-US" sz="5400" b="1" dirty="0" err="1">
                <a:latin typeface="Times New Roman" panose="02020603050405020304" pitchFamily="18" charset="0"/>
                <a:cs typeface="Times New Roman" panose="02020603050405020304" pitchFamily="18" charset="0"/>
              </a:rPr>
              <a:t>vỡ</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sầu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trìu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giờ</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70952845"/>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TÌNH CHÚA (411)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2395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bờ</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đắm</a:t>
            </a:r>
            <a:r>
              <a:rPr lang="en-US" sz="5400" b="1" dirty="0">
                <a:latin typeface="Times New Roman" panose="02020603050405020304" pitchFamily="18" charset="0"/>
                <a:cs typeface="Times New Roman" panose="02020603050405020304" pitchFamily="18" charset="0"/>
              </a:rPr>
              <a:t> say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ngậm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ngùi</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63914964"/>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TÌNH CHÚA (411)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62050"/>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Khi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đường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say </a:t>
            </a:r>
            <a:r>
              <a:rPr lang="en-US" sz="5400" b="1" dirty="0" err="1">
                <a:solidFill>
                  <a:schemeClr val="tx1"/>
                </a:solidFill>
                <a:latin typeface="Times New Roman" panose="02020603050405020304" pitchFamily="18" charset="0"/>
                <a:cs typeface="Times New Roman" panose="02020603050405020304" pitchFamily="18" charset="0"/>
              </a:rPr>
              <a:t>nguồn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rực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cháy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quên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thứ</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thôi</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11952249"/>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TÌNH CHÚA (411)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62050"/>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ảo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đổi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khoan</a:t>
            </a:r>
            <a:r>
              <a:rPr lang="en-US" sz="5400" b="1" dirty="0">
                <a:latin typeface="Times New Roman" panose="02020603050405020304" pitchFamily="18" charset="0"/>
                <a:cs typeface="Times New Roman" panose="02020603050405020304" pitchFamily="18" charset="0"/>
              </a:rPr>
              <a:t> dung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94142417"/>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TÌNH CHÚA (411)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2395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bờ</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đắm</a:t>
            </a:r>
            <a:r>
              <a:rPr lang="en-US" sz="5400" b="1" dirty="0">
                <a:latin typeface="Times New Roman" panose="02020603050405020304" pitchFamily="18" charset="0"/>
                <a:cs typeface="Times New Roman" panose="02020603050405020304" pitchFamily="18" charset="0"/>
              </a:rPr>
              <a:t> say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ngậm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ngùi</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7545079"/>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TẠ ƠN CHÚA 173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cảm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khen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danh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ca </a:t>
            </a:r>
            <a:r>
              <a:rPr lang="en-US" sz="5400" b="1" dirty="0" err="1">
                <a:solidFill>
                  <a:schemeClr val="tx1"/>
                </a:solidFill>
                <a:latin typeface="Times New Roman" pitchFamily="18" charset="0"/>
                <a:cs typeface="Times New Roman" pitchFamily="18" charset="0"/>
              </a:rPr>
              <a:t>vang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nhớ</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a:t>
            </a:r>
          </a:p>
          <a:p>
            <a:pPr algn="just"/>
            <a:endParaRPr lang="en-US" sz="5400" b="1" dirty="0">
              <a:solidFill>
                <a:schemeClr val="tx1"/>
              </a:solidFill>
              <a:latin typeface="Times New Roman" pitchFamily="18" charset="0"/>
              <a:cs typeface="Times New Roman" pitchFamily="18" charset="0"/>
            </a:endParaRPr>
          </a:p>
          <a:p>
            <a:pPr algn="just"/>
            <a:endParaRPr lang="en-US" sz="5400" b="1" dirty="0">
              <a:solidFill>
                <a:schemeClr val="tx1"/>
              </a:solidFill>
              <a:latin typeface="Times New Roman" pitchFamily="18" charset="0"/>
              <a:cs typeface="Times New Roman" pitchFamily="18" charset="0"/>
            </a:endParaRPr>
          </a:p>
          <a:p>
            <a:pPr algn="just"/>
            <a:endParaRPr lang="en-US" sz="5400" b="1" dirty="0">
              <a:solidFill>
                <a:schemeClr val="tx1"/>
              </a:solidFill>
              <a:latin typeface="Times New Roman" pitchFamily="18" charset="0"/>
              <a:cs typeface="Times New Roman" pitchFamily="18" charset="0"/>
            </a:endParaRPr>
          </a:p>
          <a:p>
            <a:pPr algn="just"/>
            <a:endParaRPr lang="en-US" sz="5400" b="1" dirty="0">
              <a:solidFill>
                <a:schemeClr val="tx1"/>
              </a:solidFill>
              <a:latin typeface="Times New Roman" pitchFamily="18" charset="0"/>
              <a:cs typeface="Times New Roman" pitchFamily="18" charset="0"/>
            </a:endParaRPr>
          </a:p>
          <a:p>
            <a:pPr algn="just"/>
            <a:endParaRPr lang="en-US" sz="5400" b="1" dirty="0">
              <a:solidFill>
                <a:schemeClr val="tx1"/>
              </a:solidFill>
              <a:latin typeface="Times New Roman" pitchFamily="18" charset="0"/>
              <a:cs typeface="Times New Roman" pitchFamily="18" charset="0"/>
            </a:endParaRPr>
          </a:p>
          <a:p>
            <a:pPr algn="just"/>
            <a:r>
              <a:rPr lang="en-US" sz="5400" b="1" dirty="0">
                <a:solidFill>
                  <a:schemeClr val="tx1"/>
                </a:solidFill>
                <a:latin typeface="Times New Roman" pitchFamily="18" charset="0"/>
                <a:cs typeface="Times New Roman" pitchFamily="18" charset="0"/>
              </a:rPr>
              <a:t> </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08940129"/>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TẠ ƠN CHÚA 173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57067"/>
            <a:ext cx="9144000" cy="5105400"/>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bao la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đỡ</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hoàng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dìu</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sáng</a:t>
            </a:r>
            <a:r>
              <a:rPr lang="en-US" sz="5400" b="1" dirty="0">
                <a:latin typeface="Times New Roman" pitchFamily="18" charset="0"/>
                <a:cs typeface="Times New Roman" pitchFamily="18" charset="0"/>
              </a:rPr>
              <a:t> Ng</a:t>
            </a:r>
            <a:r>
              <a:rPr lang="vi-VN" sz="5400" b="1" dirty="0">
                <a:latin typeface="Times New Roman" pitchFamily="18" charset="0"/>
                <a:cs typeface="Times New Roman" pitchFamily="18" charset="0"/>
              </a:rPr>
              <a:t>ười hạnh phúc nào hơn.</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29774796"/>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TẠ ƠN CHÚA 173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cảm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khen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danh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ca </a:t>
            </a:r>
            <a:r>
              <a:rPr lang="en-US" sz="5400" b="1" dirty="0" err="1">
                <a:solidFill>
                  <a:schemeClr val="tx1"/>
                </a:solidFill>
                <a:latin typeface="Times New Roman" pitchFamily="18" charset="0"/>
                <a:cs typeface="Times New Roman" pitchFamily="18" charset="0"/>
              </a:rPr>
              <a:t>vang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nhớ</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a:t>
            </a:r>
          </a:p>
          <a:p>
            <a:pPr algn="just"/>
            <a:endParaRPr lang="en-US" sz="5400" b="1" dirty="0">
              <a:solidFill>
                <a:schemeClr val="tx1"/>
              </a:solidFill>
              <a:latin typeface="Times New Roman" pitchFamily="18" charset="0"/>
              <a:cs typeface="Times New Roman" pitchFamily="18" charset="0"/>
            </a:endParaRPr>
          </a:p>
          <a:p>
            <a:pPr algn="just"/>
            <a:endParaRPr lang="en-US" sz="5400" b="1" dirty="0">
              <a:solidFill>
                <a:schemeClr val="tx1"/>
              </a:solidFill>
              <a:latin typeface="Times New Roman" pitchFamily="18" charset="0"/>
              <a:cs typeface="Times New Roman" pitchFamily="18" charset="0"/>
            </a:endParaRPr>
          </a:p>
          <a:p>
            <a:pPr algn="just"/>
            <a:endParaRPr lang="en-US" sz="5400" b="1" dirty="0">
              <a:solidFill>
                <a:schemeClr val="tx1"/>
              </a:solidFill>
              <a:latin typeface="Times New Roman" pitchFamily="18" charset="0"/>
              <a:cs typeface="Times New Roman" pitchFamily="18" charset="0"/>
            </a:endParaRPr>
          </a:p>
          <a:p>
            <a:pPr algn="just"/>
            <a:endParaRPr lang="en-US" sz="5400" b="1" dirty="0">
              <a:solidFill>
                <a:schemeClr val="tx1"/>
              </a:solidFill>
              <a:latin typeface="Times New Roman" pitchFamily="18" charset="0"/>
              <a:cs typeface="Times New Roman" pitchFamily="18" charset="0"/>
            </a:endParaRPr>
          </a:p>
          <a:p>
            <a:pPr algn="just"/>
            <a:endParaRPr lang="en-US" sz="5400" b="1" dirty="0">
              <a:solidFill>
                <a:schemeClr val="tx1"/>
              </a:solidFill>
              <a:latin typeface="Times New Roman" pitchFamily="18" charset="0"/>
              <a:cs typeface="Times New Roman" pitchFamily="18" charset="0"/>
            </a:endParaRPr>
          </a:p>
          <a:p>
            <a:pPr algn="just"/>
            <a:r>
              <a:rPr lang="en-US" sz="5400" b="1" dirty="0">
                <a:solidFill>
                  <a:schemeClr val="tx1"/>
                </a:solidFill>
                <a:latin typeface="Times New Roman" pitchFamily="18" charset="0"/>
                <a:cs typeface="Times New Roman" pitchFamily="18" charset="0"/>
              </a:rPr>
              <a:t> </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896647353"/>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4350</TotalTime>
  <Words>1058</Words>
  <Application>Microsoft Office PowerPoint</Application>
  <PresentationFormat>On-screen Show (4:3)</PresentationFormat>
  <Paragraphs>60</Paragraphs>
  <Slides>24</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GIỌT LỆ SẦU (384)</vt:lpstr>
      <vt:lpstr>PowerPoint Presentation</vt:lpstr>
      <vt:lpstr>PowerPoint Presentation</vt:lpstr>
      <vt:lpstr>Dâng Lễ                                      HIẾN LỄ CUỘC ĐỜI 67</vt:lpstr>
      <vt:lpstr>Dâng Lễ                                      HIẾN LỄ CUỘC ĐỜI 67</vt:lpstr>
      <vt:lpstr>Dâng Lễ                                      HIẾN LỄ CUỘC ĐỜI 67</vt:lpstr>
      <vt:lpstr>Dâng Lễ                                      HIẾN LỄ CUỘC ĐỜI 67</vt:lpstr>
      <vt:lpstr>CA HIỆP LỄ</vt:lpstr>
      <vt:lpstr>Hiệp lễ                                                TÌNH CHÚA (411)</vt:lpstr>
      <vt:lpstr>Hiệp lễ                                                TÌNH CHÚA (411)</vt:lpstr>
      <vt:lpstr>Hiệp lễ                                                TÌNH CHÚA (411)</vt:lpstr>
      <vt:lpstr>Hiệp lễ                                                TÌNH CHÚA (411)</vt:lpstr>
      <vt:lpstr>Hiệp lễ                                                TÌNH CHÚA (411)</vt:lpstr>
      <vt:lpstr>Hiệp lễ                                                TÌNH CHÚA (411)</vt:lpstr>
      <vt:lpstr>Kết lễ                                           CẢM TẠ ƠN CHÚA 173</vt:lpstr>
      <vt:lpstr>Kết lễ                                           CẢM TẠ ƠN CHÚA 173</vt:lpstr>
      <vt:lpstr>Kết lễ                                           CẢM TẠ ƠN CHÚA 173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1407</cp:revision>
  <dcterms:created xsi:type="dcterms:W3CDTF">2018-09-17T12:52:44Z</dcterms:created>
  <dcterms:modified xsi:type="dcterms:W3CDTF">2021-03-17T17:40:32Z</dcterms:modified>
</cp:coreProperties>
</file>