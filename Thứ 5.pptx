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5"/>
  </p:notesMasterIdLst>
  <p:sldIdLst>
    <p:sldId id="4112" r:id="rId2"/>
    <p:sldId id="4113" r:id="rId3"/>
    <p:sldId id="4114" r:id="rId4"/>
    <p:sldId id="4115" r:id="rId5"/>
    <p:sldId id="4116" r:id="rId6"/>
    <p:sldId id="4117" r:id="rId7"/>
    <p:sldId id="4372" r:id="rId8"/>
    <p:sldId id="2244" r:id="rId9"/>
    <p:sldId id="2245" r:id="rId10"/>
    <p:sldId id="4963" r:id="rId11"/>
    <p:sldId id="4653" r:id="rId12"/>
    <p:sldId id="4654" r:id="rId13"/>
    <p:sldId id="3631" r:id="rId14"/>
    <p:sldId id="3633" r:id="rId15"/>
    <p:sldId id="4965" r:id="rId16"/>
    <p:sldId id="4964" r:id="rId17"/>
    <p:sldId id="4966" r:id="rId18"/>
    <p:sldId id="4106" r:id="rId19"/>
    <p:sldId id="766" r:id="rId20"/>
    <p:sldId id="767" r:id="rId21"/>
    <p:sldId id="768" r:id="rId22"/>
    <p:sldId id="4967" r:id="rId23"/>
    <p:sldId id="4968" r:id="rId24"/>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77" d="100"/>
          <a:sy n="77" d="100"/>
        </p:scale>
        <p:origin x="1757" y="4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20/01/2021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20/01/2021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nhuộm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0287547"/>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đẫm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trường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273442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nhuộm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05946700"/>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226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bởi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ng </a:t>
            </a:r>
            <a:r>
              <a:rPr lang="en-US" sz="5400" b="1" dirty="0" err="1">
                <a:latin typeface="Times New Roman" panose="02020603050405020304" pitchFamily="18" charset="0"/>
                <a:cs typeface="Times New Roman" panose="02020603050405020304" pitchFamily="18" charset="0"/>
              </a:rPr>
              <a:t>bởi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do </a:t>
            </a:r>
            <a:r>
              <a:rPr lang="en-US" sz="5400" b="1" dirty="0" err="1">
                <a:latin typeface="Times New Roman" panose="02020603050405020304" pitchFamily="18" charset="0"/>
                <a:cs typeface="Times New Roman" panose="02020603050405020304" pitchFamily="18" charset="0"/>
              </a:rPr>
              <a:t>miệng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ra.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112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bay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11658116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7350"/>
            <a:ext cx="9144000" cy="6391564"/>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tuyền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062784167"/>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112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bay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86838016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47876"/>
            <a:ext cx="9144000" cy="5810513"/>
          </a:xfrm>
        </p:spPr>
        <p:txBody>
          <a:bodyPr>
            <a:noAutofit/>
          </a:bodyPr>
          <a:lstStyle/>
          <a:p>
            <a:pPr algn="just"/>
            <a:r>
              <a:rPr lang="vi-VN" sz="5400" b="1" dirty="0">
                <a:latin typeface="+mj-lt"/>
              </a:rPr>
              <a:t>5. Nguyện Chúa thương đến tấm lòng rất chân thành, đoàn người hiệp nhau đây cùng chung niềm tin kính.</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90192534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112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bay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0993389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dọn</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cỗ</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r</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CHÚNG CON CẦN ĐẾN CHÚA 148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85800"/>
            <a:ext cx="9144000" cy="6391564"/>
          </a:xfrm>
        </p:spPr>
        <p:txBody>
          <a:bodyPr>
            <a:noAutofit/>
          </a:bodyPr>
          <a:lstStyle/>
          <a:p>
            <a:pPr algn="just"/>
            <a:r>
              <a:rPr lang="vi-VN" sz="5400" b="1" dirty="0">
                <a:solidFill>
                  <a:schemeClr val="tx1"/>
                </a:solidFill>
                <a:latin typeface="+mj-lt"/>
              </a:rPr>
              <a:t>1. Tựa nép bên lòng Chúa con xin ngỏ hết tâm tư, vui buồn của đời sống dương gian đêm ngày miệt mài những lo toan khi vội vàng khi muộn màng tiếng cười giọt lệ những miên man.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30375444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CHÚNG CON CẦN ĐẾN CHÚA 148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6391564"/>
          </a:xfrm>
        </p:spPr>
        <p:txBody>
          <a:bodyPr>
            <a:noAutofit/>
          </a:bodyPr>
          <a:lstStyle/>
          <a:p>
            <a:pPr algn="just"/>
            <a:r>
              <a:rPr lang="vi-VN" sz="5400" b="1" dirty="0">
                <a:solidFill>
                  <a:schemeClr val="tx1"/>
                </a:solidFill>
                <a:latin typeface="+mj-lt"/>
              </a:rPr>
              <a:t>ĐK: Chúa vẫn biết chúng con cần đến Chúa tháng ngày ưu tư ngập tràn. Chúa vẫn biết chúng con cần đến Chúa dẫn đưa đời vui sống bình an.</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34214383"/>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CHÚNG CON CẦN ĐẾN CHÚA 148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85800"/>
            <a:ext cx="9144000" cy="6391564"/>
          </a:xfrm>
        </p:spPr>
        <p:txBody>
          <a:bodyPr>
            <a:noAutofit/>
          </a:bodyPr>
          <a:lstStyle/>
          <a:p>
            <a:pPr algn="just"/>
            <a:r>
              <a:rPr lang="vi-VN" sz="5400" b="1" dirty="0">
                <a:solidFill>
                  <a:schemeClr val="tx1"/>
                </a:solidFill>
                <a:latin typeface="+mj-lt"/>
              </a:rPr>
              <a:t>2. Ngày tháng năm đời sống, không ai nhìn thấy tương lai, mong chờ chỉ còn biết hôm nay lao nhọc cả đời trắng đôi tay trong nụ cười bao ngậm ngùi </a:t>
            </a:r>
            <a:r>
              <a:rPr lang="en-US" sz="5400" b="1" dirty="0">
                <a:solidFill>
                  <a:schemeClr val="tx1"/>
                </a:solidFill>
                <a:latin typeface="Times New Roman" panose="02020603050405020304" pitchFamily="18" charset="0"/>
                <a:cs typeface="Times New Roman" panose="02020603050405020304" pitchFamily="18" charset="0"/>
              </a:rPr>
              <a:t>n</a:t>
            </a:r>
            <a:r>
              <a:rPr lang="vi-VN" sz="5400" b="1" dirty="0">
                <a:solidFill>
                  <a:schemeClr val="tx1"/>
                </a:solidFill>
                <a:latin typeface="Times New Roman" panose="02020603050405020304" pitchFamily="18" charset="0"/>
                <a:cs typeface="Times New Roman" panose="02020603050405020304" pitchFamily="18" charset="0"/>
              </a:rPr>
              <a:t>ơ</a:t>
            </a:r>
            <a:r>
              <a:rPr lang="en-US" sz="5400" b="1" dirty="0">
                <a:solidFill>
                  <a:schemeClr val="tx1"/>
                </a:solidFill>
                <a:latin typeface="Times New Roman" panose="02020603050405020304" pitchFamily="18" charset="0"/>
                <a:cs typeface="Times New Roman" panose="02020603050405020304" pitchFamily="18" charset="0"/>
              </a:rPr>
              <a:t>i</a:t>
            </a:r>
            <a:r>
              <a:rPr lang="vi-VN" sz="5400" b="1" dirty="0">
                <a:solidFill>
                  <a:schemeClr val="tx1"/>
                </a:solidFill>
                <a:latin typeface="+mj-lt"/>
              </a:rPr>
              <a:t> nào trọn vẹn nghĩa an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607253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CHÚNG CON CẦN ĐẾN CHÚA 148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6391564"/>
          </a:xfrm>
        </p:spPr>
        <p:txBody>
          <a:bodyPr>
            <a:noAutofit/>
          </a:bodyPr>
          <a:lstStyle/>
          <a:p>
            <a:pPr algn="just"/>
            <a:r>
              <a:rPr lang="vi-VN" sz="5400" b="1" dirty="0">
                <a:solidFill>
                  <a:schemeClr val="tx1"/>
                </a:solidFill>
                <a:latin typeface="+mj-lt"/>
              </a:rPr>
              <a:t>ĐK: Chúa vẫn biết chúng con cần đến Chúa tháng ngày ưu tư ngập tràn. Chúa vẫn biết chúng con cần đến Chúa dẫn đưa đời vui sống bình an.</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469145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MỌI NG</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ỜI HIỆP NHẤT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92995"/>
            <a:ext cx="9144000" cy="7030720"/>
          </a:xfrm>
        </p:spPr>
        <p:txBody>
          <a:bodyPr>
            <a:noAutofit/>
          </a:bodyPr>
          <a:lstStyle/>
          <a:p>
            <a:pPr algn="just"/>
            <a:r>
              <a:rPr lang="vi-VN" sz="5400" b="1" dirty="0">
                <a:latin typeface="+mj-lt"/>
              </a:rPr>
              <a:t>Lạy Cha xin hãy cho mọi người hiệp nhất nên một,</a:t>
            </a:r>
            <a:br>
              <a:rPr lang="vi-VN" sz="5400" b="1" dirty="0">
                <a:latin typeface="+mj-lt"/>
              </a:rPr>
            </a:br>
            <a:r>
              <a:rPr lang="vi-VN" sz="5400" b="1" dirty="0">
                <a:latin typeface="+mj-lt"/>
              </a:rPr>
              <a:t>như Cha ở trong </a:t>
            </a:r>
            <a:r>
              <a:rPr lang="en-US" sz="5400" b="1" dirty="0">
                <a:latin typeface="Times New Roman" panose="02020603050405020304" pitchFamily="18" charset="0"/>
                <a:cs typeface="Times New Roman" panose="02020603050405020304" pitchFamily="18" charset="0"/>
              </a:rPr>
              <a:t>Con</a:t>
            </a:r>
            <a:r>
              <a:rPr lang="vi-VN" sz="5400" b="1" dirty="0">
                <a:latin typeface="+mj-lt"/>
              </a:rPr>
              <a:t> và như </a:t>
            </a:r>
            <a:r>
              <a:rPr lang="en-US" sz="5400" b="1" dirty="0">
                <a:latin typeface="Times New Roman" panose="02020603050405020304" pitchFamily="18" charset="0"/>
                <a:cs typeface="Times New Roman" panose="02020603050405020304" pitchFamily="18" charset="0"/>
              </a:rPr>
              <a:t>Con</a:t>
            </a:r>
            <a:r>
              <a:rPr lang="vi-VN" sz="5400" b="1" dirty="0">
                <a:latin typeface="+mj-lt"/>
              </a:rPr>
              <a:t> ở trong Cha.</a:t>
            </a:r>
            <a:r>
              <a:rPr lang="en-US" sz="5400" b="1" dirty="0">
                <a:latin typeface="+mj-lt"/>
              </a:rPr>
              <a:t> </a:t>
            </a:r>
            <a:r>
              <a:rPr lang="vi-VN" sz="5400" b="1" dirty="0">
                <a:latin typeface="+mj-lt"/>
              </a:rPr>
              <a:t>Xin Cha cho mọi người nên một trong chúng ta,</a:t>
            </a:r>
            <a:r>
              <a:rPr lang="en-US" sz="5400" b="1" dirty="0">
                <a:latin typeface="+mj-lt"/>
              </a:rPr>
              <a:t> </a:t>
            </a:r>
            <a:r>
              <a:rPr lang="vi-VN" sz="5400" b="1" dirty="0">
                <a:latin typeface="+mj-lt"/>
              </a:rPr>
              <a:t>hầu cho thế gian tin rằng Cha đã sai </a:t>
            </a:r>
            <a:r>
              <a:rPr lang="en-US" sz="5400" b="1" dirty="0">
                <a:latin typeface="Times New Roman" panose="02020603050405020304" pitchFamily="18" charset="0"/>
                <a:cs typeface="Times New Roman" panose="02020603050405020304" pitchFamily="18" charset="0"/>
              </a:rPr>
              <a:t>Con</a:t>
            </a:r>
            <a:r>
              <a:rPr lang="vi-VN" sz="5400" b="1" dirty="0">
                <a:latin typeface="+mj-lt"/>
              </a:rPr>
              <a:t>.</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5328288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3976</TotalTime>
  <Words>915</Words>
  <Application>Microsoft Office PowerPoint</Application>
  <PresentationFormat>On-screen Show (4:3)</PresentationFormat>
  <Paragraphs>44</Paragraphs>
  <Slides>23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BÀI CA NGÀN TRÙNG 499 </vt:lpstr>
      <vt:lpstr>Nhập Lễ                                    BÀI CA NGÀN TRÙNG 499 </vt:lpstr>
      <vt:lpstr>Nhập Lễ                                    BÀI CA NGÀN TRÙNG 499 </vt:lpstr>
      <vt:lpstr>PowerPoint Presentation</vt:lpstr>
      <vt:lpstr>PowerPoint Presentation</vt:lpstr>
      <vt:lpstr>Dâng Lễ                                      LỜI CHÂN THÀNH (31)</vt:lpstr>
      <vt:lpstr>Dâng Lễ                                      LỜI CHÂN THÀNH (31)</vt:lpstr>
      <vt:lpstr>Dâng Lễ                                      LỜI CHÂN THÀNH (31)</vt:lpstr>
      <vt:lpstr>Dâng Lễ                                      LỜI CHÂN THÀNH (31)</vt:lpstr>
      <vt:lpstr>Dâng Lễ                                      LỜI CHÂN THÀNH (31)</vt:lpstr>
      <vt:lpstr>CA HIỆP LỄ</vt:lpstr>
      <vt:lpstr>Hiệp Lễ                           CHÚNG CON CẦN ĐẾN CHÚA 148</vt:lpstr>
      <vt:lpstr>Hiệp Lễ                           CHÚNG CON CẦN ĐẾN CHÚA 148</vt:lpstr>
      <vt:lpstr>Hiệp Lễ                           CHÚNG CON CẦN ĐẾN CHÚA 148</vt:lpstr>
      <vt:lpstr>Hiệp Lễ                           CHÚNG CON CẦN ĐẾN CHÚA 148</vt:lpstr>
      <vt:lpstr>Kết Lễ                           CHO MỌI NGƯỜI HIỆP NHẤT (KL)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1326</cp:revision>
  <dcterms:created xsi:type="dcterms:W3CDTF">2018-09-17T12:52:44Z</dcterms:created>
  <dcterms:modified xsi:type="dcterms:W3CDTF">2021-01-20T15:13:22Z</dcterms:modified>
</cp:coreProperties>
</file>