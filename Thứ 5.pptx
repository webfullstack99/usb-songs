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1"/>
  </p:notesMasterIdLst>
  <p:sldIdLst>
    <p:sldId id="4112" r:id="rId2"/>
    <p:sldId id="4113" r:id="rId3"/>
    <p:sldId id="4114" r:id="rId4"/>
    <p:sldId id="4115" r:id="rId5"/>
    <p:sldId id="4116" r:id="rId6"/>
    <p:sldId id="4117" r:id="rId7"/>
    <p:sldId id="4372" r:id="rId8"/>
    <p:sldId id="3791" r:id="rId9"/>
    <p:sldId id="4942" r:id="rId10"/>
    <p:sldId id="4944" r:id="rId11"/>
    <p:sldId id="4943" r:id="rId12"/>
    <p:sldId id="4945" r:id="rId13"/>
    <p:sldId id="4653" r:id="rId14"/>
    <p:sldId id="4654" r:id="rId15"/>
    <p:sldId id="3351" r:id="rId16"/>
    <p:sldId id="3352" r:id="rId17"/>
    <p:sldId id="3353" r:id="rId18"/>
    <p:sldId id="4946" r:id="rId19"/>
    <p:sldId id="4106" r:id="rId20"/>
    <p:sldId id="4557" r:id="rId21"/>
    <p:sldId id="4947" r:id="rId22"/>
    <p:sldId id="4950" r:id="rId23"/>
    <p:sldId id="4948" r:id="rId24"/>
    <p:sldId id="4951" r:id="rId25"/>
    <p:sldId id="4949" r:id="rId26"/>
    <p:sldId id="4952" r:id="rId27"/>
    <p:sldId id="1498" r:id="rId28"/>
    <p:sldId id="1499" r:id="rId29"/>
    <p:sldId id="4953" r:id="rId30"/>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p:scale>
          <a:sx n="66" d="100"/>
          <a:sy n="66" d="100"/>
        </p:scale>
        <p:origin x="2069" y="30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13/01/2021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37018415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20850134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33520687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23</a:t>
            </a:fld>
            <a:endParaRPr lang="en-US"/>
          </a:p>
        </p:txBody>
      </p:sp>
    </p:spTree>
    <p:extLst>
      <p:ext uri="{BB962C8B-B14F-4D97-AF65-F5344CB8AC3E}">
        <p14:creationId xmlns:p14="http://schemas.microsoft.com/office/powerpoint/2010/main" val="37703222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24</a:t>
            </a:fld>
            <a:endParaRPr lang="en-US"/>
          </a:p>
        </p:txBody>
      </p:sp>
    </p:spTree>
    <p:extLst>
      <p:ext uri="{BB962C8B-B14F-4D97-AF65-F5344CB8AC3E}">
        <p14:creationId xmlns:p14="http://schemas.microsoft.com/office/powerpoint/2010/main" val="1536863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25</a:t>
            </a:fld>
            <a:endParaRPr lang="en-US"/>
          </a:p>
        </p:txBody>
      </p:sp>
    </p:spTree>
    <p:extLst>
      <p:ext uri="{BB962C8B-B14F-4D97-AF65-F5344CB8AC3E}">
        <p14:creationId xmlns:p14="http://schemas.microsoft.com/office/powerpoint/2010/main" val="41676589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26</a:t>
            </a:fld>
            <a:endParaRPr lang="en-US"/>
          </a:p>
        </p:txBody>
      </p:sp>
    </p:spTree>
    <p:extLst>
      <p:ext uri="{BB962C8B-B14F-4D97-AF65-F5344CB8AC3E}">
        <p14:creationId xmlns:p14="http://schemas.microsoft.com/office/powerpoint/2010/main" val="17602350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13/01/2021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13/01/2021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REO VUI MỪNG (8)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4339"/>
            <a:ext cx="9144000" cy="703072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a:t>
            </a:r>
            <a:r>
              <a:rPr lang="en-US" sz="5400" b="1" dirty="0">
                <a:latin typeface="Times New Roman" panose="02020603050405020304" pitchFamily="18" charset="0"/>
                <a:cs typeface="Times New Roman" panose="02020603050405020304" pitchFamily="18" charset="0"/>
              </a:rPr>
              <a:t> ca.</a:t>
            </a:r>
          </a:p>
        </p:txBody>
      </p:sp>
    </p:spTree>
    <p:extLst>
      <p:ext uri="{BB962C8B-B14F-4D97-AF65-F5344CB8AC3E}">
        <p14:creationId xmlns:p14="http://schemas.microsoft.com/office/powerpoint/2010/main" val="1169443044"/>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REO VUI MỪNG (8)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868557"/>
            <a:ext cx="9144000" cy="5282285"/>
          </a:xfrm>
        </p:spPr>
        <p:txBody>
          <a:bodyPr>
            <a:noAutofit/>
          </a:bodyPr>
          <a:lstStyle/>
          <a:p>
            <a:pPr algn="just"/>
            <a:r>
              <a:rPr lang="en-US" sz="5400" b="1" dirty="0">
                <a:latin typeface="Times New Roman" panose="02020603050405020304" pitchFamily="18" charset="0"/>
                <a:cs typeface="Times New Roman" panose="02020603050405020304" pitchFamily="18" charset="0"/>
              </a:rPr>
              <a:t>1. Xin </a:t>
            </a:r>
            <a:r>
              <a:rPr lang="en-US" sz="5400" b="1" dirty="0" err="1">
                <a:latin typeface="Times New Roman" panose="02020603050405020304" pitchFamily="18" charset="0"/>
                <a:cs typeface="Times New Roman" panose="02020603050405020304" pitchFamily="18" charset="0"/>
              </a:rPr>
              <a:t>tung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loài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tung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địa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514380316"/>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REO VUI MỪNG (8)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4339"/>
            <a:ext cx="9144000" cy="703072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a:t>
            </a:r>
            <a:r>
              <a:rPr lang="en-US" sz="5400" b="1" dirty="0">
                <a:latin typeface="Times New Roman" panose="02020603050405020304" pitchFamily="18" charset="0"/>
                <a:cs typeface="Times New Roman" panose="02020603050405020304" pitchFamily="18" charset="0"/>
              </a:rPr>
              <a:t> ca.</a:t>
            </a:r>
          </a:p>
        </p:txBody>
      </p:sp>
    </p:spTree>
    <p:extLst>
      <p:ext uri="{BB962C8B-B14F-4D97-AF65-F5344CB8AC3E}">
        <p14:creationId xmlns:p14="http://schemas.microsoft.com/office/powerpoint/2010/main" val="3660675016"/>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REO VUI MỪNG (8)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69574" y="1719470"/>
            <a:ext cx="9144000" cy="5282285"/>
          </a:xfrm>
        </p:spPr>
        <p:txBody>
          <a:bodyPr>
            <a:noAutofit/>
          </a:bodyPr>
          <a:lstStyle/>
          <a:p>
            <a:pPr algn="just"/>
            <a:r>
              <a:rPr lang="en-US" sz="5400" b="1" dirty="0">
                <a:latin typeface="Times New Roman" panose="02020603050405020304" pitchFamily="18" charset="0"/>
                <a:cs typeface="Times New Roman" panose="02020603050405020304" pitchFamily="18" charset="0"/>
              </a:rPr>
              <a:t>2.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Cha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đắng</a:t>
            </a:r>
            <a:r>
              <a:rPr lang="en-US" sz="5400" b="1" dirty="0">
                <a:latin typeface="Times New Roman" panose="02020603050405020304" pitchFamily="18" charset="0"/>
                <a:cs typeface="Times New Roman" panose="02020603050405020304" pitchFamily="18" charset="0"/>
              </a:rPr>
              <a:t> cay u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3853919926"/>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REO VUI MỪNG (8)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4339"/>
            <a:ext cx="9144000" cy="703072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đàn</a:t>
            </a:r>
            <a:r>
              <a:rPr lang="en-US" sz="5400" b="1" dirty="0">
                <a:latin typeface="Times New Roman" panose="02020603050405020304" pitchFamily="18" charset="0"/>
                <a:cs typeface="Times New Roman" panose="02020603050405020304" pitchFamily="18" charset="0"/>
              </a:rPr>
              <a:t> ca.</a:t>
            </a:r>
          </a:p>
        </p:txBody>
      </p:sp>
    </p:spTree>
    <p:extLst>
      <p:ext uri="{BB962C8B-B14F-4D97-AF65-F5344CB8AC3E}">
        <p14:creationId xmlns:p14="http://schemas.microsoft.com/office/powerpoint/2010/main" val="107410087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2263"/>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762988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27219"/>
            <a:ext cx="9144000" cy="6527485"/>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Tiên</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619250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TỰA LÀN TRẦM HƯƠNG 104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76200" y="685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Tựa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bay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hóa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thơm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a:t>
            </a:r>
            <a:r>
              <a:rPr lang="en-US" sz="5400" b="1" dirty="0" err="1">
                <a:solidFill>
                  <a:schemeClr val="tx1"/>
                </a:solidFill>
                <a:latin typeface="Times New Roman" panose="02020603050405020304" pitchFamily="18" charset="0"/>
                <a:cs typeface="Times New Roman" panose="02020603050405020304" pitchFamily="18" charset="0"/>
              </a:rPr>
              <a:t>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chén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rượu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lễ</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về</a:t>
            </a:r>
            <a:r>
              <a:rPr lang="en-US" sz="5400" b="1" dirty="0">
                <a:solidFill>
                  <a:schemeClr val="tx1"/>
                </a:solidFill>
                <a:latin typeface="Times New Roman" panose="02020603050405020304" pitchFamily="18" charset="0"/>
                <a:cs typeface="Times New Roman" panose="02020603050405020304" pitchFamily="18" charset="0"/>
              </a:rPr>
              <a:t> Cha </a:t>
            </a:r>
            <a:r>
              <a:rPr lang="en-US" sz="5400" b="1" dirty="0" err="1">
                <a:solidFill>
                  <a:schemeClr val="tx1"/>
                </a:solidFill>
                <a:latin typeface="Times New Roman" panose="02020603050405020304" pitchFamily="18" charset="0"/>
                <a:cs typeface="Times New Roman" panose="02020603050405020304" pitchFamily="18" charset="0"/>
              </a:rPr>
              <a:t>chí</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nhân</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23929443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TỰA LÀN TRẦM HƯƠNG 104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rộng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nuôi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29677491"/>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TỰA LÀN TRẦM HƯƠNG 104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763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thành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tâm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xác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Nguyện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niềm</a:t>
            </a:r>
            <a:r>
              <a:rPr lang="en-US" sz="5400" b="1" dirty="0">
                <a:solidFill>
                  <a:schemeClr val="tx1"/>
                </a:solidFill>
                <a:latin typeface="Times New Roman" panose="02020603050405020304" pitchFamily="18" charset="0"/>
                <a:cs typeface="Times New Roman" panose="02020603050405020304" pitchFamily="18" charset="0"/>
              </a:rPr>
              <a:t> tin. Cho </a:t>
            </a:r>
            <a:r>
              <a:rPr lang="en-US" sz="5400" b="1" dirty="0" err="1">
                <a:solidFill>
                  <a:schemeClr val="tx1"/>
                </a:solidFill>
                <a:latin typeface="Times New Roman" panose="02020603050405020304" pitchFamily="18" charset="0"/>
                <a:cs typeface="Times New Roman" panose="02020603050405020304" pitchFamily="18" charset="0"/>
              </a:rPr>
              <a:t>ước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đẹp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lứa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tuổi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xuân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nâng</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445017577"/>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TỰA LÀN TRẦM HƯƠNG 104</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tể</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càng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rộng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nuôi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khắp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mọi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431673740"/>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ban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ai tin Con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phải</a:t>
            </a:r>
            <a:r>
              <a:rPr lang="en-US" sz="5400" b="1" dirty="0">
                <a:latin typeface="Times New Roman" panose="02020603050405020304" pitchFamily="18" charset="0"/>
                <a:cs typeface="Times New Roman" panose="02020603050405020304" pitchFamily="18" charset="0"/>
              </a:rPr>
              <a:t> h</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nhưng</a:t>
            </a:r>
            <a:r>
              <a:rPr lang="en-US" sz="5400" b="1" dirty="0">
                <a:latin typeface="Times New Roman" panose="02020603050405020304" pitchFamily="18" charset="0"/>
                <a:cs typeface="Times New Roman" panose="02020603050405020304" pitchFamily="18" charset="0"/>
              </a:rPr>
              <a:t>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24488464"/>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74618"/>
            <a:ext cx="9144000" cy="56803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bao la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bao la v</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núi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513527496"/>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90629636"/>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chạnh</a:t>
            </a:r>
            <a:r>
              <a:rPr lang="en-US" sz="5400" b="1" dirty="0">
                <a:latin typeface="Times New Roman" panose="02020603050405020304" pitchFamily="18" charset="0"/>
                <a:cs typeface="Times New Roman" panose="02020603050405020304" pitchFamily="18" charset="0"/>
              </a:rPr>
              <a:t> long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hóa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bụi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3036455"/>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0540200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0600"/>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x</a:t>
            </a:r>
            <a:r>
              <a:rPr lang="vi-VN" sz="5400" b="1" dirty="0">
                <a:latin typeface="Times New Roman" panose="02020603050405020304" pitchFamily="18" charset="0"/>
                <a:cs typeface="Times New Roman" panose="02020603050405020304" pitchFamily="18" charset="0"/>
              </a:rPr>
              <a:t>ư</a:t>
            </a:r>
            <a:r>
              <a:rPr lang="en-US" sz="5400" b="1" dirty="0">
                <a:latin typeface="Times New Roman" panose="02020603050405020304" pitchFamily="18" charset="0"/>
                <a:cs typeface="Times New Roman" panose="02020603050405020304" pitchFamily="18" charset="0"/>
              </a:rPr>
              <a:t>a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loài</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53701577"/>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32817"/>
            <a:ext cx="9144000" cy="516396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ca </a:t>
            </a:r>
            <a:r>
              <a:rPr lang="en-US" sz="5400" b="1" dirty="0" err="1">
                <a:solidFill>
                  <a:schemeClr val="tx1"/>
                </a:solidFill>
                <a:latin typeface="Times New Roman" panose="02020603050405020304" pitchFamily="18" charset="0"/>
                <a:cs typeface="Times New Roman" panose="02020603050405020304" pitchFamily="18" charset="0"/>
              </a:rPr>
              <a:t>ng</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thuở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TÔI SẼ CA NGỢI (MT)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28538833"/>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TÂM TÌNH HIẾN DÂNG 306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lấy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cảm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lấy</a:t>
            </a:r>
            <a:r>
              <a:rPr lang="en-US" sz="5400" b="1" dirty="0">
                <a:solidFill>
                  <a:schemeClr val="tx1"/>
                </a:solidFill>
                <a:latin typeface="Times New Roman" panose="02020603050405020304" pitchFamily="18" charset="0"/>
                <a:cs typeface="Times New Roman" panose="02020603050405020304" pitchFamily="18" charset="0"/>
              </a:rPr>
              <a:t> chi </a:t>
            </a:r>
            <a:r>
              <a:rPr lang="en-US" sz="5400" b="1" dirty="0" err="1">
                <a:solidFill>
                  <a:schemeClr val="tx1"/>
                </a:solidFill>
                <a:latin typeface="Times New Roman" panose="02020603050405020304" pitchFamily="18" charset="0"/>
                <a:cs typeface="Times New Roman" panose="02020603050405020304" pitchFamily="18" charset="0"/>
              </a:rPr>
              <a:t>báo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31295377"/>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TÂM TÌNH HIẾN DÂNG 306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2309" y="6858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Thương</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xưa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yêu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chan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chứa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chọn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đuốc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chiếu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soi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gian</a:t>
            </a:r>
            <a:r>
              <a:rPr lang="en-US" sz="5400" b="1" dirty="0">
                <a:solidFill>
                  <a:schemeClr val="tx1"/>
                </a:solidFill>
                <a:latin typeface="Times New Roman" panose="02020603050405020304" pitchFamily="18" charset="0"/>
                <a:cs typeface="Times New Roman" panose="02020603050405020304" pitchFamily="18" charset="0"/>
              </a:rPr>
              <a:t>. Cho con say </a:t>
            </a:r>
            <a:r>
              <a:rPr lang="en-US" sz="5400" b="1" dirty="0" err="1">
                <a:solidFill>
                  <a:schemeClr val="tx1"/>
                </a:solidFill>
                <a:latin typeface="Times New Roman" panose="02020603050405020304" pitchFamily="18" charset="0"/>
                <a:cs typeface="Times New Roman" panose="02020603050405020304" pitchFamily="18" charset="0"/>
              </a:rPr>
              <a:t>tình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này</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xin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muối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ướp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mặn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87848142"/>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TÂM TÌNH HIẾN DÂNG 306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716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lấy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cảm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biết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lấy</a:t>
            </a:r>
            <a:r>
              <a:rPr lang="en-US" sz="5400" b="1" dirty="0">
                <a:solidFill>
                  <a:schemeClr val="tx1"/>
                </a:solidFill>
                <a:latin typeface="Times New Roman" panose="02020603050405020304" pitchFamily="18" charset="0"/>
                <a:cs typeface="Times New Roman" panose="02020603050405020304" pitchFamily="18" charset="0"/>
              </a:rPr>
              <a:t> chi </a:t>
            </a:r>
            <a:r>
              <a:rPr lang="en-US" sz="5400" b="1" dirty="0" err="1">
                <a:solidFill>
                  <a:schemeClr val="tx1"/>
                </a:solidFill>
                <a:latin typeface="Times New Roman" panose="02020603050405020304" pitchFamily="18" charset="0"/>
                <a:cs typeface="Times New Roman" panose="02020603050405020304" pitchFamily="18" charset="0"/>
              </a:rPr>
              <a:t>báo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con.</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30921333"/>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3953</TotalTime>
  <Words>1294</Words>
  <Application>Microsoft Office PowerPoint</Application>
  <PresentationFormat>On-screen Show (4:3)</PresentationFormat>
  <Paragraphs>63</Paragraphs>
  <Slides>29</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REO VUI MỪNG (8)</vt:lpstr>
      <vt:lpstr>Nhập Lễ                                      REO VUI MỪNG (8)</vt:lpstr>
      <vt:lpstr>Nhập Lễ                                      REO VUI MỪNG (8)</vt:lpstr>
      <vt:lpstr>Nhập Lễ                                      REO VUI MỪNG (8)</vt:lpstr>
      <vt:lpstr>Nhập Lễ                                      REO VUI MỪNG (8)</vt:lpstr>
      <vt:lpstr>PowerPoint Presentation</vt:lpstr>
      <vt:lpstr>PowerPoint Presentation</vt:lpstr>
      <vt:lpstr>Dâng Lễ                                 TỰA LÀN TRẦM HƯƠNG 104</vt:lpstr>
      <vt:lpstr>Dâng Lễ                                 TỰA LÀN TRẦM HƯƠNG 104</vt:lpstr>
      <vt:lpstr>Dâng Lễ                                 TỰA LÀN TRẦM HƯƠNG 104</vt:lpstr>
      <vt:lpstr>Dâng Lễ                                 TỰA LÀN TRẦM HƯƠNG 104</vt:lpstr>
      <vt:lpstr>CA HIỆP LỄ</vt:lpstr>
      <vt:lpstr>Hiệp Lễ                                       TÔI SẼ CA NGỢI (MT)</vt:lpstr>
      <vt:lpstr>Hiệp Lễ                                       TÔI SẼ CA NGỢI (MT)</vt:lpstr>
      <vt:lpstr>Hiệp Lễ                                       TÔI SẼ CA NGỢI (MT)</vt:lpstr>
      <vt:lpstr>Hiệp Lễ                                       TÔI SẼ CA NGỢI (MT)</vt:lpstr>
      <vt:lpstr>Hiệp Lễ                                       TÔI SẼ CA NGỢI (MT)</vt:lpstr>
      <vt:lpstr>Hiệp Lễ                                       TÔI SẼ CA NGỢI (MT)</vt:lpstr>
      <vt:lpstr>Hiệp Lễ                                       TÔI SẼ CA NGỢI (MT)</vt:lpstr>
      <vt:lpstr>Hiệp lễ                              TÂM TÌNH HIẾN DÂNG 306</vt:lpstr>
      <vt:lpstr>Hiệp lễ                              TÂM TÌNH HIẾN DÂNG 306</vt:lpstr>
      <vt:lpstr>Hiệp lễ                              TÂM TÌNH HIẾN DÂNG 306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1320</cp:revision>
  <dcterms:created xsi:type="dcterms:W3CDTF">2018-09-17T12:52:44Z</dcterms:created>
  <dcterms:modified xsi:type="dcterms:W3CDTF">2021-01-13T14:31:46Z</dcterms:modified>
</cp:coreProperties>
</file>