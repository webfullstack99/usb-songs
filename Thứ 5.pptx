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3"/>
  </p:notesMasterIdLst>
  <p:sldIdLst>
    <p:sldId id="4112" r:id="rId2"/>
    <p:sldId id="4113" r:id="rId3"/>
    <p:sldId id="4114" r:id="rId4"/>
    <p:sldId id="4115" r:id="rId5"/>
    <p:sldId id="4116" r:id="rId6"/>
    <p:sldId id="4117" r:id="rId7"/>
    <p:sldId id="4372" r:id="rId8"/>
    <p:sldId id="4190" r:id="rId9"/>
    <p:sldId id="4191" r:id="rId10"/>
    <p:sldId id="4192" r:id="rId11"/>
    <p:sldId id="4193" r:id="rId12"/>
    <p:sldId id="4801" r:id="rId13"/>
    <p:sldId id="4802" r:id="rId14"/>
    <p:sldId id="1522" r:id="rId15"/>
    <p:sldId id="3729" r:id="rId16"/>
    <p:sldId id="2192" r:id="rId17"/>
    <p:sldId id="2193" r:id="rId18"/>
    <p:sldId id="2194" r:id="rId19"/>
    <p:sldId id="4106" r:id="rId20"/>
    <p:sldId id="4761" r:id="rId21"/>
    <p:sldId id="4803" r:id="rId22"/>
    <p:sldId id="4804" r:id="rId23"/>
    <p:sldId id="4805" r:id="rId24"/>
    <p:sldId id="4806" r:id="rId25"/>
    <p:sldId id="4810" r:id="rId26"/>
    <p:sldId id="4808" r:id="rId27"/>
    <p:sldId id="4809" r:id="rId28"/>
    <p:sldId id="4811" r:id="rId29"/>
    <p:sldId id="2608" r:id="rId30"/>
    <p:sldId id="2609" r:id="rId31"/>
    <p:sldId id="4812" r:id="rId3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p:scale>
          <a:sx n="50" d="100"/>
          <a:sy n="50" d="100"/>
        </p:scale>
        <p:origin x="2525" y="739"/>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14/12/2020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14/12/2020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14/12/2020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bình</a:t>
            </a:r>
            <a:r>
              <a:rPr lang="en-US" sz="5400" b="1" dirty="0">
                <a:latin typeface="Times New Roman" panose="02020603050405020304" pitchFamily="18" charset="0"/>
                <a:cs typeface="Times New Roman" panose="02020603050405020304" pitchFamily="18" charset="0"/>
              </a:rPr>
              <a:t> an.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19708861"/>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41186796"/>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848979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què</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fđiếc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lắng</a:t>
            </a:r>
            <a:r>
              <a:rPr lang="en-US" sz="5400" b="1" dirty="0">
                <a:latin typeface="Times New Roman" panose="02020603050405020304" pitchFamily="18" charset="0"/>
                <a:cs typeface="Times New Roman" panose="02020603050405020304" pitchFamily="18" charset="0"/>
              </a:rPr>
              <a:t> tai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no </a:t>
            </a:r>
            <a:r>
              <a:rPr lang="en-US" sz="5400" b="1" dirty="0" err="1">
                <a:latin typeface="Times New Roman" panose="02020603050405020304" pitchFamily="18" charset="0"/>
                <a:cs typeface="Times New Roman" panose="02020603050405020304" pitchFamily="18" charset="0"/>
              </a:rPr>
              <a:t>thỏa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thuê</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83643163"/>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tươi</a:t>
            </a:r>
            <a:r>
              <a:rPr lang="en-US" sz="5400" b="1">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27197976"/>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MỪNG VUI LÊN (271)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29566"/>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53002609"/>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62194"/>
            <a:ext cx="9144000" cy="4727942"/>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Kìa người đau khổ cầu cứu và Chúa đã nghe.</a:t>
            </a:r>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458720"/>
            <a:ext cx="9144000" cy="5537407"/>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dan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sẵn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đón</a:t>
            </a:r>
            <a:r>
              <a:rPr lang="en-US" sz="5400" b="1" dirty="0">
                <a:latin typeface="Times New Roman" panose="02020603050405020304" pitchFamily="18" charset="0"/>
                <a:cs typeface="Times New Roman" panose="02020603050405020304" pitchFamily="18" charset="0"/>
              </a:rPr>
              <a:t> r</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CỦA LỄ DÂNG CHA (40)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đêm</a:t>
            </a:r>
            <a:r>
              <a:rPr lang="en-US" sz="5400" b="1" dirty="0">
                <a:solidFill>
                  <a:schemeClr val="tx1"/>
                </a:solidFill>
                <a:latin typeface="Times New Roman" panose="02020603050405020304" pitchFamily="18" charset="0"/>
                <a:cs typeface="Times New Roman" panose="02020603050405020304" pitchFamily="18" charset="0"/>
              </a:rPr>
              <a:t> lao </a:t>
            </a:r>
            <a:r>
              <a:rPr lang="en-US" sz="5400" b="1" dirty="0" err="1">
                <a:solidFill>
                  <a:schemeClr val="tx1"/>
                </a:solidFill>
                <a:latin typeface="Times New Roman" panose="02020603050405020304" pitchFamily="18" charset="0"/>
                <a:cs typeface="Times New Roman" panose="02020603050405020304" pitchFamily="18" charset="0"/>
              </a:rPr>
              <a:t>khó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dầm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mưa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a:latin typeface="Times New Roman" panose="02020603050405020304" pitchFamily="18" charset="0"/>
                <a:cs typeface="Times New Roman" panose="02020603050405020304" pitchFamily="18" charset="0"/>
              </a:rPr>
              <a:t>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mùa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Cha </a:t>
            </a:r>
            <a:r>
              <a:rPr lang="en-US" sz="5400" b="1" dirty="0" err="1">
                <a:solidFill>
                  <a:schemeClr val="tx1"/>
                </a:solidFill>
                <a:latin typeface="Times New Roman" panose="02020603050405020304" pitchFamily="18" charset="0"/>
                <a:cs typeface="Times New Roman" panose="02020603050405020304" pitchFamily="18" charset="0"/>
              </a:rPr>
              <a:t>lành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54860345"/>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CỦA LỄ DÂNG CHA (40)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Rượu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Cha </a:t>
            </a:r>
            <a:r>
              <a:rPr lang="en-US" sz="5400" b="1" dirty="0" err="1">
                <a:solidFill>
                  <a:schemeClr val="tx1"/>
                </a:solidFill>
                <a:latin typeface="Times New Roman" panose="02020603050405020304" pitchFamily="18" charset="0"/>
                <a:cs typeface="Times New Roman" panose="02020603050405020304" pitchFamily="18" charset="0"/>
              </a:rPr>
              <a:t>với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triều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sóng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mong</a:t>
            </a:r>
            <a:r>
              <a:rPr lang="en-US" sz="5400" b="1" dirty="0">
                <a:solidFill>
                  <a:schemeClr val="tx1"/>
                </a:solidFill>
                <a:latin typeface="Times New Roman" panose="02020603050405020304" pitchFamily="18" charset="0"/>
                <a:cs typeface="Times New Roman" panose="02020603050405020304" pitchFamily="18" charset="0"/>
              </a:rPr>
              <a:t> Cha </a:t>
            </a:r>
            <a:r>
              <a:rPr lang="en-US" sz="5400" b="1" dirty="0" err="1">
                <a:solidFill>
                  <a:schemeClr val="tx1"/>
                </a:solidFill>
                <a:latin typeface="Times New Roman" panose="02020603050405020304" pitchFamily="18" charset="0"/>
                <a:cs typeface="Times New Roman" panose="02020603050405020304" pitchFamily="18" charset="0"/>
              </a:rPr>
              <a:t>dủ</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1558999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CỦA LỄ DÂNG CHA (40)	</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của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uy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hòa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lòng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lên</a:t>
            </a:r>
            <a:r>
              <a:rPr lang="en-US" sz="5400" b="1" dirty="0">
                <a:solidFill>
                  <a:schemeClr val="tx1"/>
                </a:solidFill>
                <a:latin typeface="Times New Roman" panose="02020603050405020304" pitchFamily="18" charset="0"/>
                <a:cs typeface="Times New Roman" panose="02020603050405020304" pitchFamily="18" charset="0"/>
              </a:rPr>
              <a:t> Cha.</a:t>
            </a:r>
            <a:endParaRPr lang="vi-VN" sz="96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2055092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7552"/>
            <a:ext cx="9144000" cy="5105400"/>
          </a:xfrm>
        </p:spPr>
        <p:txBody>
          <a:bodyPr>
            <a:noAutofit/>
          </a:bodyPr>
          <a:lstStyle/>
          <a:p>
            <a:pPr algn="just"/>
            <a:r>
              <a:rPr lang="vi-VN" sz="5400" b="1" dirty="0">
                <a:latin typeface="Times New Roman" panose="02020603050405020304" pitchFamily="18" charset="0"/>
                <a:cs typeface="Times New Roman" panose="02020603050405020304" pitchFamily="18" charset="0"/>
              </a:rPr>
              <a:t>Đấng thẩm phán công bình sẽ trao lại triều thiên công chính cho những ai yêu mến việc Người ngự đến trần gian.</a:t>
            </a:r>
          </a:p>
        </p:txBody>
      </p:sp>
    </p:spTree>
    <p:extLst>
      <p:ext uri="{BB962C8B-B14F-4D97-AF65-F5344CB8AC3E}">
        <p14:creationId xmlns:p14="http://schemas.microsoft.com/office/powerpoint/2010/main" val="345480258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1. Xin cho lòng chúng con luôn mở rộng chờ mong Chúa đến. Xin cho lòng chúng con luôn thắm nồng một tình yêu mến.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240100993"/>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7613"/>
            <a:ext cx="9144000" cy="3835763"/>
          </a:xfrm>
        </p:spPr>
        <p:txBody>
          <a:bodyPr>
            <a:noAutofit/>
          </a:bodyPr>
          <a:lstStyle/>
          <a:p>
            <a:pPr algn="just"/>
            <a:r>
              <a:rPr lang="vi-VN" sz="5400" b="1" dirty="0">
                <a:latin typeface="+mj-lt"/>
              </a:rPr>
              <a:t>Xin cho lòng chúng con luôn khát khao luôn ước ao một thế giới sướng vui dạt dào một thế giới không còn khổ đau.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900073633"/>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Để Chúa đến trong cuộc đời, để Chúa đến mang ơn Trời, nguồn hạnh phúc cho con người, mùa cứu rỗi cho mọi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097078057"/>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2. Xin cho lòng chúng con không oán hờn và không ghen ghét. Xin cho lòng chúng con luôn quảng đại và luôn tha thứ.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330737578"/>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7613"/>
            <a:ext cx="9144000" cy="3835763"/>
          </a:xfrm>
        </p:spPr>
        <p:txBody>
          <a:bodyPr>
            <a:noAutofit/>
          </a:bodyPr>
          <a:lstStyle/>
          <a:p>
            <a:pPr algn="just"/>
            <a:r>
              <a:rPr lang="vi-VN" sz="5400" b="1" dirty="0">
                <a:latin typeface="+mj-lt"/>
              </a:rPr>
              <a:t>Xin cho lòng chúng con yêu mến người yêu suốt đời chỉ biết sống hiến dâng phục vụ và hướng đến ân tình trời cao.</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58984330"/>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Để Chúa đến trong cuộc đời, để Chúa đến mang ơn Trời, nguồn hạnh phúc cho con người, mùa cứu rỗi cho mọi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086108352"/>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3. Xin cho lòng chúng con như máng cỏ tỏa nồng hơi ấm. Nên nơi Ngài náu thân khi xuống trần một đêm cô vắng.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676976824"/>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7613"/>
            <a:ext cx="9144000" cy="3835763"/>
          </a:xfrm>
        </p:spPr>
        <p:txBody>
          <a:bodyPr>
            <a:noAutofit/>
          </a:bodyPr>
          <a:lstStyle/>
          <a:p>
            <a:pPr algn="just"/>
            <a:r>
              <a:rPr lang="vi-VN" sz="5400" b="1" dirty="0">
                <a:latin typeface="+mj-lt"/>
              </a:rPr>
              <a:t>Cho con được ủi an ai khóc than ai khó khăn giọt nước mắt sẽ nên nụ cười và tiếng hát vang tận trời cao.</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468695958"/>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ĐỂ CHÚA ĐẾN (ND)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5825"/>
            <a:ext cx="9144000" cy="4219339"/>
          </a:xfrm>
        </p:spPr>
        <p:txBody>
          <a:bodyPr>
            <a:noAutofit/>
          </a:bodyPr>
          <a:lstStyle/>
          <a:p>
            <a:pPr algn="just"/>
            <a:r>
              <a:rPr lang="vi-VN" sz="5400" b="1" dirty="0">
                <a:latin typeface="+mj-lt"/>
              </a:rPr>
              <a:t>ĐK. Để Chúa đến trong cuộc đời, để Chúa đến mang ơn Trời, nguồn hạnh phúc cho con người, mùa cứu rỗi cho mọi nơi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062188510"/>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8039791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tàn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6024216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MƯA ƠI (323)</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737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2630046"/>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3767</TotalTime>
  <Words>1167</Words>
  <Application>Microsoft Office PowerPoint</Application>
  <PresentationFormat>On-screen Show (4:3)</PresentationFormat>
  <Paragraphs>60</Paragraphs>
  <Slides>31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MỪNG VUI LÊN (271)</vt:lpstr>
      <vt:lpstr>Nhập Lễ                                            MỪNG VUI LÊN (271)</vt:lpstr>
      <vt:lpstr>Nhập Lễ                                            MỪNG VUI LÊN (271)</vt:lpstr>
      <vt:lpstr>Nhập Lễ                                            MỪNG VUI LÊN (271)</vt:lpstr>
      <vt:lpstr>Nhập Lễ                                            MỪNG VUI LÊN (271)</vt:lpstr>
      <vt:lpstr>Nhập Lễ                                            MỪNG VUI LÊN (271)</vt:lpstr>
      <vt:lpstr>PowerPoint Presentation</vt:lpstr>
      <vt:lpstr>PowerPoint Presentation</vt:lpstr>
      <vt:lpstr>Dâng Lễ                                     CỦA LỄ DÂNG CHA (40) </vt:lpstr>
      <vt:lpstr>Dâng Lễ                                     CỦA LỄ DÂNG CHA (40) </vt:lpstr>
      <vt:lpstr>Dâng Lễ                                     CỦA LỄ DÂNG CHA (40) </vt:lpstr>
      <vt:lpstr>CA HIỆP LỄ</vt:lpstr>
      <vt:lpstr>Hiệp Lễ                                       ĐỂ CHÚA ĐẾN (ND)</vt:lpstr>
      <vt:lpstr>Hiệp Lễ                                       ĐỂ CHÚA ĐẾN (ND)</vt:lpstr>
      <vt:lpstr>Hiệp Lễ                                       ĐỂ CHÚA ĐẾN (ND)</vt:lpstr>
      <vt:lpstr>Hiệp Lễ                                       ĐỂ CHÚA ĐẾN (ND)</vt:lpstr>
      <vt:lpstr>Hiệp Lễ                                       ĐỂ CHÚA ĐẾN (ND)</vt:lpstr>
      <vt:lpstr>Hiệp Lễ                                       ĐỂ CHÚA ĐẾN (ND)</vt:lpstr>
      <vt:lpstr>Hiệp Lễ                                       ĐỂ CHÚA ĐẾN (ND)</vt:lpstr>
      <vt:lpstr>Hiệp Lễ                                       ĐỂ CHÚA ĐẾN (ND)</vt:lpstr>
      <vt:lpstr>Hiệp Lễ                                       ĐỂ CHÚA ĐẾN (ND)</vt:lpstr>
      <vt:lpstr>Nhập Lễ                                                 MƯA ƠI (323)</vt:lpstr>
      <vt:lpstr>Nhập Lễ                                                 MƯA ƠI (323)</vt:lpstr>
      <vt:lpstr>Nhập Lễ                                                 MƯA ƠI (323)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 Tran</cp:lastModifiedBy>
  <cp:revision>1286</cp:revision>
  <dcterms:created xsi:type="dcterms:W3CDTF">2018-09-17T12:52:44Z</dcterms:created>
  <dcterms:modified xsi:type="dcterms:W3CDTF">2020-12-14T12:16:43Z</dcterms:modified>
</cp:coreProperties>
</file>