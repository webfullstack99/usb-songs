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Lst>
  <p:notesMasterIdLst>
    <p:notesMasterId r:id="rId29"/>
  </p:notesMasterIdLst>
  <p:sldIdLst>
    <p:sldId id="4112" r:id="rId2"/>
    <p:sldId id="4113" r:id="rId3"/>
    <p:sldId id="4114" r:id="rId4"/>
    <p:sldId id="4115" r:id="rId5"/>
    <p:sldId id="4116" r:id="rId6"/>
    <p:sldId id="4117" r:id="rId7"/>
    <p:sldId id="4372" r:id="rId8"/>
    <p:sldId id="2400" r:id="rId9"/>
    <p:sldId id="4755" r:id="rId10"/>
    <p:sldId id="1522" r:id="rId11"/>
    <p:sldId id="3729" r:id="rId12"/>
    <p:sldId id="4758" r:id="rId13"/>
    <p:sldId id="4759" r:id="rId14"/>
    <p:sldId id="4760" r:id="rId15"/>
    <p:sldId id="4761" r:id="rId16"/>
    <p:sldId id="4762" r:id="rId17"/>
    <p:sldId id="4106" r:id="rId18"/>
    <p:sldId id="2851" r:id="rId19"/>
    <p:sldId id="2852" r:id="rId20"/>
    <p:sldId id="2853" r:id="rId21"/>
    <p:sldId id="2854" r:id="rId22"/>
    <p:sldId id="2855" r:id="rId23"/>
    <p:sldId id="2856" r:id="rId24"/>
    <p:sldId id="4763" r:id="rId25"/>
    <p:sldId id="4764" r:id="rId26"/>
    <p:sldId id="3342" r:id="rId27"/>
    <p:sldId id="3343" r:id="rId28"/>
  </p:sldIdLst>
  <p:sldSz cx="9144000" cy="6858000" type="screen4x3"/>
  <p:notesSz cx="6858000" cy="9144000"/>
  <p:defaultTextStyle>
    <a:defPPr>
      <a:defRPr lang="vi-V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xmlns="">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xmlns=""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2591" autoAdjust="0"/>
    <p:restoredTop sz="94660"/>
  </p:normalViewPr>
  <p:slideViewPr>
    <p:cSldViewPr snapToGrid="0">
      <p:cViewPr varScale="1">
        <p:scale>
          <a:sx n="68" d="100"/>
          <a:sy n="68" d="100"/>
        </p:scale>
        <p:origin x="-660" y="-102"/>
      </p:cViewPr>
      <p:guideLst>
        <p:guide orient="horz" pos="216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vi-V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C25985F-86E8-4AA6-9352-571FAE95264D}" type="datetimeFigureOut">
              <a:rPr lang="vi-VN" smtClean="0"/>
              <a:pPr/>
              <a:t>03/12/2020</a:t>
            </a:fld>
            <a:endParaRPr lang="vi-VN"/>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vi-V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vi-V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vi-V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E4D914E-6825-4475-A990-0303B744F5B1}" type="slidenum">
              <a:rPr lang="vi-VN" smtClean="0"/>
              <a:pPr/>
              <a:t>‹#›</a:t>
            </a:fld>
            <a:endParaRPr lang="vi-VN"/>
          </a:p>
        </p:txBody>
      </p:sp>
    </p:spTree>
    <p:extLst>
      <p:ext uri="{BB962C8B-B14F-4D97-AF65-F5344CB8AC3E}">
        <p14:creationId xmlns:p14="http://schemas.microsoft.com/office/powerpoint/2010/main" val="4831285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en-US"/>
              <a:t>Click to edit Master title style</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866177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143851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23888" y="1709739"/>
            <a:ext cx="7886700" cy="2852737"/>
          </a:xfrm>
        </p:spPr>
        <p:txBody>
          <a:bodyPr anchor="b"/>
          <a:lstStyle>
            <a:lvl1pPr>
              <a:defRPr sz="6000"/>
            </a:lvl1pPr>
          </a:lstStyle>
          <a:p>
            <a:r>
              <a:rPr lang="en-US"/>
              <a:t>Click to edit Master title style</a:t>
            </a:r>
            <a:endParaRPr lang="en-US" dirty="0"/>
          </a:p>
        </p:txBody>
      </p:sp>
      <p:sp>
        <p:nvSpPr>
          <p:cNvPr id="3" name="Text Placeholder 2"/>
          <p:cNvSpPr>
            <a:spLocks noGrp="1"/>
          </p:cNvSpPr>
          <p:nvPr>
            <p:ph type="body" idx="1"/>
          </p:nvPr>
        </p:nvSpPr>
        <p:spPr>
          <a:xfrm>
            <a:off x="623888" y="4589464"/>
            <a:ext cx="7886700" cy="1500187"/>
          </a:xfrm>
        </p:spPr>
        <p:txBody>
          <a:bodyPr/>
          <a:lstStyle>
            <a:lvl1pPr marL="0" indent="0">
              <a:buNone/>
              <a:defRPr sz="24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Edit Master text styles</a:t>
            </a:r>
          </a:p>
        </p:txBody>
      </p:sp>
      <p:sp>
        <p:nvSpPr>
          <p:cNvPr id="4" name="Date Placeholder 3"/>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0498817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286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4629150" y="1825625"/>
            <a:ext cx="3886200" cy="435133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6590517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629841" y="365126"/>
            <a:ext cx="7886700" cy="1325563"/>
          </a:xfrm>
        </p:spPr>
        <p:txBody>
          <a:bodyPr/>
          <a:lstStyle/>
          <a:p>
            <a:r>
              <a:rPr lang="en-US"/>
              <a:t>Click to edit Master title style</a:t>
            </a:r>
            <a:endParaRPr lang="en-US" dirty="0"/>
          </a:p>
        </p:txBody>
      </p:sp>
      <p:sp>
        <p:nvSpPr>
          <p:cNvPr id="3" name="Text Placeholder 2"/>
          <p:cNvSpPr>
            <a:spLocks noGrp="1"/>
          </p:cNvSpPr>
          <p:nvPr>
            <p:ph type="body" idx="1"/>
          </p:nvPr>
        </p:nvSpPr>
        <p:spPr>
          <a:xfrm>
            <a:off x="629842" y="1681163"/>
            <a:ext cx="386834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4" name="Content Placeholder 3"/>
          <p:cNvSpPr>
            <a:spLocks noGrp="1"/>
          </p:cNvSpPr>
          <p:nvPr>
            <p:ph sz="half" idx="2"/>
          </p:nvPr>
        </p:nvSpPr>
        <p:spPr>
          <a:xfrm>
            <a:off x="629842" y="2505075"/>
            <a:ext cx="3868340"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4629150" y="1681163"/>
            <a:ext cx="3887391"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Edit Master text styles</a:t>
            </a:r>
          </a:p>
        </p:txBody>
      </p:sp>
      <p:sp>
        <p:nvSpPr>
          <p:cNvPr id="6" name="Content Placeholder 5"/>
          <p:cNvSpPr>
            <a:spLocks noGrp="1"/>
          </p:cNvSpPr>
          <p:nvPr>
            <p:ph sz="quarter" idx="4"/>
          </p:nvPr>
        </p:nvSpPr>
        <p:spPr>
          <a:xfrm>
            <a:off x="4629150" y="2505075"/>
            <a:ext cx="3887391" cy="3684588"/>
          </a:xfr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8" name="Footer Placeholder 7"/>
          <p:cNvSpPr>
            <a:spLocks noGrp="1"/>
          </p:cNvSpPr>
          <p:nvPr>
            <p:ph type="ftr" sz="quarter" idx="11"/>
          </p:nvPr>
        </p:nvSpPr>
        <p:spPr/>
        <p:txBody>
          <a:bodyPr/>
          <a:lstStyle/>
          <a:p>
            <a:endParaRPr lang="vi-VN"/>
          </a:p>
        </p:txBody>
      </p:sp>
      <p:sp>
        <p:nvSpPr>
          <p:cNvPr id="9" name="Slide Number Placeholder 8"/>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34762892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4" name="Footer Placeholder 3"/>
          <p:cNvSpPr>
            <a:spLocks noGrp="1"/>
          </p:cNvSpPr>
          <p:nvPr>
            <p:ph type="ftr" sz="quarter" idx="11"/>
          </p:nvPr>
        </p:nvSpPr>
        <p:spPr/>
        <p:txBody>
          <a:bodyPr/>
          <a:lstStyle/>
          <a:p>
            <a:endParaRPr lang="vi-VN"/>
          </a:p>
        </p:txBody>
      </p:sp>
      <p:sp>
        <p:nvSpPr>
          <p:cNvPr id="5" name="Slide Number Placeholder 4"/>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8621277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3" name="Footer Placeholder 2"/>
          <p:cNvSpPr>
            <a:spLocks noGrp="1"/>
          </p:cNvSpPr>
          <p:nvPr>
            <p:ph type="ftr" sz="quarter" idx="11"/>
          </p:nvPr>
        </p:nvSpPr>
        <p:spPr/>
        <p:txBody>
          <a:bodyPr/>
          <a:lstStyle/>
          <a:p>
            <a:endParaRPr lang="vi-VN"/>
          </a:p>
        </p:txBody>
      </p:sp>
      <p:sp>
        <p:nvSpPr>
          <p:cNvPr id="4" name="Slide Number Placeholder 3"/>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271493882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Content Placeholder 2"/>
          <p:cNvSpPr>
            <a:spLocks noGrp="1"/>
          </p:cNvSpPr>
          <p:nvPr>
            <p:ph idx="1"/>
          </p:nvPr>
        </p:nvSpPr>
        <p:spPr>
          <a:xfrm>
            <a:off x="3887391" y="987426"/>
            <a:ext cx="462915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5483498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29841" y="457200"/>
            <a:ext cx="2949178" cy="1600200"/>
          </a:xfrm>
        </p:spPr>
        <p:txBody>
          <a:bodyPr anchor="b"/>
          <a:lstStyle>
            <a:lvl1pPr>
              <a:defRPr sz="3200"/>
            </a:lvl1pPr>
          </a:lstStyle>
          <a:p>
            <a:r>
              <a:rPr lang="en-US"/>
              <a:t>Click to edit Master title style</a:t>
            </a:r>
            <a:endParaRPr lang="en-US" dirty="0"/>
          </a:p>
        </p:txBody>
      </p:sp>
      <p:sp>
        <p:nvSpPr>
          <p:cNvPr id="3" name="Picture Placeholder 2"/>
          <p:cNvSpPr>
            <a:spLocks noGrp="1" noChangeAspect="1"/>
          </p:cNvSpPr>
          <p:nvPr>
            <p:ph type="pic" idx="1"/>
          </p:nvPr>
        </p:nvSpPr>
        <p:spPr>
          <a:xfrm>
            <a:off x="3887391" y="987426"/>
            <a:ext cx="462915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629841" y="2057400"/>
            <a:ext cx="2949178"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Edit Master text styles</a:t>
            </a:r>
          </a:p>
        </p:txBody>
      </p:sp>
      <p:sp>
        <p:nvSpPr>
          <p:cNvPr id="5" name="Date Placeholder 4"/>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6" name="Footer Placeholder 5"/>
          <p:cNvSpPr>
            <a:spLocks noGrp="1"/>
          </p:cNvSpPr>
          <p:nvPr>
            <p:ph type="ftr" sz="quarter" idx="11"/>
          </p:nvPr>
        </p:nvSpPr>
        <p:spPr/>
        <p:txBody>
          <a:bodyPr/>
          <a:lstStyle/>
          <a:p>
            <a:endParaRPr lang="vi-VN"/>
          </a:p>
        </p:txBody>
      </p:sp>
      <p:sp>
        <p:nvSpPr>
          <p:cNvPr id="7" name="Slide Number Placeholder 6"/>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402527331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3563732323"/>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543675" y="365125"/>
            <a:ext cx="1971675" cy="5811838"/>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628650" y="365125"/>
            <a:ext cx="5800725" cy="5811838"/>
          </a:xfrm>
        </p:spPr>
        <p:txBody>
          <a:bodyPr vert="eaVert"/>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0569F2D7-2394-463B-99AA-3447397976B2}" type="datetimeFigureOut">
              <a:rPr lang="vi-VN" smtClean="0"/>
              <a:pPr/>
              <a:t>03/12/2020</a:t>
            </a:fld>
            <a:endParaRPr lang="vi-VN"/>
          </a:p>
        </p:txBody>
      </p:sp>
      <p:sp>
        <p:nvSpPr>
          <p:cNvPr id="5" name="Footer Placeholder 4"/>
          <p:cNvSpPr>
            <a:spLocks noGrp="1"/>
          </p:cNvSpPr>
          <p:nvPr>
            <p:ph type="ftr" sz="quarter" idx="11"/>
          </p:nvPr>
        </p:nvSpPr>
        <p:spPr/>
        <p:txBody>
          <a:bodyPr/>
          <a:lstStyle/>
          <a:p>
            <a:endParaRPr lang="vi-VN"/>
          </a:p>
        </p:txBody>
      </p:sp>
      <p:sp>
        <p:nvSpPr>
          <p:cNvPr id="6" name="Slide Number Placeholder 5"/>
          <p:cNvSpPr>
            <a:spLocks noGrp="1"/>
          </p:cNvSpPr>
          <p:nvPr>
            <p:ph type="sldNum" sz="quarter" idx="12"/>
          </p:nvPr>
        </p:nvSpPr>
        <p:spPr/>
        <p:txBody>
          <a:bodyPr/>
          <a:lstStyle/>
          <a:p>
            <a:fld id="{035F9DCF-6D91-4825-8894-8E6DFCB090D1}" type="slidenum">
              <a:rPr lang="vi-VN" smtClean="0"/>
              <a:pPr/>
              <a:t>‹#›</a:t>
            </a:fld>
            <a:endParaRPr lang="vi-VN"/>
          </a:p>
        </p:txBody>
      </p:sp>
    </p:spTree>
    <p:extLst>
      <p:ext uri="{BB962C8B-B14F-4D97-AF65-F5344CB8AC3E}">
        <p14:creationId xmlns:p14="http://schemas.microsoft.com/office/powerpoint/2010/main" val="12667569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628650" y="365126"/>
            <a:ext cx="7886700" cy="1325563"/>
          </a:xfrm>
          <a:prstGeom prst="rect">
            <a:avLst/>
          </a:prstGeom>
        </p:spPr>
        <p:txBody>
          <a:bodyPr vert="horz" lIns="91440" tIns="45720" rIns="91440" bIns="4572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628650" y="1825625"/>
            <a:ext cx="7886700" cy="4351338"/>
          </a:xfrm>
          <a:prstGeom prst="rect">
            <a:avLst/>
          </a:prstGeom>
        </p:spPr>
        <p:txBody>
          <a:bodyPr vert="horz" lIns="91440" tIns="45720" rIns="91440" bIns="45720" rtlCol="0">
            <a:normAutofit/>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628650" y="6356351"/>
            <a:ext cx="20574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0569F2D7-2394-463B-99AA-3447397976B2}" type="datetimeFigureOut">
              <a:rPr lang="vi-VN" smtClean="0"/>
              <a:pPr/>
              <a:t>03/12/2020</a:t>
            </a:fld>
            <a:endParaRPr lang="vi-VN"/>
          </a:p>
        </p:txBody>
      </p:sp>
      <p:sp>
        <p:nvSpPr>
          <p:cNvPr id="5" name="Footer Placeholder 4"/>
          <p:cNvSpPr>
            <a:spLocks noGrp="1"/>
          </p:cNvSpPr>
          <p:nvPr>
            <p:ph type="ftr" sz="quarter" idx="3"/>
          </p:nvPr>
        </p:nvSpPr>
        <p:spPr>
          <a:xfrm>
            <a:off x="3028950" y="6356351"/>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vi-VN"/>
          </a:p>
        </p:txBody>
      </p:sp>
      <p:sp>
        <p:nvSpPr>
          <p:cNvPr id="6" name="Slide Number Placeholder 5"/>
          <p:cNvSpPr>
            <a:spLocks noGrp="1"/>
          </p:cNvSpPr>
          <p:nvPr>
            <p:ph type="sldNum" sz="quarter" idx="4"/>
          </p:nvPr>
        </p:nvSpPr>
        <p:spPr>
          <a:xfrm>
            <a:off x="6457950" y="6356351"/>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035F9DCF-6D91-4825-8894-8E6DFCB090D1}" type="slidenum">
              <a:rPr lang="vi-VN" smtClean="0"/>
              <a:pPr/>
              <a:t>‹#›</a:t>
            </a:fld>
            <a:endParaRPr lang="vi-VN"/>
          </a:p>
        </p:txBody>
      </p:sp>
    </p:spTree>
    <p:extLst>
      <p:ext uri="{BB962C8B-B14F-4D97-AF65-F5344CB8AC3E}">
        <p14:creationId xmlns:p14="http://schemas.microsoft.com/office/powerpoint/2010/main" val="3468737671"/>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Lạy Thiên Chúa Ba Ngôi toàn năng, chúng con đang họp nhau cầu nguyện, tha thiết nài xin cho cơn dịch bệnh mau chấm dứt. Lạy Chúa Cha giàu lòng thương xót, xin nhìn đến nỗi thống khổ của đoàn con trên khắp thế giới, </a:t>
            </a:r>
          </a:p>
        </p:txBody>
      </p:sp>
    </p:spTree>
    <p:extLst>
      <p:ext uri="{BB962C8B-B14F-4D97-AF65-F5344CB8AC3E}">
        <p14:creationId xmlns:p14="http://schemas.microsoft.com/office/powerpoint/2010/main" val="2174263447"/>
      </p:ext>
    </p:extLst>
  </p:cSld>
  <p:clrMapOvr>
    <a:masterClrMapping/>
  </p:clrMapOvr>
  <p:transition/>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đặc biệt tại những nơi dịch bệnh đang hoành hành. Xin củng cố đức tin của chúng con, cho chúng con hoàn toàn tín thác vào tình yêu quan phòng của Cha. Lạy Chúa Giêsu là Đấng cứu độ duy nhất, </a:t>
            </a:r>
          </a:p>
        </p:txBody>
      </p:sp>
    </p:spTree>
    <p:extLst>
      <p:ext uri="{BB962C8B-B14F-4D97-AF65-F5344CB8AC3E}">
        <p14:creationId xmlns:p14="http://schemas.microsoft.com/office/powerpoint/2010/main" val="1057351675"/>
      </p:ext>
    </p:extLst>
  </p:cSld>
  <p:clrMapOvr>
    <a:masterClrMapping/>
  </p:clrMapOvr>
  <p:transition/>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là vị lương y đầy quyền năng và lòng thương xót, xin thương cho các bệnh nhân sớm được chữa lành, và an ủi các gia đình đang gặp khó khăn thử thách. Xin cho lời chúng con khiêm tốn cầu nguyện, </a:t>
            </a:r>
          </a:p>
        </p:txBody>
      </p:sp>
    </p:spTree>
    <p:extLst>
      <p:ext uri="{BB962C8B-B14F-4D97-AF65-F5344CB8AC3E}">
        <p14:creationId xmlns:p14="http://schemas.microsoft.com/office/powerpoint/2010/main" val="1479294224"/>
      </p:ext>
    </p:extLst>
  </p:cSld>
  <p:clrMapOvr>
    <a:masterClrMapping/>
  </p:clrMapOvr>
  <p:transition/>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được chạm tới trái tim nhân lành của Chúa, xin giảm bớt gánh nặng khổ đau, và cho chúng con cảm nhận được bàn tay Chúa đang ân cần nâng đỡ chúng con. Lạy Chúa Thánh Thần là nguồn sức mạnh tình yêu, </a:t>
            </a:r>
          </a:p>
        </p:txBody>
      </p:sp>
    </p:spTree>
    <p:extLst>
      <p:ext uri="{BB962C8B-B14F-4D97-AF65-F5344CB8AC3E}">
        <p14:creationId xmlns:p14="http://schemas.microsoft.com/office/powerpoint/2010/main" val="685872896"/>
      </p:ext>
    </p:extLst>
  </p:cSld>
  <p:clrMapOvr>
    <a:masterClrMapping/>
  </p:clrMapOvr>
  <p:transition/>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xin soi sáng các vị hữu trách và những người có khả năng, giúp họ sớm tìm ra phương thuốc chữa trị dịch bệnh, xin ban cho các bác sĩ và nhân viên y tế, sức mạnh của </a:t>
            </a:r>
            <a:r>
              <a:rPr lang="vi-VN" sz="5400" b="1">
                <a:latin typeface="Times New Roman" panose="02020603050405020304" pitchFamily="18" charset="0"/>
                <a:cs typeface="Times New Roman" panose="02020603050405020304" pitchFamily="18" charset="0"/>
              </a:rPr>
              <a:t>tình thương và </a:t>
            </a:r>
            <a:r>
              <a:rPr lang="vi-VN" sz="5400" b="1" dirty="0">
                <a:latin typeface="Times New Roman" panose="02020603050405020304" pitchFamily="18" charset="0"/>
                <a:cs typeface="Times New Roman" panose="02020603050405020304" pitchFamily="18" charset="0"/>
              </a:rPr>
              <a:t>lòng nhiệt thành quảng đại, </a:t>
            </a:r>
          </a:p>
        </p:txBody>
      </p:sp>
    </p:spTree>
    <p:extLst>
      <p:ext uri="{BB962C8B-B14F-4D97-AF65-F5344CB8AC3E}">
        <p14:creationId xmlns:p14="http://schemas.microsoft.com/office/powerpoint/2010/main" val="2157549357"/>
      </p:ext>
    </p:extLst>
  </p:cSld>
  <p:clrMapOvr>
    <a:masterClrMapping/>
  </p:clrMapOvr>
  <p:transition/>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9009"/>
            <a:ext cx="9144000" cy="533400"/>
          </a:xfrm>
        </p:spPr>
        <p:txBody>
          <a:bodyPr>
            <a:normAutofit/>
          </a:bodyPr>
          <a:lstStyle/>
          <a:p>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KINH CẦU CHO ĐẠI DỊCH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574548"/>
            <a:ext cx="9144000" cy="6177534"/>
          </a:xfrm>
        </p:spPr>
        <p:txBody>
          <a:bodyPr>
            <a:noAutofit/>
          </a:bodyPr>
          <a:lstStyle/>
          <a:p>
            <a:pPr algn="just"/>
            <a:r>
              <a:rPr lang="vi-VN" sz="5400" b="1" dirty="0">
                <a:latin typeface="Times New Roman" panose="02020603050405020304" pitchFamily="18" charset="0"/>
                <a:cs typeface="Times New Roman" panose="02020603050405020304" pitchFamily="18" charset="0"/>
              </a:rPr>
              <a:t>luôn tận tâm tận lực phục vụ các bệnh nhân. Chúng con xin trao vào đôi tay từ mẫu của Mẹ Maria, những lời khẩn nguyện trong cơn đại nạn, nhờ lời Đức Mẹ chuyển cầu, xin Chúa nhận lời chúng con. Amen</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024972696"/>
      </p:ext>
    </p:extLst>
  </p:cSld>
  <p:clrMapOvr>
    <a:masterClrMapping/>
  </p:clrMapOvr>
  <p:transition/>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xmlns="" id="{E15707EB-D7C8-4315-861E-0C0D881BA228}"/>
              </a:ext>
            </a:extLst>
          </p:cNvPr>
          <p:cNvSpPr>
            <a:spLocks noGrp="1"/>
          </p:cNvSpPr>
          <p:nvPr>
            <p:ph type="title"/>
          </p:nvPr>
        </p:nvSpPr>
        <p:spPr/>
        <p:txBody>
          <a:bodyPr/>
          <a:lstStyle/>
          <a:p>
            <a:endParaRPr lang="en-US"/>
          </a:p>
        </p:txBody>
      </p:sp>
      <p:sp>
        <p:nvSpPr>
          <p:cNvPr id="3" name="Content Placeholder 2">
            <a:extLst>
              <a:ext uri="{FF2B5EF4-FFF2-40B4-BE49-F238E27FC236}">
                <a16:creationId xmlns:a16="http://schemas.microsoft.com/office/drawing/2014/main" xmlns="" id="{580A1A79-EAAF-4BC4-8937-5CA2ACF0C6C3}"/>
              </a:ext>
            </a:extLst>
          </p:cNvPr>
          <p:cNvSpPr>
            <a:spLocks noGrp="1"/>
          </p:cNvSpPr>
          <p:nvPr>
            <p:ph idx="1"/>
          </p:nvPr>
        </p:nvSpPr>
        <p:spPr/>
        <p:txBody>
          <a:bodyPr/>
          <a:lstStyle/>
          <a:p>
            <a:endParaRPr lang="en-US"/>
          </a:p>
        </p:txBody>
      </p:sp>
    </p:spTree>
    <p:extLst>
      <p:ext uri="{BB962C8B-B14F-4D97-AF65-F5344CB8AC3E}">
        <p14:creationId xmlns:p14="http://schemas.microsoft.com/office/powerpoint/2010/main" val="344649657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PHANXICO XAVIE(DH)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961040"/>
            <a:ext cx="9144000" cy="5105400"/>
          </a:xfrm>
        </p:spPr>
        <p:txBody>
          <a:bodyPr>
            <a:noAutofit/>
          </a:bodyPr>
          <a:lstStyle/>
          <a:p>
            <a:pPr algn="just"/>
            <a:r>
              <a:rPr lang="en-US" sz="5400" b="1" dirty="0">
                <a:latin typeface="Times New Roman" panose="02020603050405020304" pitchFamily="18" charset="0"/>
                <a:cs typeface="Times New Roman" panose="02020603050405020304" pitchFamily="18" charset="0"/>
              </a:rPr>
              <a:t>1. </a:t>
            </a:r>
            <a:r>
              <a:rPr lang="en-US" sz="5400" b="1" dirty="0" err="1">
                <a:latin typeface="Times New Roman" panose="02020603050405020304" pitchFamily="18" charset="0"/>
                <a:cs typeface="Times New Roman" panose="02020603050405020304" pitchFamily="18" charset="0"/>
              </a:rPr>
              <a:t>Ngọn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đuốc</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hồng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bừng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soi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xóa</a:t>
            </a:r>
            <a:r>
              <a:rPr lang="en-US" sz="5400" b="1" dirty="0">
                <a:latin typeface="Times New Roman" panose="02020603050405020304" pitchFamily="18" charset="0"/>
                <a:cs typeface="Times New Roman" panose="02020603050405020304" pitchFamily="18" charset="0"/>
              </a:rPr>
              <a:t> tan </a:t>
            </a:r>
            <a:r>
              <a:rPr lang="en-US" sz="5400" b="1" dirty="0" err="1">
                <a:latin typeface="Times New Roman" panose="02020603050405020304" pitchFamily="18" charset="0"/>
                <a:cs typeface="Times New Roman" panose="02020603050405020304" pitchFamily="18" charset="0"/>
              </a:rPr>
              <a:t>đêm</a:t>
            </a:r>
            <a:r>
              <a:rPr lang="en-US" sz="5400" b="1" dirty="0">
                <a:latin typeface="Times New Roman" panose="02020603050405020304" pitchFamily="18" charset="0"/>
                <a:cs typeface="Times New Roman" panose="02020603050405020304" pitchFamily="18" charset="0"/>
              </a:rPr>
              <a:t> tr</a:t>
            </a:r>
            <a:r>
              <a:rPr lang="vi-VN" sz="5400" b="1" dirty="0">
                <a:latin typeface="Times New Roman" panose="02020603050405020304" pitchFamily="18" charset="0"/>
                <a:cs typeface="Times New Roman" panose="02020603050405020304" pitchFamily="18" charset="0"/>
              </a:rPr>
              <a:t>ường, và từ đó khai sáng Giáo Hội Phương Đông. Vì tình yêu Chúa Trời Ngài đến với muôn người để truyền rao chân lý muôn đời mọi nơi.</a:t>
            </a:r>
          </a:p>
        </p:txBody>
      </p:sp>
    </p:spTree>
    <p:extLst>
      <p:ext uri="{BB962C8B-B14F-4D97-AF65-F5344CB8AC3E}">
        <p14:creationId xmlns:p14="http://schemas.microsoft.com/office/powerpoint/2010/main" val="3374125392"/>
      </p:ext>
    </p:extLst>
  </p:cSld>
  <p:clrMapOvr>
    <a:masterClrMapping/>
  </p:clrMapOvr>
  <p:transition/>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Nhập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THÁNH PHANXICO XAVIE(DH)</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93104"/>
            <a:ext cx="9144000" cy="4641273"/>
          </a:xfrm>
        </p:spPr>
        <p:txBody>
          <a:bodyPr>
            <a:noAutofit/>
          </a:bodyPr>
          <a:lstStyle/>
          <a:p>
            <a:pPr algn="just"/>
            <a:r>
              <a:rPr lang="en-US" sz="5400" b="1" dirty="0">
                <a:latin typeface="Times New Roman" panose="02020603050405020304" pitchFamily="18" charset="0"/>
                <a:cs typeface="Times New Roman" panose="02020603050405020304" pitchFamily="18" charset="0"/>
              </a:rPr>
              <a:t>ĐK: Phan-xi-</a:t>
            </a:r>
            <a:r>
              <a:rPr lang="en-US" sz="5400" b="1" dirty="0" err="1">
                <a:latin typeface="Times New Roman" panose="02020603050405020304" pitchFamily="18" charset="0"/>
                <a:cs typeface="Times New Roman" panose="02020603050405020304" pitchFamily="18" charset="0"/>
              </a:rPr>
              <a:t>cô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-vi-ê! Phan-xi-</a:t>
            </a:r>
            <a:r>
              <a:rPr lang="en-US" sz="5400" b="1" dirty="0" err="1">
                <a:latin typeface="Times New Roman" panose="02020603050405020304" pitchFamily="18" charset="0"/>
                <a:cs typeface="Times New Roman" panose="02020603050405020304" pitchFamily="18" charset="0"/>
              </a:rPr>
              <a:t>cô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-vi-ê! Nay </a:t>
            </a:r>
            <a:r>
              <a:rPr lang="en-US" sz="5400" b="1" dirty="0" err="1">
                <a:latin typeface="Times New Roman" panose="02020603050405020304" pitchFamily="18" charset="0"/>
                <a:cs typeface="Times New Roman" panose="02020603050405020304" pitchFamily="18" charset="0"/>
              </a:rPr>
              <a:t>đoàn</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hát</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mừng</a:t>
            </a:r>
            <a:r>
              <a:rPr lang="en-US" sz="5400" b="1" dirty="0">
                <a:latin typeface="Times New Roman" panose="02020603050405020304" pitchFamily="18" charset="0"/>
                <a:cs typeface="Times New Roman" panose="02020603050405020304" pitchFamily="18" charset="0"/>
              </a:rPr>
              <a:t>. Phan-xi-</a:t>
            </a:r>
            <a:r>
              <a:rPr lang="en-US" sz="5400" b="1" dirty="0" err="1">
                <a:latin typeface="Times New Roman" panose="02020603050405020304" pitchFamily="18" charset="0"/>
                <a:cs typeface="Times New Roman" panose="02020603050405020304" pitchFamily="18" charset="0"/>
              </a:rPr>
              <a:t>cô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-vi-ê! Phan-xi-</a:t>
            </a:r>
            <a:r>
              <a:rPr lang="en-US" sz="5400" b="1" dirty="0" err="1">
                <a:latin typeface="Times New Roman" panose="02020603050405020304" pitchFamily="18" charset="0"/>
                <a:cs typeface="Times New Roman" panose="02020603050405020304" pitchFamily="18" charset="0"/>
              </a:rPr>
              <a:t>cô</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Xa</a:t>
            </a:r>
            <a:r>
              <a:rPr lang="en-US" sz="5400" b="1" dirty="0">
                <a:latin typeface="Times New Roman" panose="02020603050405020304" pitchFamily="18" charset="0"/>
                <a:cs typeface="Times New Roman" panose="02020603050405020304" pitchFamily="18" charset="0"/>
              </a:rPr>
              <a:t>-vi-ê! </a:t>
            </a:r>
            <a:r>
              <a:rPr lang="en-US" sz="5400" b="1" dirty="0" err="1">
                <a:latin typeface="Times New Roman" panose="02020603050405020304" pitchFamily="18" charset="0"/>
                <a:cs typeface="Times New Roman" panose="02020603050405020304" pitchFamily="18" charset="0"/>
              </a:rPr>
              <a:t>Nguyện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theo</a:t>
            </a:r>
            <a:r>
              <a:rPr lang="en-US" sz="5400" b="1" dirty="0">
                <a:latin typeface="Times New Roman" panose="02020603050405020304" pitchFamily="18" charset="0"/>
                <a:cs typeface="Times New Roman" panose="02020603050405020304" pitchFamily="18" charset="0"/>
              </a:rPr>
              <a:t> b</a:t>
            </a:r>
            <a:r>
              <a:rPr lang="vi-VN" sz="5400" b="1" dirty="0">
                <a:latin typeface="Times New Roman" panose="02020603050405020304" pitchFamily="18" charset="0"/>
                <a:cs typeface="Times New Roman" panose="02020603050405020304" pitchFamily="18" charset="0"/>
              </a:rPr>
              <a:t>ước chân Ngài.</a:t>
            </a:r>
          </a:p>
        </p:txBody>
      </p:sp>
    </p:spTree>
    <p:extLst>
      <p:ext uri="{BB962C8B-B14F-4D97-AF65-F5344CB8AC3E}">
        <p14:creationId xmlns:p14="http://schemas.microsoft.com/office/powerpoint/2010/main" val="2696130621"/>
      </p:ext>
    </p:extLst>
  </p:cSld>
  <p:clrMapOvr>
    <a:masterClrMapping/>
  </p:clrMapOvr>
  <p:transition/>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0" y="1272470"/>
            <a:ext cx="9144000" cy="3907390"/>
          </a:xfrm>
        </p:spPr>
        <p:txBody>
          <a:bodyPr>
            <a:noAutofit/>
          </a:bodyPr>
          <a:lstStyle/>
          <a:p>
            <a:r>
              <a:rPr lang="en-US" sz="6600" b="1" dirty="0" err="1">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Đáp</a:t>
            </a:r>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 Ca</a:t>
            </a:r>
          </a:p>
          <a:p>
            <a:pPr algn="just"/>
            <a:r>
              <a:rPr lang="vi-VN" sz="5400" b="1" dirty="0">
                <a:latin typeface="Times New Roman" panose="02020603050405020304" pitchFamily="18" charset="0"/>
                <a:cs typeface="Times New Roman" panose="02020603050405020304" pitchFamily="18" charset="0"/>
              </a:rPr>
              <a:t>Hãy đi rao giảng Tin Mừng khắp thế gian.</a:t>
            </a:r>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414151938"/>
      </p:ext>
    </p:extLst>
  </p:cSld>
  <p:clrMapOvr>
    <a:masterClrMapping/>
  </p:clrMapOvr>
  <p:transition/>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ubtitle 2"/>
          <p:cNvSpPr>
            <a:spLocks noGrp="1"/>
          </p:cNvSpPr>
          <p:nvPr>
            <p:ph type="subTitle" idx="1"/>
          </p:nvPr>
        </p:nvSpPr>
        <p:spPr>
          <a:xfrm>
            <a:off x="9428" y="443480"/>
            <a:ext cx="9144000" cy="5537407"/>
          </a:xfrm>
        </p:spPr>
        <p:txBody>
          <a:bodyPr>
            <a:noAutofit/>
          </a:bodyPr>
          <a:lstStyle/>
          <a:p>
            <a:r>
              <a:rPr lang="en-US" sz="6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Alleluia</a:t>
            </a:r>
          </a:p>
          <a:p>
            <a:pPr algn="just"/>
            <a:r>
              <a:rPr lang="en-US" sz="5400" b="1" dirty="0">
                <a:latin typeface="Times New Roman" panose="02020603050405020304" pitchFamily="18" charset="0"/>
                <a:cs typeface="Times New Roman" panose="02020603050405020304" pitchFamily="18" charset="0"/>
              </a:rPr>
              <a:t>All…All… </a:t>
            </a:r>
            <a:r>
              <a:rPr lang="en-US" sz="5400" b="1" dirty="0" err="1">
                <a:latin typeface="Times New Roman" panose="02020603050405020304" pitchFamily="18" charset="0"/>
                <a:cs typeface="Times New Roman" panose="02020603050405020304" pitchFamily="18" charset="0"/>
              </a:rPr>
              <a:t>Chúa</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phán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hãy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giảng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dạy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muôn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dân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Và</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đây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Thầy</a:t>
            </a:r>
            <a:r>
              <a:rPr lang="en-US" sz="5400" b="1" dirty="0">
                <a:latin typeface="Times New Roman" panose="02020603050405020304" pitchFamily="18" charset="0"/>
                <a:cs typeface="Times New Roman" panose="02020603050405020304" pitchFamily="18" charset="0"/>
              </a:rPr>
              <a:t> ở </a:t>
            </a:r>
            <a:r>
              <a:rPr lang="en-US" sz="5400" b="1" dirty="0" err="1">
                <a:latin typeface="Times New Roman" panose="02020603050405020304" pitchFamily="18" charset="0"/>
                <a:cs typeface="Times New Roman" panose="02020603050405020304" pitchFamily="18" charset="0"/>
              </a:rPr>
              <a:t>cùng</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các</a:t>
            </a:r>
            <a:r>
              <a:rPr lang="en-US" sz="5400" b="1" dirty="0">
                <a:latin typeface="Times New Roman" panose="02020603050405020304" pitchFamily="18" charset="0"/>
                <a:cs typeface="Times New Roman" panose="02020603050405020304" pitchFamily="18" charset="0"/>
              </a:rPr>
              <a:t> con </a:t>
            </a:r>
            <a:r>
              <a:rPr lang="en-US" sz="5400" b="1" dirty="0" err="1">
                <a:latin typeface="Times New Roman" panose="02020603050405020304" pitchFamily="18" charset="0"/>
                <a:cs typeface="Times New Roman" panose="02020603050405020304" pitchFamily="18" charset="0"/>
              </a:rPr>
              <a:t>mọi</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ngày</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cho</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đến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tận</a:t>
            </a:r>
            <a:r>
              <a:rPr lang="en-US" sz="5400" b="1" dirty="0">
                <a:latin typeface="Times New Roman" panose="02020603050405020304" pitchFamily="18" charset="0"/>
                <a:cs typeface="Times New Roman" panose="02020603050405020304" pitchFamily="18" charset="0"/>
              </a:rPr>
              <a:t> </a:t>
            </a:r>
            <a:r>
              <a:rPr lang="en-US" sz="5400" b="1" dirty="0" err="1">
                <a:latin typeface="Times New Roman" panose="02020603050405020304" pitchFamily="18" charset="0"/>
                <a:cs typeface="Times New Roman" panose="02020603050405020304" pitchFamily="18" charset="0"/>
              </a:rPr>
              <a:t>thế</a:t>
            </a:r>
            <a:r>
              <a:rPr lang="en-US" sz="5400" b="1">
                <a:latin typeface="Times New Roman" panose="02020603050405020304" pitchFamily="18" charset="0"/>
                <a:cs typeface="Times New Roman" panose="02020603050405020304" pitchFamily="18" charset="0"/>
              </a:rPr>
              <a:t>”. All</a:t>
            </a:r>
            <a:r>
              <a:rPr lang="en-US" sz="5400" b="1" dirty="0">
                <a:latin typeface="Times New Roman" panose="02020603050405020304" pitchFamily="18" charset="0"/>
                <a:cs typeface="Times New Roman" panose="02020603050405020304" pitchFamily="18" charset="0"/>
              </a:rPr>
              <a:t>…</a:t>
            </a:r>
            <a:endParaRPr lang="vi-VN" sz="5400" b="1" dirty="0">
              <a:latin typeface="Times New Roman" panose="02020603050405020304" pitchFamily="18" charset="0"/>
              <a:cs typeface="Times New Roman" panose="02020603050405020304" pitchFamily="18" charset="0"/>
            </a:endParaRPr>
          </a:p>
          <a:p>
            <a:pPr algn="just"/>
            <a:endParaRPr lang="en-US" sz="5400" b="1" dirty="0">
              <a:latin typeface="Times New Roman" panose="02020603050405020304" pitchFamily="18" charset="0"/>
              <a:cs typeface="Times New Roman" panose="02020603050405020304" pitchFamily="18" charset="0"/>
            </a:endParaRPr>
          </a:p>
        </p:txBody>
      </p:sp>
      <p:sp>
        <p:nvSpPr>
          <p:cNvPr id="4" name="Subtitle 2"/>
          <p:cNvSpPr txBox="1">
            <a:spLocks/>
          </p:cNvSpPr>
          <p:nvPr/>
        </p:nvSpPr>
        <p:spPr>
          <a:xfrm>
            <a:off x="-670560" y="3791900"/>
            <a:ext cx="9144000" cy="6922180"/>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010103324"/>
      </p:ext>
    </p:extLst>
  </p:cSld>
  <p:clrMapOvr>
    <a:masterClrMapping/>
  </p:clrMapOvr>
  <p:transition/>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CHẲNG BIẾT LẤY GÌ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99423"/>
            <a:ext cx="9144000" cy="4641273"/>
          </a:xfrm>
        </p:spPr>
        <p:txBody>
          <a:bodyPr>
            <a:noAutofit/>
          </a:bodyPr>
          <a:lstStyle/>
          <a:p>
            <a:pPr algn="just"/>
            <a:r>
              <a:rPr lang="vi-VN" sz="5400" b="1" dirty="0">
                <a:latin typeface="+mj-lt"/>
              </a:rPr>
              <a:t>ÐK: Chẳng biết lấy gì đáp ơn Ngài, vì này bao ơn phúc Ngài ban cho. Xin nâng chén cứu độ tán dương Ngài. Danh Ngài cao sang trên trần thế</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738575273"/>
      </p:ext>
    </p:extLst>
  </p:cSld>
  <p:clrMapOvr>
    <a:masterClrMapping/>
  </p:clrMapOvr>
  <p:transition/>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CHẲNG BIẾT LẤY GÌ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99423"/>
            <a:ext cx="9144000" cy="4641273"/>
          </a:xfrm>
        </p:spPr>
        <p:txBody>
          <a:bodyPr>
            <a:noAutofit/>
          </a:bodyPr>
          <a:lstStyle/>
          <a:p>
            <a:pPr algn="just"/>
            <a:r>
              <a:rPr lang="vi-VN" sz="5400" b="1" dirty="0">
                <a:latin typeface="+mj-lt"/>
              </a:rPr>
              <a:t>Mãi mãi muôn đời đến muôn đời. Tình Ngài thương lai láng tựa biển khơi, như hương kinh ban chiều ngát bay cao, chân tình con đây kính dâng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959675751"/>
      </p:ext>
    </p:extLst>
  </p:cSld>
  <p:clrMapOvr>
    <a:masterClrMapping/>
  </p:clrMapOvr>
  <p:transition/>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CHẲNG BIẾT LẤY GÌ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10390"/>
            <a:ext cx="9144000" cy="4219339"/>
          </a:xfrm>
        </p:spPr>
        <p:txBody>
          <a:bodyPr>
            <a:noAutofit/>
          </a:bodyPr>
          <a:lstStyle/>
          <a:p>
            <a:pPr algn="just"/>
            <a:r>
              <a:rPr lang="vi-VN" sz="5400" b="1" dirty="0">
                <a:latin typeface="+mj-lt"/>
              </a:rPr>
              <a:t>1. Ðây đời con họp nhau xin kính dâng: Lời ca, lời khen vì muôn muôn thánh ân, Ngài ban đầy dư mãi không ngừng. </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161882911"/>
      </p:ext>
    </p:extLst>
  </p:cSld>
  <p:clrMapOvr>
    <a:masterClrMapping/>
  </p:clrMapOvr>
  <p:transition/>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CHẲNG BIẾT LẤY GÌ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99423"/>
            <a:ext cx="9144000" cy="4641273"/>
          </a:xfrm>
        </p:spPr>
        <p:txBody>
          <a:bodyPr>
            <a:noAutofit/>
          </a:bodyPr>
          <a:lstStyle/>
          <a:p>
            <a:pPr algn="just"/>
            <a:r>
              <a:rPr lang="vi-VN" sz="5400" b="1" dirty="0">
                <a:latin typeface="+mj-lt"/>
              </a:rPr>
              <a:t>ÐK: Chẳng biết lấy gì đáp ơn Ngài, vì này bao ơn phúc Ngài ban cho. Xin nâng chén cứu độ tán dương Ngài. Danh Ngài cao sang trên trần thế</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468747175"/>
      </p:ext>
    </p:extLst>
  </p:cSld>
  <p:clrMapOvr>
    <a:masterClrMapping/>
  </p:clrMapOvr>
  <p:transition/>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Dâng</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CHẲNG BIẾT LẤY GÌ (TT)</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199423"/>
            <a:ext cx="9144000" cy="4641273"/>
          </a:xfrm>
        </p:spPr>
        <p:txBody>
          <a:bodyPr>
            <a:noAutofit/>
          </a:bodyPr>
          <a:lstStyle/>
          <a:p>
            <a:pPr algn="just"/>
            <a:r>
              <a:rPr lang="vi-VN" sz="5400" b="1" dirty="0">
                <a:latin typeface="+mj-lt"/>
              </a:rPr>
              <a:t>Mãi mãi muôn đời đến muôn đời. Tình Ngài thương lai láng tựa biển khơi, như hương kinh ban chiều ngát bay cao, chân tình con đây kính dâng Ngài.</a:t>
            </a:r>
            <a:endParaRPr lang="vi-VN" sz="5400" b="1" dirty="0">
              <a:latin typeface="+mj-lt"/>
              <a:cs typeface="Times New Roman" panose="02020603050405020304" pitchFamily="18" charset="0"/>
            </a:endParaRPr>
          </a:p>
        </p:txBody>
      </p:sp>
    </p:spTree>
    <p:extLst>
      <p:ext uri="{BB962C8B-B14F-4D97-AF65-F5344CB8AC3E}">
        <p14:creationId xmlns:p14="http://schemas.microsoft.com/office/powerpoint/2010/main" val="3893152359"/>
      </p:ext>
    </p:extLst>
  </p:cSld>
  <p:clrMapOvr>
    <a:masterClrMapping/>
  </p:clrMapOvr>
  <p:transition/>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46179"/>
            <a:ext cx="9144000" cy="533400"/>
          </a:xfrm>
        </p:spPr>
        <p:txBody>
          <a:bodyPr>
            <a:normAutofit fontScale="90000"/>
          </a:bodyPr>
          <a:lstStyle/>
          <a:p>
            <a:pPr algn="l"/>
            <a:r>
              <a:rPr lang="en-US" sz="36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CA HIỆP LỄ</a:t>
            </a:r>
            <a:endParaRPr lang="en-US" sz="4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757552"/>
            <a:ext cx="9144000" cy="5105400"/>
          </a:xfrm>
        </p:spPr>
        <p:txBody>
          <a:bodyPr>
            <a:noAutofit/>
          </a:bodyPr>
          <a:lstStyle/>
          <a:p>
            <a:pPr algn="just"/>
            <a:r>
              <a:rPr lang="vi-VN" sz="5400" b="1">
                <a:latin typeface="Times New Roman" panose="02020603050405020304" pitchFamily="18" charset="0"/>
                <a:cs typeface="Times New Roman" panose="02020603050405020304" pitchFamily="18" charset="0"/>
              </a:rPr>
              <a:t>Chúa phán: “Các con hãy đi khắp thế gian, rao giảng Tin Mừng; này đây Thầy ở cùng các con mọi ngày”.</a:t>
            </a:r>
            <a:endParaRPr lang="vi-VN" sz="5400" b="1"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454802588"/>
      </p:ext>
    </p:extLst>
  </p:cSld>
  <p:clrMapOvr>
    <a:masterClrMapping/>
  </p:clrMapOvr>
  <p:transition/>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1. Khi con nghe tiếng kêu mời gọi con đi gieo niềm tin mới. Con nay như thấy ngỡ ngàng vì Chúa đã đoái thương chọn con.</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520796554"/>
      </p:ext>
    </p:extLst>
  </p:cSld>
  <p:clrMapOvr>
    <a:masterClrMapping/>
  </p:clrMapOvr>
  <p:transition/>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Rồi một ngày Thánh Thần Chúa đã đến thánh hiến con cho Ngài. Sai con đi khắp mọi nơi, rắc gieo tin vui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1360197572"/>
      </p:ext>
    </p:extLst>
  </p:cSld>
  <p:clrMapOvr>
    <a:masterClrMapping/>
  </p:clrMapOvr>
  <p:transition/>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575163643"/>
      </p:ext>
    </p:extLst>
  </p:cSld>
  <p:clrMapOvr>
    <a:masterClrMapping/>
  </p:clrMapOvr>
  <p:transition/>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2049896165"/>
      </p:ext>
    </p:extLst>
  </p:cSld>
  <p:clrMapOvr>
    <a:masterClrMapping/>
  </p:clrMapOvr>
  <p:transition/>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solidFill>
                  <a:schemeClr val="tx1"/>
                </a:solidFill>
                <a:latin typeface="+mj-lt"/>
              </a:rPr>
              <a:t>2. Con say sưa với tháng ngày tình yêu cho con nguồn sức sống. Con hân hoan bước lên đường hồng phúc bát ngát xanh đồi nương.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086573673"/>
      </p:ext>
    </p:extLst>
  </p:cSld>
  <p:clrMapOvr>
    <a:masterClrMapping/>
  </p:clrMapOvr>
  <p:transition/>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295400"/>
            <a:ext cx="9144000" cy="6391564"/>
          </a:xfrm>
        </p:spPr>
        <p:txBody>
          <a:bodyPr>
            <a:noAutofit/>
          </a:bodyPr>
          <a:lstStyle/>
          <a:p>
            <a:pPr algn="just"/>
            <a:r>
              <a:rPr lang="vi-VN" sz="5400" b="1" dirty="0">
                <a:latin typeface="+mj-lt"/>
              </a:rPr>
              <a:t>Để tìm lại những tình thương quá khứ héo úa trong muôn lòng. Cho quên đi những sầu vương Chúa ôi xin thương ai đoạn trường.</a:t>
            </a:r>
            <a:endParaRPr lang="vi-VN" sz="85700" b="1" dirty="0">
              <a:latin typeface="+mj-lt"/>
              <a:cs typeface="Times New Roman" panose="02020603050405020304" pitchFamily="18" charset="0"/>
            </a:endParaRPr>
          </a:p>
        </p:txBody>
      </p:sp>
    </p:spTree>
    <p:extLst>
      <p:ext uri="{BB962C8B-B14F-4D97-AF65-F5344CB8AC3E}">
        <p14:creationId xmlns:p14="http://schemas.microsoft.com/office/powerpoint/2010/main" val="1276485885"/>
      </p:ext>
    </p:extLst>
  </p:cSld>
  <p:clrMapOvr>
    <a:masterClrMapping/>
  </p:clrMapOvr>
  <p:transition/>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447800"/>
            <a:ext cx="9144000" cy="6391564"/>
          </a:xfrm>
        </p:spPr>
        <p:txBody>
          <a:bodyPr>
            <a:noAutofit/>
          </a:bodyPr>
          <a:lstStyle/>
          <a:p>
            <a:pPr algn="just"/>
            <a:r>
              <a:rPr lang="vi-VN" sz="5400" b="1" dirty="0">
                <a:solidFill>
                  <a:schemeClr val="tx1"/>
                </a:solidFill>
                <a:latin typeface="+mj-lt"/>
              </a:rPr>
              <a:t>ĐK: Này đây Chúa ơi con hiến dâng cho Ngài. Niềm tin tâm tư cùng trái tim nồng cháy. </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3279518410"/>
      </p:ext>
    </p:extLst>
  </p:cSld>
  <p:clrMapOvr>
    <a:masterClrMapping/>
  </p:clrMapOvr>
  <p:transition/>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3648"/>
            <a:ext cx="9144000" cy="533400"/>
          </a:xfrm>
        </p:spPr>
        <p:txBody>
          <a:bodyPr>
            <a:normAutofit/>
          </a:bodyPr>
          <a:lstStyle/>
          <a:p>
            <a:pPr algn="l"/>
            <a:r>
              <a:rPr lang="en-US" sz="1800" dirty="0" err="1">
                <a:solidFill>
                  <a:srgbClr val="FF0000"/>
                </a:solidFill>
                <a:latin typeface="Times New Roman" panose="02020603050405020304" pitchFamily="18" charset="0"/>
                <a:cs typeface="Times New Roman" panose="02020603050405020304" pitchFamily="18" charset="0"/>
              </a:rPr>
              <a:t>Hiệp</a:t>
            </a:r>
            <a:r>
              <a:rPr lang="en-US" sz="1800" dirty="0">
                <a:solidFill>
                  <a:srgbClr val="FF0000"/>
                </a:solidFill>
                <a:latin typeface="Times New Roman" panose="02020603050405020304" pitchFamily="18" charset="0"/>
                <a:cs typeface="Times New Roman" panose="02020603050405020304" pitchFamily="18" charset="0"/>
              </a:rPr>
              <a:t> </a:t>
            </a:r>
            <a:r>
              <a:rPr lang="en-US" sz="1800" dirty="0" err="1">
                <a:solidFill>
                  <a:srgbClr val="FF0000"/>
                </a:solidFill>
                <a:latin typeface="Times New Roman" panose="02020603050405020304" pitchFamily="18" charset="0"/>
                <a:cs typeface="Times New Roman" panose="02020603050405020304" pitchFamily="18" charset="0"/>
              </a:rPr>
              <a:t>Lễ</a:t>
            </a:r>
            <a:r>
              <a:rPr lang="en-US" sz="1800" dirty="0">
                <a:solidFill>
                  <a:srgbClr val="FF0000"/>
                </a:solidFill>
                <a:latin typeface="Times New Roman" panose="02020603050405020304" pitchFamily="18" charset="0"/>
                <a:cs typeface="Times New Roman" panose="02020603050405020304" pitchFamily="18" charset="0"/>
              </a:rPr>
              <a:t>                                   </a:t>
            </a:r>
            <a:r>
              <a:rPr lang="en-US" sz="2400" b="1" dirty="0">
                <a:solidFill>
                  <a:srgbClr val="FF0000"/>
                </a:solidFill>
                <a:effectLst>
                  <a:outerShdw blurRad="38100" dist="38100" dir="2700000" algn="tl">
                    <a:srgbClr val="000000">
                      <a:alpha val="43137"/>
                    </a:srgbClr>
                  </a:outerShdw>
                </a:effectLst>
                <a:latin typeface="Times New Roman" panose="02020603050405020304" pitchFamily="18" charset="0"/>
                <a:cs typeface="Times New Roman" panose="02020603050405020304" pitchFamily="18" charset="0"/>
              </a:rPr>
              <a:t>CHỨNG NHÂN TÌNH YÊU 140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066800"/>
            <a:ext cx="9144000" cy="6391564"/>
          </a:xfrm>
        </p:spPr>
        <p:txBody>
          <a:bodyPr>
            <a:noAutofit/>
          </a:bodyPr>
          <a:lstStyle/>
          <a:p>
            <a:pPr algn="just"/>
            <a:r>
              <a:rPr lang="vi-VN" sz="5400" b="1" dirty="0">
                <a:solidFill>
                  <a:schemeClr val="tx1"/>
                </a:solidFill>
                <a:latin typeface="+mj-lt"/>
              </a:rPr>
              <a:t>Từ đây hăng say theo bước chân của Ngài, trung kiên làm chứng nhân Nước Trời, thắp lên hạnh phúc cho muôn người.</a:t>
            </a:r>
            <a:endParaRPr lang="vi-VN" sz="85700" b="1" dirty="0">
              <a:solidFill>
                <a:schemeClr val="tx1"/>
              </a:solidFill>
              <a:latin typeface="+mj-lt"/>
              <a:cs typeface="Times New Roman" panose="02020603050405020304" pitchFamily="18" charset="0"/>
            </a:endParaRPr>
          </a:p>
        </p:txBody>
      </p:sp>
    </p:spTree>
    <p:extLst>
      <p:ext uri="{BB962C8B-B14F-4D97-AF65-F5344CB8AC3E}">
        <p14:creationId xmlns:p14="http://schemas.microsoft.com/office/powerpoint/2010/main" val="434438384"/>
      </p:ext>
    </p:extLst>
  </p:cSld>
  <p:clrMapOvr>
    <a:masterClrMapping/>
  </p:clrMapOvr>
  <p:transition/>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1362075"/>
            <a:ext cx="9144000" cy="5105400"/>
          </a:xfrm>
        </p:spPr>
        <p:txBody>
          <a:bodyPr>
            <a:noAutofit/>
          </a:bodyPr>
          <a:lstStyle/>
          <a:p>
            <a:pPr algn="just"/>
            <a:r>
              <a:rPr lang="en-US" sz="5400" b="1" dirty="0">
                <a:solidFill>
                  <a:schemeClr val="tx1"/>
                </a:solidFill>
                <a:latin typeface="Times New Roman" pitchFamily="18" charset="0"/>
                <a:cs typeface="Times New Roman" pitchFamily="18" charset="0"/>
              </a:rPr>
              <a:t>1. Ta </a:t>
            </a:r>
            <a:r>
              <a:rPr lang="en-US" sz="5400" b="1" dirty="0" err="1">
                <a:solidFill>
                  <a:schemeClr val="tx1"/>
                </a:solidFill>
                <a:latin typeface="Times New Roman" pitchFamily="18" charset="0"/>
                <a:cs typeface="Times New Roman" pitchFamily="18" charset="0"/>
              </a:rPr>
              <a:t>về</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thôi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đã</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hết</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Nhưng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là</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lễ</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dài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Đem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tình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đến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mọi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nơi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nhân</a:t>
            </a:r>
            <a:r>
              <a:rPr lang="en-US" sz="5400" b="1" dirty="0">
                <a:solidFill>
                  <a:schemeClr val="tx1"/>
                </a:solidFill>
                <a:latin typeface="Times New Roman" pitchFamily="18" charset="0"/>
                <a:cs typeface="Times New Roman" pitchFamily="18" charset="0"/>
              </a:rPr>
              <a:t>.</a:t>
            </a:r>
            <a:endParaRPr lang="vi-VN" sz="5400" b="1" dirty="0">
              <a:solidFill>
                <a:schemeClr val="tx1"/>
              </a:solidFill>
              <a:latin typeface="Times New Roman" pitchFamily="18" charset="0"/>
              <a:cs typeface="Times New Roman" pitchFamily="18" charset="0"/>
            </a:endParaRPr>
          </a:p>
        </p:txBody>
      </p:sp>
    </p:spTree>
    <p:extLst>
      <p:ext uri="{BB962C8B-B14F-4D97-AF65-F5344CB8AC3E}">
        <p14:creationId xmlns:p14="http://schemas.microsoft.com/office/powerpoint/2010/main" val="877721773"/>
      </p:ext>
    </p:extLst>
  </p:cSld>
  <p:clrMapOvr>
    <a:masterClrMapping/>
  </p:clrMapOvr>
  <p:transition/>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3769"/>
            <a:ext cx="9144000" cy="533400"/>
          </a:xfrm>
        </p:spPr>
        <p:txBody>
          <a:bodyPr>
            <a:normAutofit/>
          </a:bodyPr>
          <a:lstStyle/>
          <a:p>
            <a:pPr algn="l"/>
            <a:r>
              <a:rPr lang="en-US" sz="1800" dirty="0" err="1">
                <a:solidFill>
                  <a:srgbClr val="FF0000"/>
                </a:solidFill>
                <a:latin typeface="Times New Roman" pitchFamily="18" charset="0"/>
                <a:cs typeface="Times New Roman" pitchFamily="18" charset="0"/>
              </a:rPr>
              <a:t>Kết</a:t>
            </a:r>
            <a:r>
              <a:rPr lang="en-US" sz="1800" dirty="0">
                <a:solidFill>
                  <a:srgbClr val="FF0000"/>
                </a:solidFill>
                <a:latin typeface="Times New Roman" pitchFamily="18" charset="0"/>
                <a:cs typeface="Times New Roman" pitchFamily="18" charset="0"/>
              </a:rPr>
              <a:t> </a:t>
            </a:r>
            <a:r>
              <a:rPr lang="en-US" sz="1800" dirty="0" err="1">
                <a:solidFill>
                  <a:srgbClr val="FF0000"/>
                </a:solidFill>
                <a:latin typeface="Times New Roman" pitchFamily="18" charset="0"/>
                <a:cs typeface="Times New Roman" pitchFamily="18" charset="0"/>
              </a:rPr>
              <a:t>lễ</a:t>
            </a:r>
            <a:r>
              <a:rPr lang="en-US" sz="1800" dirty="0">
                <a:solidFill>
                  <a:srgbClr val="FF0000"/>
                </a:solidFill>
                <a:latin typeface="Times New Roman" pitchFamily="18" charset="0"/>
                <a:cs typeface="Times New Roman" pitchFamily="18" charset="0"/>
              </a:rPr>
              <a:t>                                           </a:t>
            </a:r>
            <a:r>
              <a:rPr lang="en-US" sz="2400" b="1" dirty="0">
                <a:solidFill>
                  <a:srgbClr val="FF0000"/>
                </a:solidFill>
                <a:effectLst>
                  <a:outerShdw blurRad="38100" dist="38100" dir="2700000" algn="tl">
                    <a:srgbClr val="000000">
                      <a:alpha val="43137"/>
                    </a:srgbClr>
                  </a:outerShdw>
                </a:effectLst>
                <a:latin typeface="Times New Roman" pitchFamily="18" charset="0"/>
                <a:cs typeface="Times New Roman" pitchFamily="18" charset="0"/>
              </a:rPr>
              <a:t>NHÂN CHỨNG PHÚC ÂM 250</a:t>
            </a:r>
            <a:endParaRPr lang="en-US" sz="2400" b="1" dirty="0">
              <a:solidFill>
                <a:srgbClr val="FF0000"/>
              </a:solidFill>
              <a:effectLst>
                <a:outerShdw blurRad="38100" dist="38100" dir="2700000" algn="tl">
                  <a:srgbClr val="000000">
                    <a:alpha val="43137"/>
                  </a:srgbClr>
                </a:outerShdw>
              </a:effectLst>
            </a:endParaRPr>
          </a:p>
        </p:txBody>
      </p:sp>
      <p:sp>
        <p:nvSpPr>
          <p:cNvPr id="3" name="Subtitle 2"/>
          <p:cNvSpPr>
            <a:spLocks noGrp="1"/>
          </p:cNvSpPr>
          <p:nvPr>
            <p:ph type="subTitle" idx="1"/>
          </p:nvPr>
        </p:nvSpPr>
        <p:spPr>
          <a:xfrm>
            <a:off x="0" y="787791"/>
            <a:ext cx="9144000" cy="5593959"/>
          </a:xfrm>
        </p:spPr>
        <p:txBody>
          <a:bodyPr>
            <a:noAutofit/>
          </a:bodyPr>
          <a:lstStyle/>
          <a:p>
            <a:pPr algn="just"/>
            <a:r>
              <a:rPr lang="en-US" sz="5400" b="1" dirty="0">
                <a:solidFill>
                  <a:schemeClr val="tx1"/>
                </a:solidFill>
                <a:latin typeface="Times New Roman" pitchFamily="18" charset="0"/>
                <a:cs typeface="Times New Roman" pitchFamily="18" charset="0"/>
              </a:rPr>
              <a:t>2. Ta </a:t>
            </a:r>
            <a:r>
              <a:rPr lang="en-US" sz="5400" b="1" dirty="0" err="1">
                <a:solidFill>
                  <a:schemeClr val="tx1"/>
                </a:solidFill>
                <a:latin typeface="Times New Roman" pitchFamily="18" charset="0"/>
                <a:cs typeface="Times New Roman" pitchFamily="18" charset="0"/>
              </a:rPr>
              <a:t>đừng</a:t>
            </a:r>
            <a:r>
              <a:rPr lang="en-US" sz="5400" b="1" dirty="0">
                <a:solidFill>
                  <a:schemeClr val="tx1"/>
                </a:solidFill>
                <a:latin typeface="Times New Roman" pitchFamily="18" charset="0"/>
                <a:cs typeface="Times New Roman" pitchFamily="18" charset="0"/>
              </a:rPr>
              <a:t> lo </a:t>
            </a:r>
            <a:r>
              <a:rPr lang="en-US" sz="5400" b="1" dirty="0" err="1">
                <a:solidFill>
                  <a:schemeClr val="tx1"/>
                </a:solidFill>
                <a:latin typeface="Times New Roman" pitchFamily="18" charset="0"/>
                <a:cs typeface="Times New Roman" pitchFamily="18" charset="0"/>
              </a:rPr>
              <a:t>vì</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Thiên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Chúa</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biết</a:t>
            </a:r>
            <a:r>
              <a:rPr lang="en-US" sz="5400" b="1" dirty="0">
                <a:solidFill>
                  <a:schemeClr val="tx1"/>
                </a:solidFill>
                <a:latin typeface="Times New Roman" pitchFamily="18" charset="0"/>
                <a:cs typeface="Times New Roman" pitchFamily="18" charset="0"/>
              </a:rPr>
              <a:t>. Con </a:t>
            </a:r>
            <a:r>
              <a:rPr lang="en-US" sz="5400" b="1" dirty="0" err="1">
                <a:solidFill>
                  <a:schemeClr val="tx1"/>
                </a:solidFill>
                <a:latin typeface="Times New Roman" pitchFamily="18" charset="0"/>
                <a:cs typeface="Times New Roman" pitchFamily="18" charset="0"/>
              </a:rPr>
              <a:t>người</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nhiều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yếu</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đuối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lỗi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lầm</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Nên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Ngài</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thương</a:t>
            </a:r>
            <a:r>
              <a:rPr lang="en-US" sz="5400" b="1" dirty="0">
                <a:solidFill>
                  <a:schemeClr val="tx1"/>
                </a:solidFill>
                <a:latin typeface="Times New Roman" pitchFamily="18" charset="0"/>
                <a:cs typeface="Times New Roman" pitchFamily="18" charset="0"/>
              </a:rPr>
              <a:t> ban </a:t>
            </a:r>
            <a:r>
              <a:rPr lang="en-US" sz="5400" b="1" dirty="0" err="1">
                <a:solidFill>
                  <a:schemeClr val="tx1"/>
                </a:solidFill>
                <a:latin typeface="Times New Roman" pitchFamily="18" charset="0"/>
                <a:cs typeface="Times New Roman" pitchFamily="18" charset="0"/>
              </a:rPr>
              <a:t>ơn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thánh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triền</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miên</a:t>
            </a:r>
            <a:r>
              <a:rPr lang="en-US" sz="5400" b="1" dirty="0">
                <a:solidFill>
                  <a:schemeClr val="tx1"/>
                </a:solidFill>
                <a:latin typeface="Times New Roman" pitchFamily="18" charset="0"/>
                <a:cs typeface="Times New Roman" pitchFamily="18" charset="0"/>
              </a:rPr>
              <a:t>. Ta </a:t>
            </a:r>
            <a:r>
              <a:rPr lang="en-US" sz="5400" b="1" dirty="0" err="1">
                <a:solidFill>
                  <a:schemeClr val="tx1"/>
                </a:solidFill>
                <a:latin typeface="Times New Roman" pitchFamily="18" charset="0"/>
                <a:cs typeface="Times New Roman" pitchFamily="18" charset="0"/>
              </a:rPr>
              <a:t>sống</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sao</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để</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thành</a:t>
            </a:r>
            <a:r>
              <a:rPr lang="en-US" sz="5400" b="1" dirty="0">
                <a:solidFill>
                  <a:schemeClr val="tx1"/>
                </a:solidFill>
                <a:latin typeface="Times New Roman" pitchFamily="18" charset="0"/>
                <a:cs typeface="Times New Roman" pitchFamily="18" charset="0"/>
              </a:rPr>
              <a:t> </a:t>
            </a:r>
            <a:r>
              <a:rPr lang="en-US" sz="5400" b="1" dirty="0" err="1">
                <a:solidFill>
                  <a:schemeClr val="tx1"/>
                </a:solidFill>
                <a:latin typeface="Times New Roman" pitchFamily="18" charset="0"/>
                <a:cs typeface="Times New Roman" pitchFamily="18" charset="0"/>
              </a:rPr>
              <a:t>chứng</a:t>
            </a:r>
            <a:r>
              <a:rPr lang="en-US" sz="5400" b="1" dirty="0">
                <a:solidFill>
                  <a:schemeClr val="tx1"/>
                </a:solidFill>
                <a:latin typeface="Times New Roman" pitchFamily="18" charset="0"/>
                <a:cs typeface="Times New Roman" pitchFamily="18" charset="0"/>
              </a:rPr>
              <a:t> </a:t>
            </a:r>
            <a:r>
              <a:rPr lang="en-US" sz="5400" b="1" err="1">
                <a:solidFill>
                  <a:schemeClr val="tx1"/>
                </a:solidFill>
                <a:latin typeface="Times New Roman" pitchFamily="18" charset="0"/>
                <a:cs typeface="Times New Roman" pitchFamily="18" charset="0"/>
              </a:rPr>
              <a:t>nhân</a:t>
            </a:r>
            <a:r>
              <a:rPr lang="en-US" sz="5400" b="1">
                <a:latin typeface="Times New Roman" pitchFamily="18" charset="0"/>
                <a:cs typeface="Times New Roman" pitchFamily="18" charset="0"/>
              </a:rPr>
              <a:t>. Ta sống sao để thành chứng </a:t>
            </a:r>
            <a:r>
              <a:rPr lang="en-US" sz="5400" b="1">
                <a:latin typeface="Times New Roman" pitchFamily="18" charset="0"/>
                <a:cs typeface="Times New Roman" pitchFamily="18" charset="0"/>
              </a:rPr>
              <a:t>nhân</a:t>
            </a:r>
            <a:r>
              <a:rPr lang="en-US" sz="5400" b="1" smtClean="0">
                <a:latin typeface="Times New Roman" pitchFamily="18" charset="0"/>
                <a:cs typeface="Times New Roman" pitchFamily="18" charset="0"/>
              </a:rPr>
              <a:t>.        </a:t>
            </a:r>
            <a:endParaRPr lang="vi-VN" sz="5400" b="1" dirty="0">
              <a:latin typeface="Times New Roman" pitchFamily="18" charset="0"/>
              <a:cs typeface="Times New Roman" pitchFamily="18" charset="0"/>
            </a:endParaRPr>
          </a:p>
        </p:txBody>
      </p:sp>
    </p:spTree>
    <p:extLst>
      <p:ext uri="{BB962C8B-B14F-4D97-AF65-F5344CB8AC3E}">
        <p14:creationId xmlns:p14="http://schemas.microsoft.com/office/powerpoint/2010/main" val="597220249"/>
      </p:ext>
    </p:extLst>
  </p:cSld>
  <p:clrMapOvr>
    <a:masterClrMapping/>
  </p:clrMapOvr>
  <p:transition/>
  <p:timing>
    <p:tnLst>
      <p:par>
        <p:cTn id="1" dur="indefinite" restart="never" nodeType="tmRoot"/>
      </p:par>
    </p:tnLst>
  </p:timing>
</p:sld>
</file>

<file path=ppt/theme/theme1.xml><?xml version="1.0" encoding="utf-8"?>
<a:theme xmlns:a="http://schemas.openxmlformats.org/drawingml/2006/main" name="Office Theme">
  <a:themeElements>
    <a:clrScheme name="Office Them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Them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1F1F1F"/>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xmlns=""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3636</TotalTime>
  <Words>958</Words>
  <Application>Microsoft Office PowerPoint</Application>
  <PresentationFormat>On-screen Show (4:3)</PresentationFormat>
  <Paragraphs>52</Paragraphs>
  <Slides>27</Slides>
  <Notes>0</Notes>
  <HiddenSlides>0</HiddenSlides>
  <MMClips>0</MMClips>
  <ScaleCrop>false</ScaleCrop>
  <HeadingPairs>
    <vt:vector size="4" baseType="variant">
      <vt:variant>
        <vt:lpstr>Theme</vt:lpstr>
      </vt:variant>
      <vt:variant>
        <vt:i4>1</vt:i4>
      </vt:variant>
      <vt:variant>
        <vt:lpstr>Slide Titles</vt:lpstr>
      </vt:variant>
      <vt:variant>
        <vt:i4>27</vt:i4>
      </vt:variant>
    </vt:vector>
  </HeadingPairs>
  <TitlesOfParts>
    <vt:vector size="28" baseType="lpstr">
      <vt:lpstr>Office Theme</vt:lpstr>
      <vt:lpstr>KINH CẦU CHO ĐẠI DỊCH</vt:lpstr>
      <vt:lpstr>KINH CẦU CHO ĐẠI DỊCH</vt:lpstr>
      <vt:lpstr>KINH CẦU CHO ĐẠI DỊCH</vt:lpstr>
      <vt:lpstr>KINH CẦU CHO ĐẠI DỊCH</vt:lpstr>
      <vt:lpstr>KINH CẦU CHO ĐẠI DỊCH</vt:lpstr>
      <vt:lpstr>KINH CẦU CHO ĐẠI DỊCH</vt:lpstr>
      <vt:lpstr>PowerPoint Presentation</vt:lpstr>
      <vt:lpstr>Nhập Lễ                             THÁNH PHANXICO XAVIE(DH)</vt:lpstr>
      <vt:lpstr>Nhập Lễ                             THÁNH PHANXICO XAVIE(DH)</vt:lpstr>
      <vt:lpstr>PowerPoint Presentation</vt:lpstr>
      <vt:lpstr>PowerPoint Presentation</vt:lpstr>
      <vt:lpstr>Dâng Lễ                                CHẲNG BIẾT LẤY GÌ (TT)</vt:lpstr>
      <vt:lpstr>Dâng Lễ                                CHẲNG BIẾT LẤY GÌ (TT)</vt:lpstr>
      <vt:lpstr>Dâng Lễ                                CHẲNG BIẾT LẤY GÌ (TT)</vt:lpstr>
      <vt:lpstr>Dâng Lễ                                CHẲNG BIẾT LẤY GÌ (TT)</vt:lpstr>
      <vt:lpstr>Dâng Lễ                                CHẲNG BIẾT LẤY GÌ (TT)</vt:lpstr>
      <vt:lpstr>CA HIỆP LỄ</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Hiệp Lễ                                   CHỨNG NHÂN TÌNH YÊU 140</vt:lpstr>
      <vt:lpstr>Kết lễ                                           NHÂN CHỨNG PHÚC ÂM 250</vt:lpstr>
      <vt:lpstr>Kết lễ                                           NHÂN CHỨNG PHÚC ÂM 250</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Nhập Lễ                                    BÀI CA NGÀN TRÙNG 499 </dc:title>
  <dc:creator>Anh Tran</dc:creator>
  <cp:lastModifiedBy>Admin</cp:lastModifiedBy>
  <cp:revision>1268</cp:revision>
  <dcterms:created xsi:type="dcterms:W3CDTF">2018-09-17T12:52:44Z</dcterms:created>
  <dcterms:modified xsi:type="dcterms:W3CDTF">2020-12-02T22:47:48Z</dcterms:modified>
</cp:coreProperties>
</file>