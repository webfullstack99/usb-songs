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24"/>
  </p:notesMasterIdLst>
  <p:sldIdLst>
    <p:sldId id="4812" r:id="rId2"/>
    <p:sldId id="4813" r:id="rId3"/>
    <p:sldId id="4814" r:id="rId4"/>
    <p:sldId id="4815" r:id="rId5"/>
    <p:sldId id="5163" r:id="rId6"/>
    <p:sldId id="3344" r:id="rId7"/>
    <p:sldId id="3345" r:id="rId8"/>
    <p:sldId id="5216" r:id="rId9"/>
    <p:sldId id="5016" r:id="rId10"/>
    <p:sldId id="5017" r:id="rId11"/>
    <p:sldId id="3884" r:id="rId12"/>
    <p:sldId id="3885" r:id="rId13"/>
    <p:sldId id="5217" r:id="rId14"/>
    <p:sldId id="4106" r:id="rId15"/>
    <p:sldId id="953" r:id="rId16"/>
    <p:sldId id="5394" r:id="rId17"/>
    <p:sldId id="5396" r:id="rId18"/>
    <p:sldId id="5395" r:id="rId19"/>
    <p:sldId id="5397" r:id="rId20"/>
    <p:sldId id="5393" r:id="rId21"/>
    <p:sldId id="5398" r:id="rId22"/>
    <p:sldId id="5399" r:id="rId23"/>
  </p:sldIdLst>
  <p:sldSz cx="9144000" cy="6858000" type="screen4x3"/>
  <p:notesSz cx="6858000" cy="9144000"/>
  <p:defaultTextStyle>
    <a:defPPr>
      <a:defRPr lang="vi-V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9927" autoAdjust="0"/>
    <p:restoredTop sz="86404" autoAdjust="0"/>
  </p:normalViewPr>
  <p:slideViewPr>
    <p:cSldViewPr snapToGrid="0">
      <p:cViewPr>
        <p:scale>
          <a:sx n="50" d="100"/>
          <a:sy n="50" d="100"/>
        </p:scale>
        <p:origin x="2650" y="845"/>
      </p:cViewPr>
      <p:guideLst>
        <p:guide orient="horz" pos="2160"/>
        <p:guide pos="2880"/>
      </p:guideLst>
    </p:cSldViewPr>
  </p:slideViewPr>
  <p:outlineViewPr>
    <p:cViewPr>
      <p:scale>
        <a:sx n="33" d="100"/>
        <a:sy n="33" d="100"/>
      </p:scale>
      <p:origin x="48" y="26994"/>
    </p:cViewPr>
  </p:outlin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viewProps" Target="view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vi-V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C25985F-86E8-4AA6-9352-571FAE95264D}" type="datetimeFigureOut">
              <a:rPr lang="vi-VN" smtClean="0"/>
              <a:pPr/>
              <a:t>21/04/2021</a:t>
            </a:fld>
            <a:endParaRPr lang="vi-VN"/>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vi-V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vi-V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vi-V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E4D914E-6825-4475-A990-0303B744F5B1}" type="slidenum">
              <a:rPr lang="vi-VN" smtClean="0"/>
              <a:pPr/>
              <a:t>‹#›</a:t>
            </a:fld>
            <a:endParaRPr lang="vi-VN"/>
          </a:p>
        </p:txBody>
      </p:sp>
    </p:spTree>
    <p:extLst>
      <p:ext uri="{BB962C8B-B14F-4D97-AF65-F5344CB8AC3E}">
        <p14:creationId xmlns:p14="http://schemas.microsoft.com/office/powerpoint/2010/main" val="48312852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122363"/>
            <a:ext cx="7772400" cy="2387600"/>
          </a:xfrm>
        </p:spPr>
        <p:txBody>
          <a:bodyPr anchor="b"/>
          <a:lstStyle>
            <a:lvl1pPr algn="ctr">
              <a:defRPr sz="6000"/>
            </a:lvl1pPr>
          </a:lstStyle>
          <a:p>
            <a:r>
              <a:rPr lang="en-US"/>
              <a:t>Click to edit Master title style</a:t>
            </a:r>
            <a:endParaRPr lang="en-US" dirty="0"/>
          </a:p>
        </p:txBody>
      </p:sp>
      <p:sp>
        <p:nvSpPr>
          <p:cNvPr id="3" name="Subtitle 2"/>
          <p:cNvSpPr>
            <a:spLocks noGrp="1"/>
          </p:cNvSpPr>
          <p:nvPr>
            <p:ph type="subTitle" idx="1"/>
          </p:nvPr>
        </p:nvSpPr>
        <p:spPr>
          <a:xfrm>
            <a:off x="1143000" y="3602038"/>
            <a:ext cx="6858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0569F2D7-2394-463B-99AA-3447397976B2}" type="datetimeFigureOut">
              <a:rPr lang="vi-VN" smtClean="0"/>
              <a:pPr/>
              <a:t>21/04/2021</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278661771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569F2D7-2394-463B-99AA-3447397976B2}" type="datetimeFigureOut">
              <a:rPr lang="vi-VN" smtClean="0"/>
              <a:pPr/>
              <a:t>21/04/2021</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401438519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23888" y="1709739"/>
            <a:ext cx="7886700" cy="2852737"/>
          </a:xfrm>
        </p:spPr>
        <p:txBody>
          <a:bodyPr anchor="b"/>
          <a:lstStyle>
            <a:lvl1pPr>
              <a:defRPr sz="6000"/>
            </a:lvl1pPr>
          </a:lstStyle>
          <a:p>
            <a:r>
              <a:rPr lang="en-US"/>
              <a:t>Click to edit Master title style</a:t>
            </a:r>
            <a:endParaRPr lang="en-US" dirty="0"/>
          </a:p>
        </p:txBody>
      </p:sp>
      <p:sp>
        <p:nvSpPr>
          <p:cNvPr id="3" name="Text Placeholder 2"/>
          <p:cNvSpPr>
            <a:spLocks noGrp="1"/>
          </p:cNvSpPr>
          <p:nvPr>
            <p:ph type="body" idx="1"/>
          </p:nvPr>
        </p:nvSpPr>
        <p:spPr>
          <a:xfrm>
            <a:off x="623888" y="4589464"/>
            <a:ext cx="7886700" cy="1500187"/>
          </a:xfrm>
        </p:spPr>
        <p:txBody>
          <a:bodyPr/>
          <a:lstStyle>
            <a:lvl1pPr marL="0" indent="0">
              <a:buNone/>
              <a:defRPr sz="240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0569F2D7-2394-463B-99AA-3447397976B2}" type="datetimeFigureOut">
              <a:rPr lang="vi-VN" smtClean="0"/>
              <a:pPr/>
              <a:t>21/04/2021</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104988175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28650" y="1825625"/>
            <a:ext cx="38862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4629150" y="1825625"/>
            <a:ext cx="38862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0569F2D7-2394-463B-99AA-3447397976B2}" type="datetimeFigureOut">
              <a:rPr lang="vi-VN" smtClean="0"/>
              <a:pPr/>
              <a:t>21/04/2021</a:t>
            </a:fld>
            <a:endParaRPr lang="vi-VN"/>
          </a:p>
        </p:txBody>
      </p:sp>
      <p:sp>
        <p:nvSpPr>
          <p:cNvPr id="6" name="Footer Placeholder 5"/>
          <p:cNvSpPr>
            <a:spLocks noGrp="1"/>
          </p:cNvSpPr>
          <p:nvPr>
            <p:ph type="ftr" sz="quarter" idx="11"/>
          </p:nvPr>
        </p:nvSpPr>
        <p:spPr/>
        <p:txBody>
          <a:bodyPr/>
          <a:lstStyle/>
          <a:p>
            <a:endParaRPr lang="vi-VN"/>
          </a:p>
        </p:txBody>
      </p:sp>
      <p:sp>
        <p:nvSpPr>
          <p:cNvPr id="7" name="Slide Number Placeholder 6"/>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165905179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29841" y="365126"/>
            <a:ext cx="7886700"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629842" y="1681163"/>
            <a:ext cx="3868340"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629842" y="2505075"/>
            <a:ext cx="3868340"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4629150" y="1681163"/>
            <a:ext cx="3887391"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4629150" y="2505075"/>
            <a:ext cx="3887391"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0569F2D7-2394-463B-99AA-3447397976B2}" type="datetimeFigureOut">
              <a:rPr lang="vi-VN" smtClean="0"/>
              <a:pPr/>
              <a:t>21/04/2021</a:t>
            </a:fld>
            <a:endParaRPr lang="vi-VN"/>
          </a:p>
        </p:txBody>
      </p:sp>
      <p:sp>
        <p:nvSpPr>
          <p:cNvPr id="8" name="Footer Placeholder 7"/>
          <p:cNvSpPr>
            <a:spLocks noGrp="1"/>
          </p:cNvSpPr>
          <p:nvPr>
            <p:ph type="ftr" sz="quarter" idx="11"/>
          </p:nvPr>
        </p:nvSpPr>
        <p:spPr/>
        <p:txBody>
          <a:bodyPr/>
          <a:lstStyle/>
          <a:p>
            <a:endParaRPr lang="vi-VN"/>
          </a:p>
        </p:txBody>
      </p:sp>
      <p:sp>
        <p:nvSpPr>
          <p:cNvPr id="9" name="Slide Number Placeholder 8"/>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334762892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0569F2D7-2394-463B-99AA-3447397976B2}" type="datetimeFigureOut">
              <a:rPr lang="vi-VN" smtClean="0"/>
              <a:pPr/>
              <a:t>21/04/2021</a:t>
            </a:fld>
            <a:endParaRPr lang="vi-VN"/>
          </a:p>
        </p:txBody>
      </p:sp>
      <p:sp>
        <p:nvSpPr>
          <p:cNvPr id="4" name="Footer Placeholder 3"/>
          <p:cNvSpPr>
            <a:spLocks noGrp="1"/>
          </p:cNvSpPr>
          <p:nvPr>
            <p:ph type="ftr" sz="quarter" idx="11"/>
          </p:nvPr>
        </p:nvSpPr>
        <p:spPr/>
        <p:txBody>
          <a:bodyPr/>
          <a:lstStyle/>
          <a:p>
            <a:endParaRPr lang="vi-VN"/>
          </a:p>
        </p:txBody>
      </p:sp>
      <p:sp>
        <p:nvSpPr>
          <p:cNvPr id="5" name="Slide Number Placeholder 4"/>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86212779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0569F2D7-2394-463B-99AA-3447397976B2}" type="datetimeFigureOut">
              <a:rPr lang="vi-VN" smtClean="0"/>
              <a:pPr/>
              <a:t>21/04/2021</a:t>
            </a:fld>
            <a:endParaRPr lang="vi-VN"/>
          </a:p>
        </p:txBody>
      </p:sp>
      <p:sp>
        <p:nvSpPr>
          <p:cNvPr id="3" name="Footer Placeholder 2"/>
          <p:cNvSpPr>
            <a:spLocks noGrp="1"/>
          </p:cNvSpPr>
          <p:nvPr>
            <p:ph type="ftr" sz="quarter" idx="11"/>
          </p:nvPr>
        </p:nvSpPr>
        <p:spPr/>
        <p:txBody>
          <a:bodyPr/>
          <a:lstStyle/>
          <a:p>
            <a:endParaRPr lang="vi-VN"/>
          </a:p>
        </p:txBody>
      </p:sp>
      <p:sp>
        <p:nvSpPr>
          <p:cNvPr id="4" name="Slide Number Placeholder 3"/>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271493882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3887391" y="987426"/>
            <a:ext cx="462915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29841" y="2057400"/>
            <a:ext cx="2949178"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0569F2D7-2394-463B-99AA-3447397976B2}" type="datetimeFigureOut">
              <a:rPr lang="vi-VN" smtClean="0"/>
              <a:pPr/>
              <a:t>21/04/2021</a:t>
            </a:fld>
            <a:endParaRPr lang="vi-VN"/>
          </a:p>
        </p:txBody>
      </p:sp>
      <p:sp>
        <p:nvSpPr>
          <p:cNvPr id="6" name="Footer Placeholder 5"/>
          <p:cNvSpPr>
            <a:spLocks noGrp="1"/>
          </p:cNvSpPr>
          <p:nvPr>
            <p:ph type="ftr" sz="quarter" idx="11"/>
          </p:nvPr>
        </p:nvSpPr>
        <p:spPr/>
        <p:txBody>
          <a:bodyPr/>
          <a:lstStyle/>
          <a:p>
            <a:endParaRPr lang="vi-VN"/>
          </a:p>
        </p:txBody>
      </p:sp>
      <p:sp>
        <p:nvSpPr>
          <p:cNvPr id="7" name="Slide Number Placeholder 6"/>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5483498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3887391" y="987426"/>
            <a:ext cx="462915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629841" y="2057400"/>
            <a:ext cx="2949178"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0569F2D7-2394-463B-99AA-3447397976B2}" type="datetimeFigureOut">
              <a:rPr lang="vi-VN" smtClean="0"/>
              <a:pPr/>
              <a:t>21/04/2021</a:t>
            </a:fld>
            <a:endParaRPr lang="vi-VN"/>
          </a:p>
        </p:txBody>
      </p:sp>
      <p:sp>
        <p:nvSpPr>
          <p:cNvPr id="6" name="Footer Placeholder 5"/>
          <p:cNvSpPr>
            <a:spLocks noGrp="1"/>
          </p:cNvSpPr>
          <p:nvPr>
            <p:ph type="ftr" sz="quarter" idx="11"/>
          </p:nvPr>
        </p:nvSpPr>
        <p:spPr/>
        <p:txBody>
          <a:bodyPr/>
          <a:lstStyle/>
          <a:p>
            <a:endParaRPr lang="vi-VN"/>
          </a:p>
        </p:txBody>
      </p:sp>
      <p:sp>
        <p:nvSpPr>
          <p:cNvPr id="7" name="Slide Number Placeholder 6"/>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402527331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569F2D7-2394-463B-99AA-3447397976B2}" type="datetimeFigureOut">
              <a:rPr lang="vi-VN" smtClean="0"/>
              <a:pPr/>
              <a:t>21/04/2021</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356373232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543675" y="365125"/>
            <a:ext cx="1971675" cy="581183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628650" y="365125"/>
            <a:ext cx="5800725"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569F2D7-2394-463B-99AA-3447397976B2}" type="datetimeFigureOut">
              <a:rPr lang="vi-VN" smtClean="0"/>
              <a:pPr/>
              <a:t>21/04/2021</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12667569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28650" y="365126"/>
            <a:ext cx="78867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628650" y="1825625"/>
            <a:ext cx="78867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628650" y="6356351"/>
            <a:ext cx="20574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0569F2D7-2394-463B-99AA-3447397976B2}" type="datetimeFigureOut">
              <a:rPr lang="vi-VN" smtClean="0"/>
              <a:pPr/>
              <a:t>21/04/2021</a:t>
            </a:fld>
            <a:endParaRPr lang="vi-VN"/>
          </a:p>
        </p:txBody>
      </p:sp>
      <p:sp>
        <p:nvSpPr>
          <p:cNvPr id="5" name="Footer Placeholder 4"/>
          <p:cNvSpPr>
            <a:spLocks noGrp="1"/>
          </p:cNvSpPr>
          <p:nvPr>
            <p:ph type="ftr" sz="quarter" idx="3"/>
          </p:nvPr>
        </p:nvSpPr>
        <p:spPr>
          <a:xfrm>
            <a:off x="3028950" y="6356351"/>
            <a:ext cx="30861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vi-VN"/>
          </a:p>
        </p:txBody>
      </p:sp>
      <p:sp>
        <p:nvSpPr>
          <p:cNvPr id="6" name="Slide Number Placeholder 5"/>
          <p:cNvSpPr>
            <a:spLocks noGrp="1"/>
          </p:cNvSpPr>
          <p:nvPr>
            <p:ph type="sldNum" sz="quarter" idx="4"/>
          </p:nvPr>
        </p:nvSpPr>
        <p:spPr>
          <a:xfrm>
            <a:off x="6457950" y="6356351"/>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035F9DCF-6D91-4825-8894-8E6DFCB090D1}" type="slidenum">
              <a:rPr lang="vi-VN" smtClean="0"/>
              <a:pPr/>
              <a:t>‹#›</a:t>
            </a:fld>
            <a:endParaRPr lang="vi-VN"/>
          </a:p>
        </p:txBody>
      </p:sp>
    </p:spTree>
    <p:extLst>
      <p:ext uri="{BB962C8B-B14F-4D97-AF65-F5344CB8AC3E}">
        <p14:creationId xmlns:p14="http://schemas.microsoft.com/office/powerpoint/2010/main" val="3468737671"/>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là vị lương y đầy quyền năng và lòng thương xót, xin thương cho các bệnh nhân sớm được chữa lành, và an ủi các gia đình đang gặp khó khăn thử thách. Xin cho lời chúng con khiêm tốn cầu nguyện, </a:t>
            </a:r>
          </a:p>
        </p:txBody>
      </p:sp>
    </p:spTree>
    <p:extLst>
      <p:ext uri="{BB962C8B-B14F-4D97-AF65-F5344CB8AC3E}">
        <p14:creationId xmlns:p14="http://schemas.microsoft.com/office/powerpoint/2010/main" val="1625506"/>
      </p:ext>
    </p:extLst>
  </p:cSld>
  <p:clrMapOvr>
    <a:masterClrMapping/>
  </p:clrMapOvr>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được chạm tới trái tim nhân lành của Chúa, xin giảm bớt gánh nặng khổ đau, và cho chúng con cảm nhận được bàn tay Chúa đang ân cần nâng đỡ chúng con. Lạy Chúa Thánh Thần là nguồn sức mạnh tình yêu, </a:t>
            </a:r>
          </a:p>
        </p:txBody>
      </p:sp>
    </p:spTree>
    <p:extLst>
      <p:ext uri="{BB962C8B-B14F-4D97-AF65-F5344CB8AC3E}">
        <p14:creationId xmlns:p14="http://schemas.microsoft.com/office/powerpoint/2010/main" val="1424632133"/>
      </p:ext>
    </p:extLst>
  </p:cSld>
  <p:clrMapOvr>
    <a:masterClrMapping/>
  </p:clrMapOvr>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xin soi sáng các vị hữu trách và những người có khả năng, giúp họ sớm tìm ra phương thuốc chữa trị dịch bệnh, xin ban cho các bác sĩ và nhân viên y tế, sức mạnh của tình thương và lòng nhiệt thành quảng đại, </a:t>
            </a:r>
          </a:p>
        </p:txBody>
      </p:sp>
    </p:spTree>
    <p:extLst>
      <p:ext uri="{BB962C8B-B14F-4D97-AF65-F5344CB8AC3E}">
        <p14:creationId xmlns:p14="http://schemas.microsoft.com/office/powerpoint/2010/main" val="4118284500"/>
      </p:ext>
    </p:extLst>
  </p:cSld>
  <p:clrMapOvr>
    <a:masterClrMapping/>
  </p:clrMapOvr>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luôn tận tâm tận lực phục vụ các bệnh nhân. Chúng con xin trao vào đôi tay từ mẫu của Mẹ Maria, những lời khẩn nguyện trong cơn đại nạn, nhờ lời Đức Mẹ chuyển cầu, xin Chúa nhận lời chúng con. Amen</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235814243"/>
      </p:ext>
    </p:extLst>
  </p:cSld>
  <p:clrMapOvr>
    <a:masterClrMapping/>
  </p:clrMapOvr>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406D17-6BBA-4289-872B-3483843B6833}"/>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C1693604-3977-4881-B828-703F88560D67}"/>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255003203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VỀ NƠI ĐÂY (14)</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888755"/>
            <a:ext cx="9144000" cy="6391564"/>
          </a:xfrm>
        </p:spPr>
        <p:txBody>
          <a:bodyPr>
            <a:noAutofit/>
          </a:bodyPr>
          <a:lstStyle/>
          <a:p>
            <a:pPr algn="just"/>
            <a:r>
              <a:rPr lang="en-US" sz="5400" b="1" dirty="0">
                <a:latin typeface="Times New Roman" panose="02020603050405020304" pitchFamily="18" charset="0"/>
                <a:cs typeface="Times New Roman" panose="02020603050405020304" pitchFamily="18" charset="0"/>
              </a:rPr>
              <a:t>ĐK: </a:t>
            </a:r>
            <a:r>
              <a:rPr lang="en-US" sz="5400" b="1" dirty="0" err="1">
                <a:latin typeface="Times New Roman" panose="02020603050405020304" pitchFamily="18" charset="0"/>
                <a:cs typeface="Times New Roman" panose="02020603050405020304" pitchFamily="18" charset="0"/>
              </a:rPr>
              <a:t>Chúng</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về</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đây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dâng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tiếng</a:t>
            </a:r>
            <a:r>
              <a:rPr lang="en-US" sz="5400" b="1" dirty="0">
                <a:latin typeface="Times New Roman" panose="02020603050405020304" pitchFamily="18" charset="0"/>
                <a:cs typeface="Times New Roman" panose="02020603050405020304" pitchFamily="18" charset="0"/>
              </a:rPr>
              <a:t> ca. </a:t>
            </a:r>
            <a:r>
              <a:rPr lang="en-US" sz="5400" b="1" dirty="0" err="1">
                <a:latin typeface="Times New Roman" panose="02020603050405020304" pitchFamily="18" charset="0"/>
                <a:cs typeface="Times New Roman" panose="02020603050405020304" pitchFamily="18" charset="0"/>
              </a:rPr>
              <a:t>Chúng</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về</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đây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để</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tạ</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ơn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Thiên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Qua </a:t>
            </a:r>
            <a:r>
              <a:rPr lang="en-US" sz="5400" b="1" dirty="0" err="1">
                <a:latin typeface="Times New Roman" panose="02020603050405020304" pitchFamily="18" charset="0"/>
                <a:cs typeface="Times New Roman" panose="02020603050405020304" pitchFamily="18" charset="0"/>
              </a:rPr>
              <a:t>bao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năm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mong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chờ</a:t>
            </a:r>
            <a:r>
              <a:rPr lang="en-US" sz="5400" b="1" dirty="0">
                <a:latin typeface="Times New Roman" panose="02020603050405020304" pitchFamily="18" charset="0"/>
                <a:cs typeface="Times New Roman" panose="02020603050405020304" pitchFamily="18" charset="0"/>
              </a:rPr>
              <a:t> say </a:t>
            </a:r>
            <a:r>
              <a:rPr lang="en-US" sz="5400" b="1" dirty="0" err="1">
                <a:latin typeface="Times New Roman" panose="02020603050405020304" pitchFamily="18" charset="0"/>
                <a:cs typeface="Times New Roman" panose="02020603050405020304" pitchFamily="18" charset="0"/>
              </a:rPr>
              <a:t>sưa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thánh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vô</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bờ</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được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cùng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nhau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thỏa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lòng</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ước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mơ</a:t>
            </a:r>
            <a:r>
              <a:rPr lang="en-US" sz="5400" b="1" dirty="0">
                <a:latin typeface="Times New Roman" panose="02020603050405020304" pitchFamily="18" charset="0"/>
                <a:cs typeface="Times New Roman" panose="02020603050405020304" pitchFamily="18" charset="0"/>
              </a:rPr>
              <a:t>.</a:t>
            </a:r>
            <a:endParaRPr lang="en-US" sz="5400" b="1" dirty="0">
              <a:solidFill>
                <a:schemeClr val="tx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651017703"/>
      </p:ext>
    </p:extLst>
  </p:cSld>
  <p:clrMapOvr>
    <a:masterClrMapping/>
  </p:clrMapOvr>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VỀ NƠI ĐÂY (14)</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672662"/>
            <a:ext cx="9144000" cy="6391564"/>
          </a:xfrm>
        </p:spPr>
        <p:txBody>
          <a:bodyPr>
            <a:noAutofit/>
          </a:bodyPr>
          <a:lstStyle/>
          <a:p>
            <a:pPr algn="just"/>
            <a:r>
              <a:rPr lang="en-US" sz="5400" b="1" dirty="0">
                <a:latin typeface="Times New Roman" panose="02020603050405020304" pitchFamily="18" charset="0"/>
                <a:cs typeface="Times New Roman" panose="02020603050405020304" pitchFamily="18" charset="0"/>
              </a:rPr>
              <a:t>1. </a:t>
            </a:r>
            <a:r>
              <a:rPr lang="en-US" sz="5400" b="1" dirty="0" err="1">
                <a:latin typeface="Times New Roman" panose="02020603050405020304" pitchFamily="18" charset="0"/>
                <a:cs typeface="Times New Roman" panose="02020603050405020304" pitchFamily="18" charset="0"/>
              </a:rPr>
              <a:t>Với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tiếng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hát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rạo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rực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niềm</a:t>
            </a:r>
            <a:r>
              <a:rPr lang="en-US" sz="5400" b="1" dirty="0">
                <a:latin typeface="Times New Roman" panose="02020603050405020304" pitchFamily="18" charset="0"/>
                <a:cs typeface="Times New Roman" panose="02020603050405020304" pitchFamily="18" charset="0"/>
              </a:rPr>
              <a:t> tin </a:t>
            </a:r>
            <a:r>
              <a:rPr lang="en-US" sz="5400" b="1" dirty="0" err="1">
                <a:latin typeface="Times New Roman" panose="02020603050405020304" pitchFamily="18" charset="0"/>
                <a:cs typeface="Times New Roman" panose="02020603050405020304" pitchFamily="18" charset="0"/>
              </a:rPr>
              <a:t>với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ánh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mắt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đọng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nguyện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xin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chúng</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dâng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muôn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ngàn</a:t>
            </a:r>
            <a:r>
              <a:rPr lang="en-US" sz="5400" b="1" dirty="0">
                <a:latin typeface="Times New Roman" panose="02020603050405020304" pitchFamily="18" charset="0"/>
                <a:cs typeface="Times New Roman" panose="02020603050405020304" pitchFamily="18" charset="0"/>
              </a:rPr>
              <a:t> ý </a:t>
            </a:r>
            <a:r>
              <a:rPr lang="en-US" sz="5400" b="1" dirty="0" err="1">
                <a:latin typeface="Times New Roman" panose="02020603050405020304" pitchFamily="18" charset="0"/>
                <a:cs typeface="Times New Roman" panose="02020603050405020304" pitchFamily="18" charset="0"/>
              </a:rPr>
              <a:t>tình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Từng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kinh</a:t>
            </a:r>
            <a:r>
              <a:rPr lang="en-US" sz="5400" b="1" dirty="0">
                <a:latin typeface="Times New Roman" panose="02020603050405020304" pitchFamily="18" charset="0"/>
                <a:cs typeface="Times New Roman" panose="02020603050405020304" pitchFamily="18" charset="0"/>
              </a:rPr>
              <a:t> hay </a:t>
            </a:r>
            <a:r>
              <a:rPr lang="en-US" sz="5400" b="1" dirty="0" err="1">
                <a:latin typeface="Times New Roman" panose="02020603050405020304" pitchFamily="18" charset="0"/>
                <a:cs typeface="Times New Roman" panose="02020603050405020304" pitchFamily="18" charset="0"/>
              </a:rPr>
              <a:t>từng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cuộc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sống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cùng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hòa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chung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trong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tình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hiệp</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nhất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nguyện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dâng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Thiên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tình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yêu</a:t>
            </a:r>
            <a:r>
              <a:rPr lang="en-US" sz="5400" b="1" dirty="0">
                <a:latin typeface="Times New Roman" panose="02020603050405020304" pitchFamily="18" charset="0"/>
                <a:cs typeface="Times New Roman" panose="02020603050405020304" pitchFamily="18" charset="0"/>
              </a:rPr>
              <a:t>.</a:t>
            </a:r>
            <a:endParaRPr lang="en-US" sz="5400" b="1" dirty="0">
              <a:solidFill>
                <a:schemeClr val="tx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460813293"/>
      </p:ext>
    </p:extLst>
  </p:cSld>
  <p:clrMapOvr>
    <a:masterClrMapping/>
  </p:clrMapOvr>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VỀ NƠI ĐÂY (14)</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888755"/>
            <a:ext cx="9144000" cy="6391564"/>
          </a:xfrm>
        </p:spPr>
        <p:txBody>
          <a:bodyPr>
            <a:noAutofit/>
          </a:bodyPr>
          <a:lstStyle/>
          <a:p>
            <a:pPr algn="just"/>
            <a:r>
              <a:rPr lang="en-US" sz="5400" b="1" dirty="0">
                <a:latin typeface="Times New Roman" panose="02020603050405020304" pitchFamily="18" charset="0"/>
                <a:cs typeface="Times New Roman" panose="02020603050405020304" pitchFamily="18" charset="0"/>
              </a:rPr>
              <a:t>ĐK: </a:t>
            </a:r>
            <a:r>
              <a:rPr lang="en-US" sz="5400" b="1" dirty="0" err="1">
                <a:latin typeface="Times New Roman" panose="02020603050405020304" pitchFamily="18" charset="0"/>
                <a:cs typeface="Times New Roman" panose="02020603050405020304" pitchFamily="18" charset="0"/>
              </a:rPr>
              <a:t>Chúng</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về</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đây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dâng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tiếng</a:t>
            </a:r>
            <a:r>
              <a:rPr lang="en-US" sz="5400" b="1" dirty="0">
                <a:latin typeface="Times New Roman" panose="02020603050405020304" pitchFamily="18" charset="0"/>
                <a:cs typeface="Times New Roman" panose="02020603050405020304" pitchFamily="18" charset="0"/>
              </a:rPr>
              <a:t> ca. </a:t>
            </a:r>
            <a:r>
              <a:rPr lang="en-US" sz="5400" b="1" dirty="0" err="1">
                <a:latin typeface="Times New Roman" panose="02020603050405020304" pitchFamily="18" charset="0"/>
                <a:cs typeface="Times New Roman" panose="02020603050405020304" pitchFamily="18" charset="0"/>
              </a:rPr>
              <a:t>Chúng</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về</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đây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để</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tạ</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ơn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Thiên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Qua </a:t>
            </a:r>
            <a:r>
              <a:rPr lang="en-US" sz="5400" b="1" dirty="0" err="1">
                <a:latin typeface="Times New Roman" panose="02020603050405020304" pitchFamily="18" charset="0"/>
                <a:cs typeface="Times New Roman" panose="02020603050405020304" pitchFamily="18" charset="0"/>
              </a:rPr>
              <a:t>bao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năm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mong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chờ</a:t>
            </a:r>
            <a:r>
              <a:rPr lang="en-US" sz="5400" b="1" dirty="0">
                <a:latin typeface="Times New Roman" panose="02020603050405020304" pitchFamily="18" charset="0"/>
                <a:cs typeface="Times New Roman" panose="02020603050405020304" pitchFamily="18" charset="0"/>
              </a:rPr>
              <a:t> say </a:t>
            </a:r>
            <a:r>
              <a:rPr lang="en-US" sz="5400" b="1" dirty="0" err="1">
                <a:latin typeface="Times New Roman" panose="02020603050405020304" pitchFamily="18" charset="0"/>
                <a:cs typeface="Times New Roman" panose="02020603050405020304" pitchFamily="18" charset="0"/>
              </a:rPr>
              <a:t>sưa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thánh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vô</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bờ</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được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cùng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nhau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thỏa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lòng</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ước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mơ</a:t>
            </a:r>
            <a:r>
              <a:rPr lang="en-US" sz="5400" b="1" dirty="0">
                <a:latin typeface="Times New Roman" panose="02020603050405020304" pitchFamily="18" charset="0"/>
                <a:cs typeface="Times New Roman" panose="02020603050405020304" pitchFamily="18" charset="0"/>
              </a:rPr>
              <a:t>.</a:t>
            </a:r>
            <a:endParaRPr lang="en-US" sz="5400" b="1" dirty="0">
              <a:solidFill>
                <a:schemeClr val="tx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94246676"/>
      </p:ext>
    </p:extLst>
  </p:cSld>
  <p:clrMapOvr>
    <a:masterClrMapping/>
  </p:clrMapOvr>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070538"/>
            <a:ext cx="9144000" cy="8673524"/>
          </a:xfrm>
        </p:spPr>
        <p:txBody>
          <a:bodyPr>
            <a:noAutofit/>
          </a:bodyPr>
          <a:lstStyle/>
          <a:p>
            <a:r>
              <a:rPr lang="en-US" sz="6600" b="1" dirty="0" err="1">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Đáp</a:t>
            </a:r>
            <a:r>
              <a:rPr lang="en-US" sz="66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 Ca</a:t>
            </a:r>
          </a:p>
          <a:p>
            <a:pPr algn="just"/>
            <a:r>
              <a:rPr lang="en-US" sz="5400" b="1" dirty="0" err="1">
                <a:latin typeface="Times New Roman" panose="02020603050405020304" pitchFamily="18" charset="0"/>
                <a:cs typeface="Times New Roman" panose="02020603050405020304" pitchFamily="18" charset="0"/>
              </a:rPr>
              <a:t>Toàn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thể</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đất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nước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hãy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reo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mừng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Thiên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092014905"/>
      </p:ext>
    </p:extLst>
  </p:cSld>
  <p:clrMapOvr>
    <a:masterClrMapping/>
  </p:clrMapOvr>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763226"/>
            <a:ext cx="9144000" cy="5934077"/>
          </a:xfrm>
        </p:spPr>
        <p:txBody>
          <a:bodyPr>
            <a:noAutofit/>
          </a:bodyPr>
          <a:lstStyle/>
          <a:p>
            <a:r>
              <a:rPr lang="en-US" sz="5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Alleluia</a:t>
            </a:r>
          </a:p>
          <a:p>
            <a:pPr algn="just"/>
            <a:r>
              <a:rPr lang="en-US" sz="5400" b="1" dirty="0">
                <a:latin typeface="Times New Roman" panose="02020603050405020304" pitchFamily="18" charset="0"/>
                <a:cs typeface="Times New Roman" panose="02020603050405020304" pitchFamily="18" charset="0"/>
              </a:rPr>
              <a:t>All…All…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phán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Thầy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sẽ</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không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bỏ</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các</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mồ</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côi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Thầy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sẽ</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với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các</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và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lòng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các</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sẽ</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vui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mừng</a:t>
            </a:r>
            <a:r>
              <a:rPr lang="en-US" sz="5400" b="1" dirty="0">
                <a:latin typeface="Times New Roman" panose="02020603050405020304" pitchFamily="18" charset="0"/>
                <a:cs typeface="Times New Roman" panose="02020603050405020304" pitchFamily="18" charset="0"/>
              </a:rPr>
              <a:t>”. All…All…</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504007725"/>
      </p:ext>
    </p:extLst>
  </p:cSld>
  <p:clrMapOvr>
    <a:masterClrMapping/>
  </p:clrMapOvr>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Dâng</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NÀY CON XIN ĐẾN (60)</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762000"/>
            <a:ext cx="9144000" cy="6391564"/>
          </a:xfrm>
        </p:spPr>
        <p:txBody>
          <a:bodyPr>
            <a:noAutofit/>
          </a:bodyPr>
          <a:lstStyle/>
          <a:p>
            <a:pPr algn="just"/>
            <a:r>
              <a:rPr lang="en-US" sz="5400" b="1" dirty="0">
                <a:latin typeface="Times New Roman" pitchFamily="18" charset="0"/>
                <a:cs typeface="Times New Roman" pitchFamily="18" charset="0"/>
              </a:rPr>
              <a:t>ĐK: </a:t>
            </a:r>
            <a:r>
              <a:rPr lang="en-US" sz="5400" b="1" dirty="0" err="1">
                <a:latin typeface="Times New Roman" pitchFamily="18" charset="0"/>
                <a:cs typeface="Times New Roman" pitchFamily="18" charset="0"/>
              </a:rPr>
              <a:t>Này</a:t>
            </a:r>
            <a:r>
              <a:rPr lang="en-US" sz="5400" b="1" dirty="0">
                <a:latin typeface="Times New Roman" pitchFamily="18" charset="0"/>
                <a:cs typeface="Times New Roman" pitchFamily="18" charset="0"/>
              </a:rPr>
              <a:t> con </a:t>
            </a:r>
            <a:r>
              <a:rPr lang="en-US" sz="5400" b="1" dirty="0" err="1">
                <a:latin typeface="Times New Roman" pitchFamily="18" charset="0"/>
                <a:cs typeface="Times New Roman" pitchFamily="18" charset="0"/>
              </a:rPr>
              <a:t>xin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đến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Chúa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ơi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Chúa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ơi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Này</a:t>
            </a:r>
            <a:r>
              <a:rPr lang="en-US" sz="5400" b="1" dirty="0">
                <a:latin typeface="Times New Roman" pitchFamily="18" charset="0"/>
                <a:cs typeface="Times New Roman" pitchFamily="18" charset="0"/>
              </a:rPr>
              <a:t> con </a:t>
            </a:r>
            <a:r>
              <a:rPr lang="en-US" sz="5400" b="1" dirty="0" err="1">
                <a:latin typeface="Times New Roman" pitchFamily="18" charset="0"/>
                <a:cs typeface="Times New Roman" pitchFamily="18" charset="0"/>
              </a:rPr>
              <a:t>xin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đến</a:t>
            </a:r>
            <a:r>
              <a:rPr lang="en-US" sz="5400" b="1" dirty="0">
                <a:latin typeface="Times New Roman" pitchFamily="18" charset="0"/>
                <a:cs typeface="Times New Roman" pitchFamily="18" charset="0"/>
              </a:rPr>
              <a:t>, con </a:t>
            </a:r>
            <a:r>
              <a:rPr lang="en-US" sz="5400" b="1" dirty="0" err="1">
                <a:latin typeface="Times New Roman" pitchFamily="18" charset="0"/>
                <a:cs typeface="Times New Roman" pitchFamily="18" charset="0"/>
              </a:rPr>
              <a:t>xin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đến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Chúa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ơi</a:t>
            </a:r>
            <a:r>
              <a:rPr lang="en-US" sz="5400" b="1" dirty="0">
                <a:latin typeface="Times New Roman" pitchFamily="18" charset="0"/>
                <a:cs typeface="Times New Roman" pitchFamily="18" charset="0"/>
              </a:rPr>
              <a:t>. Con </a:t>
            </a:r>
            <a:r>
              <a:rPr lang="en-US" sz="5400" b="1" dirty="0" err="1">
                <a:latin typeface="Times New Roman" pitchFamily="18" charset="0"/>
                <a:cs typeface="Times New Roman" pitchFamily="18" charset="0"/>
              </a:rPr>
              <a:t>xin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đến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dâng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Chúa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trót</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cả</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cuộc</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đời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dâng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Chúa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trót</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cả</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tâm</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hồn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Chúa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ơi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này</a:t>
            </a:r>
            <a:r>
              <a:rPr lang="en-US" sz="5400" b="1" dirty="0">
                <a:latin typeface="Times New Roman" pitchFamily="18" charset="0"/>
                <a:cs typeface="Times New Roman" pitchFamily="18" charset="0"/>
              </a:rPr>
              <a:t> con </a:t>
            </a:r>
            <a:r>
              <a:rPr lang="en-US" sz="5400" b="1" dirty="0" err="1">
                <a:latin typeface="Times New Roman" pitchFamily="18" charset="0"/>
                <a:cs typeface="Times New Roman" pitchFamily="18" charset="0"/>
              </a:rPr>
              <a:t>đây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Chúa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ơi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này</a:t>
            </a:r>
            <a:r>
              <a:rPr lang="en-US" sz="5400" b="1" dirty="0">
                <a:latin typeface="Times New Roman" pitchFamily="18" charset="0"/>
                <a:cs typeface="Times New Roman" pitchFamily="18" charset="0"/>
              </a:rPr>
              <a:t> con </a:t>
            </a:r>
            <a:r>
              <a:rPr lang="en-US" sz="5400" b="1" dirty="0" err="1">
                <a:latin typeface="Times New Roman" pitchFamily="18" charset="0"/>
                <a:cs typeface="Times New Roman" pitchFamily="18" charset="0"/>
              </a:rPr>
              <a:t>đây</a:t>
            </a:r>
            <a:r>
              <a:rPr lang="en-US" sz="5400" b="1" dirty="0">
                <a:latin typeface="Times New Roman" pitchFamily="18" charset="0"/>
                <a:cs typeface="Times New Roman" pitchFamily="18" charset="0"/>
              </a:rPr>
              <a:t>.</a:t>
            </a:r>
            <a:endParaRPr lang="vi-VN" sz="5400" b="1" dirty="0">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3698147533"/>
      </p:ext>
    </p:extLst>
  </p:cSld>
  <p:clrMapOvr>
    <a:masterClrMapping/>
  </p:clrMapOvr>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Dâng</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NÀY CON XIN ĐẾN (60)</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466850"/>
            <a:ext cx="9144000" cy="6391564"/>
          </a:xfrm>
        </p:spPr>
        <p:txBody>
          <a:bodyPr>
            <a:noAutofit/>
          </a:bodyPr>
          <a:lstStyle/>
          <a:p>
            <a:pPr algn="just"/>
            <a:r>
              <a:rPr lang="en-US" sz="5400" b="1" dirty="0">
                <a:latin typeface="Times New Roman" pitchFamily="18" charset="0"/>
                <a:cs typeface="Times New Roman" pitchFamily="18" charset="0"/>
              </a:rPr>
              <a:t>1. </a:t>
            </a:r>
            <a:r>
              <a:rPr lang="en-US" sz="5400" b="1" dirty="0" err="1">
                <a:latin typeface="Times New Roman" pitchFamily="18" charset="0"/>
                <a:cs typeface="Times New Roman" pitchFamily="18" charset="0"/>
              </a:rPr>
              <a:t>Chúa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không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ưa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lễ</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vật</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sinh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lễ</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vật</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tinh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tuyền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Chúa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chỉ</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ưa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chính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bản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thân</a:t>
            </a:r>
            <a:r>
              <a:rPr lang="en-US" sz="5400" b="1" dirty="0">
                <a:latin typeface="Times New Roman" pitchFamily="18" charset="0"/>
                <a:cs typeface="Times New Roman" pitchFamily="18" charset="0"/>
              </a:rPr>
              <a:t> con, </a:t>
            </a:r>
            <a:r>
              <a:rPr lang="en-US" sz="5400" b="1" dirty="0" err="1">
                <a:latin typeface="Times New Roman" pitchFamily="18" charset="0"/>
                <a:cs typeface="Times New Roman" pitchFamily="18" charset="0"/>
              </a:rPr>
              <a:t>Chúa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ơi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này</a:t>
            </a:r>
            <a:r>
              <a:rPr lang="en-US" sz="5400" b="1" dirty="0">
                <a:latin typeface="Times New Roman" pitchFamily="18" charset="0"/>
                <a:cs typeface="Times New Roman" pitchFamily="18" charset="0"/>
              </a:rPr>
              <a:t> con </a:t>
            </a:r>
            <a:r>
              <a:rPr lang="en-US" sz="5400" b="1" dirty="0" err="1">
                <a:latin typeface="Times New Roman" pitchFamily="18" charset="0"/>
                <a:cs typeface="Times New Roman" pitchFamily="18" charset="0"/>
              </a:rPr>
              <a:t>đây</a:t>
            </a:r>
            <a:r>
              <a:rPr lang="en-US" sz="5400" b="1" dirty="0">
                <a:latin typeface="Times New Roman" pitchFamily="18" charset="0"/>
                <a:cs typeface="Times New Roman" pitchFamily="18" charset="0"/>
              </a:rPr>
              <a:t>.</a:t>
            </a:r>
            <a:endParaRPr lang="vi-VN" sz="5400" b="1" dirty="0">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2900249663"/>
      </p:ext>
    </p:extLst>
  </p:cSld>
  <p:clrMapOvr>
    <a:masterClrMapping/>
  </p:clrMapOvr>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Dâng</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NÀY CON XIN ĐẾN (60)</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762000"/>
            <a:ext cx="9144000" cy="6391564"/>
          </a:xfrm>
        </p:spPr>
        <p:txBody>
          <a:bodyPr>
            <a:noAutofit/>
          </a:bodyPr>
          <a:lstStyle/>
          <a:p>
            <a:pPr algn="just"/>
            <a:r>
              <a:rPr lang="en-US" sz="5400" b="1" dirty="0">
                <a:latin typeface="Times New Roman" pitchFamily="18" charset="0"/>
                <a:cs typeface="Times New Roman" pitchFamily="18" charset="0"/>
              </a:rPr>
              <a:t>ĐK: </a:t>
            </a:r>
            <a:r>
              <a:rPr lang="en-US" sz="5400" b="1" dirty="0" err="1">
                <a:latin typeface="Times New Roman" pitchFamily="18" charset="0"/>
                <a:cs typeface="Times New Roman" pitchFamily="18" charset="0"/>
              </a:rPr>
              <a:t>Này</a:t>
            </a:r>
            <a:r>
              <a:rPr lang="en-US" sz="5400" b="1" dirty="0">
                <a:latin typeface="Times New Roman" pitchFamily="18" charset="0"/>
                <a:cs typeface="Times New Roman" pitchFamily="18" charset="0"/>
              </a:rPr>
              <a:t> con </a:t>
            </a:r>
            <a:r>
              <a:rPr lang="en-US" sz="5400" b="1" dirty="0" err="1">
                <a:latin typeface="Times New Roman" pitchFamily="18" charset="0"/>
                <a:cs typeface="Times New Roman" pitchFamily="18" charset="0"/>
              </a:rPr>
              <a:t>xin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đến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Chúa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ơi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Chúa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ơi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Này</a:t>
            </a:r>
            <a:r>
              <a:rPr lang="en-US" sz="5400" b="1" dirty="0">
                <a:latin typeface="Times New Roman" pitchFamily="18" charset="0"/>
                <a:cs typeface="Times New Roman" pitchFamily="18" charset="0"/>
              </a:rPr>
              <a:t> con </a:t>
            </a:r>
            <a:r>
              <a:rPr lang="en-US" sz="5400" b="1" dirty="0" err="1">
                <a:latin typeface="Times New Roman" pitchFamily="18" charset="0"/>
                <a:cs typeface="Times New Roman" pitchFamily="18" charset="0"/>
              </a:rPr>
              <a:t>xin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đến</a:t>
            </a:r>
            <a:r>
              <a:rPr lang="en-US" sz="5400" b="1" dirty="0">
                <a:latin typeface="Times New Roman" pitchFamily="18" charset="0"/>
                <a:cs typeface="Times New Roman" pitchFamily="18" charset="0"/>
              </a:rPr>
              <a:t>, con </a:t>
            </a:r>
            <a:r>
              <a:rPr lang="en-US" sz="5400" b="1" dirty="0" err="1">
                <a:latin typeface="Times New Roman" pitchFamily="18" charset="0"/>
                <a:cs typeface="Times New Roman" pitchFamily="18" charset="0"/>
              </a:rPr>
              <a:t>xin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đến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Chúa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ơi</a:t>
            </a:r>
            <a:r>
              <a:rPr lang="en-US" sz="5400" b="1" dirty="0">
                <a:latin typeface="Times New Roman" pitchFamily="18" charset="0"/>
                <a:cs typeface="Times New Roman" pitchFamily="18" charset="0"/>
              </a:rPr>
              <a:t>. Con </a:t>
            </a:r>
            <a:r>
              <a:rPr lang="en-US" sz="5400" b="1" dirty="0" err="1">
                <a:latin typeface="Times New Roman" pitchFamily="18" charset="0"/>
                <a:cs typeface="Times New Roman" pitchFamily="18" charset="0"/>
              </a:rPr>
              <a:t>xin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đến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dâng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Chúa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trót</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cả</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cuộc</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đời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dâng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Chúa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trót</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cả</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tâm</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hồn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Chúa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ơi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này</a:t>
            </a:r>
            <a:r>
              <a:rPr lang="en-US" sz="5400" b="1" dirty="0">
                <a:latin typeface="Times New Roman" pitchFamily="18" charset="0"/>
                <a:cs typeface="Times New Roman" pitchFamily="18" charset="0"/>
              </a:rPr>
              <a:t> con </a:t>
            </a:r>
            <a:r>
              <a:rPr lang="en-US" sz="5400" b="1" dirty="0" err="1">
                <a:latin typeface="Times New Roman" pitchFamily="18" charset="0"/>
                <a:cs typeface="Times New Roman" pitchFamily="18" charset="0"/>
              </a:rPr>
              <a:t>đây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Chúa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ơi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này</a:t>
            </a:r>
            <a:r>
              <a:rPr lang="en-US" sz="5400" b="1" dirty="0">
                <a:latin typeface="Times New Roman" pitchFamily="18" charset="0"/>
                <a:cs typeface="Times New Roman" pitchFamily="18" charset="0"/>
              </a:rPr>
              <a:t> con </a:t>
            </a:r>
            <a:r>
              <a:rPr lang="en-US" sz="5400" b="1" dirty="0" err="1">
                <a:latin typeface="Times New Roman" pitchFamily="18" charset="0"/>
                <a:cs typeface="Times New Roman" pitchFamily="18" charset="0"/>
              </a:rPr>
              <a:t>đây</a:t>
            </a:r>
            <a:r>
              <a:rPr lang="en-US" sz="5400" b="1" dirty="0">
                <a:latin typeface="Times New Roman" pitchFamily="18" charset="0"/>
                <a:cs typeface="Times New Roman" pitchFamily="18" charset="0"/>
              </a:rPr>
              <a:t>.</a:t>
            </a:r>
            <a:endParaRPr lang="vi-VN" sz="5400" b="1" dirty="0">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1333188189"/>
      </p:ext>
    </p:extLst>
  </p:cSld>
  <p:clrMapOvr>
    <a:masterClrMapping/>
  </p:clrMapOvr>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46179"/>
            <a:ext cx="9144000" cy="533400"/>
          </a:xfrm>
        </p:spPr>
        <p:txBody>
          <a:bodyPr>
            <a:normAutofit fontScale="90000"/>
          </a:bodyPr>
          <a:lstStyle/>
          <a:p>
            <a:pPr algn="l"/>
            <a:r>
              <a:rPr lang="en-US" sz="36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CA HIỆP LỄ</a:t>
            </a:r>
            <a:endParaRPr lang="en-US" sz="4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095881"/>
            <a:ext cx="9144000" cy="5615940"/>
          </a:xfrm>
        </p:spPr>
        <p:txBody>
          <a:bodyPr>
            <a:noAutofit/>
          </a:bodyPr>
          <a:lstStyle/>
          <a:p>
            <a:pPr algn="just"/>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Ki-</a:t>
            </a:r>
            <a:r>
              <a:rPr lang="en-US" sz="5400" b="1" dirty="0" err="1">
                <a:latin typeface="Times New Roman" panose="02020603050405020304" pitchFamily="18" charset="0"/>
                <a:cs typeface="Times New Roman" panose="02020603050405020304" pitchFamily="18" charset="0"/>
              </a:rPr>
              <a:t>tô</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chết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thay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mọi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để</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những</a:t>
            </a:r>
            <a:r>
              <a:rPr lang="en-US" sz="5400" b="1" dirty="0">
                <a:latin typeface="Times New Roman" panose="02020603050405020304" pitchFamily="18" charset="0"/>
                <a:cs typeface="Times New Roman" panose="02020603050405020304" pitchFamily="18" charset="0"/>
              </a:rPr>
              <a:t> ai </a:t>
            </a:r>
            <a:r>
              <a:rPr lang="en-US" sz="5400" b="1" dirty="0" err="1">
                <a:latin typeface="Times New Roman" panose="02020603050405020304" pitchFamily="18" charset="0"/>
                <a:cs typeface="Times New Roman" panose="02020603050405020304" pitchFamily="18" charset="0"/>
              </a:rPr>
              <a:t>đang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sống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thì</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không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còn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sống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chính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mình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nữa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sống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Đấng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chết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sống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vì</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họ</a:t>
            </a:r>
            <a:r>
              <a:rPr lang="en-US" sz="5400" b="1" dirty="0">
                <a:latin typeface="Times New Roman" panose="02020603050405020304" pitchFamily="18" charset="0"/>
                <a:cs typeface="Times New Roman" panose="02020603050405020304" pitchFamily="18" charset="0"/>
              </a:rPr>
              <a:t>. Alleluia.</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454802588"/>
      </p:ext>
    </p:extLst>
  </p:cSld>
  <p:clrMapOvr>
    <a:masterClrMapping/>
  </p:clrMapOvr>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ÔI THẦN LINH CHÚA 222</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219200"/>
            <a:ext cx="9144000" cy="6391564"/>
          </a:xfrm>
        </p:spPr>
        <p:txBody>
          <a:bodyPr>
            <a:noAutofit/>
          </a:bodyPr>
          <a:lstStyle/>
          <a:p>
            <a:pPr algn="just"/>
            <a:r>
              <a:rPr lang="en-US" sz="5400" b="1" dirty="0">
                <a:solidFill>
                  <a:schemeClr val="tx1"/>
                </a:solidFill>
                <a:latin typeface="Times New Roman" panose="02020603050405020304" pitchFamily="18" charset="0"/>
                <a:cs typeface="Times New Roman" panose="02020603050405020304" pitchFamily="18" charset="0"/>
              </a:rPr>
              <a:t>ĐK: </a:t>
            </a:r>
            <a:r>
              <a:rPr lang="en-US" sz="5400" b="1" dirty="0" err="1">
                <a:solidFill>
                  <a:schemeClr val="tx1"/>
                </a:solidFill>
                <a:latin typeface="Times New Roman" panose="02020603050405020304" pitchFamily="18" charset="0"/>
                <a:cs typeface="Times New Roman" panose="02020603050405020304" pitchFamily="18" charset="0"/>
              </a:rPr>
              <a:t>Ôi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Thần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Linh</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Chúa</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êm</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dịu</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khôn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xiết</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Chúa</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muốn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thương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yêu</a:t>
            </a:r>
            <a:r>
              <a:rPr lang="en-US" sz="5400" b="1" dirty="0">
                <a:solidFill>
                  <a:schemeClr val="tx1"/>
                </a:solidFill>
                <a:latin typeface="Times New Roman" panose="02020603050405020304" pitchFamily="18" charset="0"/>
                <a:cs typeface="Times New Roman" panose="02020603050405020304" pitchFamily="18" charset="0"/>
              </a:rPr>
              <a:t> con </a:t>
            </a:r>
            <a:r>
              <a:rPr lang="en-US" sz="5400" b="1" dirty="0" err="1">
                <a:solidFill>
                  <a:schemeClr val="tx1"/>
                </a:solidFill>
                <a:latin typeface="Times New Roman" panose="02020603050405020304" pitchFamily="18" charset="0"/>
                <a:cs typeface="Times New Roman" panose="02020603050405020304" pitchFamily="18" charset="0"/>
              </a:rPr>
              <a:t>cái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nơi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trần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gian</a:t>
            </a:r>
            <a:r>
              <a:rPr lang="en-US" sz="5400" b="1" dirty="0">
                <a:solidFill>
                  <a:schemeClr val="tx1"/>
                </a:solidFill>
                <a:latin typeface="Times New Roman" panose="02020603050405020304" pitchFamily="18" charset="0"/>
                <a:cs typeface="Times New Roman" panose="02020603050405020304" pitchFamily="18" charset="0"/>
              </a:rPr>
              <a:t>. Ban </a:t>
            </a:r>
            <a:r>
              <a:rPr lang="en-US" sz="5400" b="1" dirty="0" err="1">
                <a:solidFill>
                  <a:schemeClr val="tx1"/>
                </a:solidFill>
                <a:latin typeface="Times New Roman" panose="02020603050405020304" pitchFamily="18" charset="0"/>
                <a:cs typeface="Times New Roman" panose="02020603050405020304" pitchFamily="18" charset="0"/>
              </a:rPr>
              <a:t>bánh</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thơm</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ngon</a:t>
            </a:r>
            <a:r>
              <a:rPr lang="en-US" sz="5400" b="1" dirty="0">
                <a:solidFill>
                  <a:schemeClr val="tx1"/>
                </a:solidFill>
                <a:latin typeface="Times New Roman" panose="02020603050405020304" pitchFamily="18" charset="0"/>
                <a:cs typeface="Times New Roman" panose="02020603050405020304" pitchFamily="18" charset="0"/>
              </a:rPr>
              <a:t>, ban </a:t>
            </a:r>
            <a:r>
              <a:rPr lang="en-US" sz="5400" b="1" dirty="0" err="1">
                <a:solidFill>
                  <a:schemeClr val="tx1"/>
                </a:solidFill>
                <a:latin typeface="Times New Roman" panose="02020603050405020304" pitchFamily="18" charset="0"/>
                <a:cs typeface="Times New Roman" panose="02020603050405020304" pitchFamily="18" charset="0"/>
              </a:rPr>
              <a:t>Bánh</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Thiên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Thần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Người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giùa</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đói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nghèo</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kẻ</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đói</a:t>
            </a:r>
            <a:r>
              <a:rPr lang="en-US" sz="5400" b="1" dirty="0">
                <a:solidFill>
                  <a:schemeClr val="tx1"/>
                </a:solidFill>
                <a:latin typeface="Times New Roman" panose="02020603050405020304" pitchFamily="18" charset="0"/>
                <a:cs typeface="Times New Roman" panose="02020603050405020304" pitchFamily="18" charset="0"/>
              </a:rPr>
              <a:t> no </a:t>
            </a:r>
            <a:r>
              <a:rPr lang="en-US" sz="5400" b="1" dirty="0" err="1">
                <a:solidFill>
                  <a:schemeClr val="tx1"/>
                </a:solidFill>
                <a:latin typeface="Times New Roman" panose="02020603050405020304" pitchFamily="18" charset="0"/>
                <a:cs typeface="Times New Roman" panose="02020603050405020304" pitchFamily="18" charset="0"/>
              </a:rPr>
              <a:t>giàu</a:t>
            </a:r>
            <a:r>
              <a:rPr lang="en-US" sz="5400" b="1" dirty="0">
                <a:solidFill>
                  <a:schemeClr val="tx1"/>
                </a:solidFill>
                <a:latin typeface="Times New Roman" panose="02020603050405020304" pitchFamily="18" charset="0"/>
                <a:cs typeface="Times New Roman" panose="02020603050405020304" pitchFamily="18" charset="0"/>
              </a:rPr>
              <a:t>.</a:t>
            </a:r>
            <a:endParaRPr lang="vi-VN" sz="85700" b="1" dirty="0">
              <a:solidFill>
                <a:schemeClr val="tx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793947737"/>
      </p:ext>
    </p:extLst>
  </p:cSld>
  <p:clrMapOvr>
    <a:masterClrMapping/>
  </p:clrMapOvr>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ÔI THẦN LINH CHÚA 222</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961748"/>
            <a:ext cx="9144000" cy="6391564"/>
          </a:xfrm>
        </p:spPr>
        <p:txBody>
          <a:bodyPr>
            <a:noAutofit/>
          </a:bodyPr>
          <a:lstStyle/>
          <a:p>
            <a:pPr algn="just"/>
            <a:r>
              <a:rPr lang="en-US" sz="5400" b="1" dirty="0">
                <a:solidFill>
                  <a:schemeClr val="tx1"/>
                </a:solidFill>
                <a:latin typeface="Times New Roman" panose="02020603050405020304" pitchFamily="18" charset="0"/>
                <a:cs typeface="Times New Roman" panose="02020603050405020304" pitchFamily="18" charset="0"/>
              </a:rPr>
              <a:t>1. </a:t>
            </a:r>
            <a:r>
              <a:rPr lang="en-US" sz="5400" b="1" dirty="0" err="1">
                <a:solidFill>
                  <a:schemeClr val="tx1"/>
                </a:solidFill>
                <a:latin typeface="Times New Roman" panose="02020603050405020304" pitchFamily="18" charset="0"/>
                <a:cs typeface="Times New Roman" panose="02020603050405020304" pitchFamily="18" charset="0"/>
              </a:rPr>
              <a:t>Chúa</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nuôi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đoàn</a:t>
            </a:r>
            <a:r>
              <a:rPr lang="en-US" sz="5400" b="1" dirty="0">
                <a:solidFill>
                  <a:schemeClr val="tx1"/>
                </a:solidFill>
                <a:latin typeface="Times New Roman" panose="02020603050405020304" pitchFamily="18" charset="0"/>
                <a:cs typeface="Times New Roman" panose="02020603050405020304" pitchFamily="18" charset="0"/>
              </a:rPr>
              <a:t> con </a:t>
            </a:r>
            <a:r>
              <a:rPr lang="en-US" sz="5400" b="1" dirty="0" err="1">
                <a:solidFill>
                  <a:schemeClr val="tx1"/>
                </a:solidFill>
                <a:latin typeface="Times New Roman" panose="02020603050405020304" pitchFamily="18" charset="0"/>
                <a:cs typeface="Times New Roman" panose="02020603050405020304" pitchFamily="18" charset="0"/>
              </a:rPr>
              <a:t>này</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đây</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bánh</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miến</a:t>
            </a:r>
            <a:r>
              <a:rPr lang="en-US" sz="5400" b="1" dirty="0">
                <a:solidFill>
                  <a:schemeClr val="tx1"/>
                </a:solidFill>
                <a:latin typeface="Times New Roman" panose="02020603050405020304" pitchFamily="18" charset="0"/>
                <a:cs typeface="Times New Roman" panose="02020603050405020304" pitchFamily="18" charset="0"/>
              </a:rPr>
              <a:t> no </a:t>
            </a:r>
            <a:r>
              <a:rPr lang="en-US" sz="5400" b="1" dirty="0" err="1">
                <a:solidFill>
                  <a:schemeClr val="tx1"/>
                </a:solidFill>
                <a:latin typeface="Times New Roman" panose="02020603050405020304" pitchFamily="18" charset="0"/>
                <a:cs typeface="Times New Roman" panose="02020603050405020304" pitchFamily="18" charset="0"/>
              </a:rPr>
              <a:t>lòng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đoàn</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luôn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luôn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hưởng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nếm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mật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ong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Ngợi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khen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cảm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Thiên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cứu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tinh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muôn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Tung </a:t>
            </a:r>
            <a:r>
              <a:rPr lang="en-US" sz="5400" b="1" dirty="0" err="1">
                <a:latin typeface="Times New Roman" panose="02020603050405020304" pitchFamily="18" charset="0"/>
                <a:cs typeface="Times New Roman" panose="02020603050405020304" pitchFamily="18" charset="0"/>
              </a:rPr>
              <a:t>hô</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Vua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tổ</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phụ</a:t>
            </a:r>
            <a:r>
              <a:rPr lang="en-US" sz="5400" b="1" dirty="0">
                <a:latin typeface="Times New Roman" panose="02020603050405020304" pitchFamily="18" charset="0"/>
                <a:cs typeface="Times New Roman" panose="02020603050405020304" pitchFamily="18" charset="0"/>
              </a:rPr>
              <a:t> Israel.</a:t>
            </a:r>
            <a:endParaRPr lang="vi-VN" sz="85700" b="1" dirty="0">
              <a:solidFill>
                <a:schemeClr val="tx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118908342"/>
      </p:ext>
    </p:extLst>
  </p:cSld>
  <p:clrMapOvr>
    <a:masterClrMapping/>
  </p:clrMapOvr>
  <p:transition/>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ÔI THẦN LINH CHÚA 222</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219200"/>
            <a:ext cx="9144000" cy="6391564"/>
          </a:xfrm>
        </p:spPr>
        <p:txBody>
          <a:bodyPr>
            <a:noAutofit/>
          </a:bodyPr>
          <a:lstStyle/>
          <a:p>
            <a:pPr algn="just"/>
            <a:r>
              <a:rPr lang="en-US" sz="5400" b="1" dirty="0">
                <a:solidFill>
                  <a:schemeClr val="tx1"/>
                </a:solidFill>
                <a:latin typeface="Times New Roman" panose="02020603050405020304" pitchFamily="18" charset="0"/>
                <a:cs typeface="Times New Roman" panose="02020603050405020304" pitchFamily="18" charset="0"/>
              </a:rPr>
              <a:t>ĐK: </a:t>
            </a:r>
            <a:r>
              <a:rPr lang="en-US" sz="5400" b="1" dirty="0" err="1">
                <a:solidFill>
                  <a:schemeClr val="tx1"/>
                </a:solidFill>
                <a:latin typeface="Times New Roman" panose="02020603050405020304" pitchFamily="18" charset="0"/>
                <a:cs typeface="Times New Roman" panose="02020603050405020304" pitchFamily="18" charset="0"/>
              </a:rPr>
              <a:t>Ôi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Thần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Linh</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Chúa</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êm</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dịu</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khôn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xiết</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Chúa</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muốn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thương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yêu</a:t>
            </a:r>
            <a:r>
              <a:rPr lang="en-US" sz="5400" b="1" dirty="0">
                <a:solidFill>
                  <a:schemeClr val="tx1"/>
                </a:solidFill>
                <a:latin typeface="Times New Roman" panose="02020603050405020304" pitchFamily="18" charset="0"/>
                <a:cs typeface="Times New Roman" panose="02020603050405020304" pitchFamily="18" charset="0"/>
              </a:rPr>
              <a:t> con </a:t>
            </a:r>
            <a:r>
              <a:rPr lang="en-US" sz="5400" b="1" dirty="0" err="1">
                <a:solidFill>
                  <a:schemeClr val="tx1"/>
                </a:solidFill>
                <a:latin typeface="Times New Roman" panose="02020603050405020304" pitchFamily="18" charset="0"/>
                <a:cs typeface="Times New Roman" panose="02020603050405020304" pitchFamily="18" charset="0"/>
              </a:rPr>
              <a:t>cái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nơi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trần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gian</a:t>
            </a:r>
            <a:r>
              <a:rPr lang="en-US" sz="5400" b="1" dirty="0">
                <a:solidFill>
                  <a:schemeClr val="tx1"/>
                </a:solidFill>
                <a:latin typeface="Times New Roman" panose="02020603050405020304" pitchFamily="18" charset="0"/>
                <a:cs typeface="Times New Roman" panose="02020603050405020304" pitchFamily="18" charset="0"/>
              </a:rPr>
              <a:t>. Ban </a:t>
            </a:r>
            <a:r>
              <a:rPr lang="en-US" sz="5400" b="1" dirty="0" err="1">
                <a:solidFill>
                  <a:schemeClr val="tx1"/>
                </a:solidFill>
                <a:latin typeface="Times New Roman" panose="02020603050405020304" pitchFamily="18" charset="0"/>
                <a:cs typeface="Times New Roman" panose="02020603050405020304" pitchFamily="18" charset="0"/>
              </a:rPr>
              <a:t>bánh</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thơm</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ngon</a:t>
            </a:r>
            <a:r>
              <a:rPr lang="en-US" sz="5400" b="1" dirty="0">
                <a:solidFill>
                  <a:schemeClr val="tx1"/>
                </a:solidFill>
                <a:latin typeface="Times New Roman" panose="02020603050405020304" pitchFamily="18" charset="0"/>
                <a:cs typeface="Times New Roman" panose="02020603050405020304" pitchFamily="18" charset="0"/>
              </a:rPr>
              <a:t>, ban </a:t>
            </a:r>
            <a:r>
              <a:rPr lang="en-US" sz="5400" b="1" dirty="0" err="1">
                <a:solidFill>
                  <a:schemeClr val="tx1"/>
                </a:solidFill>
                <a:latin typeface="Times New Roman" panose="02020603050405020304" pitchFamily="18" charset="0"/>
                <a:cs typeface="Times New Roman" panose="02020603050405020304" pitchFamily="18" charset="0"/>
              </a:rPr>
              <a:t>Bánh</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Thiên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Thần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Người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giùa</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đói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nghèo</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kẻ</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đói</a:t>
            </a:r>
            <a:r>
              <a:rPr lang="en-US" sz="5400" b="1" dirty="0">
                <a:solidFill>
                  <a:schemeClr val="tx1"/>
                </a:solidFill>
                <a:latin typeface="Times New Roman" panose="02020603050405020304" pitchFamily="18" charset="0"/>
                <a:cs typeface="Times New Roman" panose="02020603050405020304" pitchFamily="18" charset="0"/>
              </a:rPr>
              <a:t> no </a:t>
            </a:r>
            <a:r>
              <a:rPr lang="en-US" sz="5400" b="1" dirty="0" err="1">
                <a:solidFill>
                  <a:schemeClr val="tx1"/>
                </a:solidFill>
                <a:latin typeface="Times New Roman" panose="02020603050405020304" pitchFamily="18" charset="0"/>
                <a:cs typeface="Times New Roman" panose="02020603050405020304" pitchFamily="18" charset="0"/>
              </a:rPr>
              <a:t>giàu</a:t>
            </a:r>
            <a:r>
              <a:rPr lang="en-US" sz="5400" b="1" dirty="0">
                <a:solidFill>
                  <a:schemeClr val="tx1"/>
                </a:solidFill>
                <a:latin typeface="Times New Roman" panose="02020603050405020304" pitchFamily="18" charset="0"/>
                <a:cs typeface="Times New Roman" panose="02020603050405020304" pitchFamily="18" charset="0"/>
              </a:rPr>
              <a:t>.</a:t>
            </a:r>
            <a:endParaRPr lang="vi-VN" sz="85700" b="1" dirty="0">
              <a:solidFill>
                <a:schemeClr val="tx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267046314"/>
      </p:ext>
    </p:extLst>
  </p:cSld>
  <p:clrMapOvr>
    <a:masterClrMapping/>
  </p:clrMapOvr>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ÔI THẦN LINH CHÚA 222</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961748"/>
            <a:ext cx="9144000" cy="6391564"/>
          </a:xfrm>
        </p:spPr>
        <p:txBody>
          <a:bodyPr>
            <a:noAutofit/>
          </a:bodyPr>
          <a:lstStyle/>
          <a:p>
            <a:pPr algn="just"/>
            <a:r>
              <a:rPr lang="en-US" sz="5400" b="1" dirty="0">
                <a:solidFill>
                  <a:schemeClr val="tx1"/>
                </a:solidFill>
                <a:latin typeface="Times New Roman" panose="02020603050405020304" pitchFamily="18" charset="0"/>
                <a:cs typeface="Times New Roman" panose="02020603050405020304" pitchFamily="18" charset="0"/>
              </a:rPr>
              <a:t>2. </a:t>
            </a:r>
            <a:r>
              <a:rPr lang="en-US" sz="5400" b="1" dirty="0" err="1">
                <a:solidFill>
                  <a:schemeClr val="tx1"/>
                </a:solidFill>
                <a:latin typeface="Times New Roman" panose="02020603050405020304" pitchFamily="18" charset="0"/>
                <a:cs typeface="Times New Roman" panose="02020603050405020304" pitchFamily="18" charset="0"/>
              </a:rPr>
              <a:t>Nhớ</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trong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rừng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xưa</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đoàn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người</a:t>
            </a:r>
            <a:r>
              <a:rPr lang="en-US" sz="5400" b="1" dirty="0">
                <a:solidFill>
                  <a:schemeClr val="tx1"/>
                </a:solidFill>
                <a:latin typeface="Times New Roman" panose="02020603050405020304" pitchFamily="18" charset="0"/>
                <a:cs typeface="Times New Roman" panose="02020603050405020304" pitchFamily="18" charset="0"/>
              </a:rPr>
              <a:t> Hy-</a:t>
            </a:r>
            <a:r>
              <a:rPr lang="en-US" sz="5400" b="1" dirty="0" err="1">
                <a:solidFill>
                  <a:schemeClr val="tx1"/>
                </a:solidFill>
                <a:latin typeface="Times New Roman" panose="02020603050405020304" pitchFamily="18" charset="0"/>
                <a:cs typeface="Times New Roman" panose="02020603050405020304" pitchFamily="18" charset="0"/>
              </a:rPr>
              <a:t>bá</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trở</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về</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Uống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ăn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thỏa</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thuê</a:t>
            </a:r>
            <a:r>
              <a:rPr lang="en-US" sz="5400" b="1" dirty="0">
                <a:solidFill>
                  <a:schemeClr val="tx1"/>
                </a:solidFill>
                <a:latin typeface="Times New Roman" panose="02020603050405020304" pitchFamily="18" charset="0"/>
                <a:cs typeface="Times New Roman" panose="02020603050405020304" pitchFamily="18" charset="0"/>
              </a:rPr>
              <a:t> Man-</a:t>
            </a:r>
            <a:r>
              <a:rPr lang="en-US" sz="5400" b="1" dirty="0" err="1">
                <a:solidFill>
                  <a:schemeClr val="tx1"/>
                </a:solidFill>
                <a:latin typeface="Times New Roman" panose="02020603050405020304" pitchFamily="18" charset="0"/>
                <a:cs typeface="Times New Roman" panose="02020603050405020304" pitchFamily="18" charset="0"/>
              </a:rPr>
              <a:t>na</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nuôi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sống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toàn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dân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Giờ</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đây</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đoàn</a:t>
            </a:r>
            <a:r>
              <a:rPr lang="en-US" sz="5400" b="1" dirty="0">
                <a:solidFill>
                  <a:schemeClr val="tx1"/>
                </a:solidFill>
                <a:latin typeface="Times New Roman" panose="02020603050405020304" pitchFamily="18" charset="0"/>
                <a:cs typeface="Times New Roman" panose="02020603050405020304" pitchFamily="18" charset="0"/>
              </a:rPr>
              <a:t> con khao </a:t>
            </a:r>
            <a:r>
              <a:rPr lang="en-US" sz="5400" b="1" dirty="0" err="1">
                <a:solidFill>
                  <a:schemeClr val="tx1"/>
                </a:solidFill>
                <a:latin typeface="Times New Roman" panose="02020603050405020304" pitchFamily="18" charset="0"/>
                <a:cs typeface="Times New Roman" panose="02020603050405020304" pitchFamily="18" charset="0"/>
              </a:rPr>
              <a:t>khát</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Thánh</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Thể</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Vua</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Trời</a:t>
            </a:r>
            <a:r>
              <a:rPr lang="en-US" sz="5400" b="1" dirty="0">
                <a:latin typeface="Times New Roman" panose="02020603050405020304" pitchFamily="18" charset="0"/>
                <a:cs typeface="Times New Roman" panose="02020603050405020304" pitchFamily="18" charset="0"/>
              </a:rPr>
              <a:t>. Tung </a:t>
            </a:r>
            <a:r>
              <a:rPr lang="en-US" sz="5400" b="1" dirty="0" err="1">
                <a:latin typeface="Times New Roman" panose="02020603050405020304" pitchFamily="18" charset="0"/>
                <a:cs typeface="Times New Roman" panose="02020603050405020304" pitchFamily="18" charset="0"/>
              </a:rPr>
              <a:t>hô</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muôn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đời</a:t>
            </a:r>
            <a:r>
              <a:rPr lang="en-US" sz="5400" b="1" dirty="0">
                <a:latin typeface="Times New Roman" panose="02020603050405020304" pitchFamily="18" charset="0"/>
                <a:cs typeface="Times New Roman" panose="02020603050405020304" pitchFamily="18" charset="0"/>
              </a:rPr>
              <a:t> </a:t>
            </a:r>
            <a:r>
              <a:rPr lang="en-US" sz="5400" b="1">
                <a:latin typeface="Times New Roman" panose="02020603050405020304" pitchFamily="18" charset="0"/>
                <a:cs typeface="Times New Roman" panose="02020603050405020304" pitchFamily="18" charset="0"/>
              </a:rPr>
              <a:t>lòng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khoan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nhân</a:t>
            </a:r>
            <a:r>
              <a:rPr lang="en-US" sz="5400" b="1" dirty="0">
                <a:latin typeface="Times New Roman" panose="02020603050405020304" pitchFamily="18" charset="0"/>
                <a:cs typeface="Times New Roman" panose="02020603050405020304" pitchFamily="18" charset="0"/>
              </a:rPr>
              <a:t>.</a:t>
            </a:r>
            <a:endParaRPr lang="vi-VN" sz="85700" b="1" dirty="0">
              <a:solidFill>
                <a:schemeClr val="tx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789674589"/>
      </p:ext>
    </p:extLst>
  </p:cSld>
  <p:clrMapOvr>
    <a:masterClrMapping/>
  </p:clrMapOvr>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ÔI THẦN LINH CHÚA 222</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219200"/>
            <a:ext cx="9144000" cy="6391564"/>
          </a:xfrm>
        </p:spPr>
        <p:txBody>
          <a:bodyPr>
            <a:noAutofit/>
          </a:bodyPr>
          <a:lstStyle/>
          <a:p>
            <a:pPr algn="just"/>
            <a:r>
              <a:rPr lang="en-US" sz="5400" b="1" dirty="0">
                <a:solidFill>
                  <a:schemeClr val="tx1"/>
                </a:solidFill>
                <a:latin typeface="Times New Roman" panose="02020603050405020304" pitchFamily="18" charset="0"/>
                <a:cs typeface="Times New Roman" panose="02020603050405020304" pitchFamily="18" charset="0"/>
              </a:rPr>
              <a:t>ĐK: </a:t>
            </a:r>
            <a:r>
              <a:rPr lang="en-US" sz="5400" b="1" dirty="0" err="1">
                <a:solidFill>
                  <a:schemeClr val="tx1"/>
                </a:solidFill>
                <a:latin typeface="Times New Roman" panose="02020603050405020304" pitchFamily="18" charset="0"/>
                <a:cs typeface="Times New Roman" panose="02020603050405020304" pitchFamily="18" charset="0"/>
              </a:rPr>
              <a:t>Ôi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Thần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Linh</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Chúa</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êm</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dịu</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khôn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xiết</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Chúa</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muốn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thương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yêu</a:t>
            </a:r>
            <a:r>
              <a:rPr lang="en-US" sz="5400" b="1" dirty="0">
                <a:solidFill>
                  <a:schemeClr val="tx1"/>
                </a:solidFill>
                <a:latin typeface="Times New Roman" panose="02020603050405020304" pitchFamily="18" charset="0"/>
                <a:cs typeface="Times New Roman" panose="02020603050405020304" pitchFamily="18" charset="0"/>
              </a:rPr>
              <a:t> con </a:t>
            </a:r>
            <a:r>
              <a:rPr lang="en-US" sz="5400" b="1" dirty="0" err="1">
                <a:solidFill>
                  <a:schemeClr val="tx1"/>
                </a:solidFill>
                <a:latin typeface="Times New Roman" panose="02020603050405020304" pitchFamily="18" charset="0"/>
                <a:cs typeface="Times New Roman" panose="02020603050405020304" pitchFamily="18" charset="0"/>
              </a:rPr>
              <a:t>cái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nơi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trần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gian</a:t>
            </a:r>
            <a:r>
              <a:rPr lang="en-US" sz="5400" b="1" dirty="0">
                <a:solidFill>
                  <a:schemeClr val="tx1"/>
                </a:solidFill>
                <a:latin typeface="Times New Roman" panose="02020603050405020304" pitchFamily="18" charset="0"/>
                <a:cs typeface="Times New Roman" panose="02020603050405020304" pitchFamily="18" charset="0"/>
              </a:rPr>
              <a:t>. Ban </a:t>
            </a:r>
            <a:r>
              <a:rPr lang="en-US" sz="5400" b="1" dirty="0" err="1">
                <a:solidFill>
                  <a:schemeClr val="tx1"/>
                </a:solidFill>
                <a:latin typeface="Times New Roman" panose="02020603050405020304" pitchFamily="18" charset="0"/>
                <a:cs typeface="Times New Roman" panose="02020603050405020304" pitchFamily="18" charset="0"/>
              </a:rPr>
              <a:t>bánh</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thơm</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ngon</a:t>
            </a:r>
            <a:r>
              <a:rPr lang="en-US" sz="5400" b="1" dirty="0">
                <a:solidFill>
                  <a:schemeClr val="tx1"/>
                </a:solidFill>
                <a:latin typeface="Times New Roman" panose="02020603050405020304" pitchFamily="18" charset="0"/>
                <a:cs typeface="Times New Roman" panose="02020603050405020304" pitchFamily="18" charset="0"/>
              </a:rPr>
              <a:t>, ban </a:t>
            </a:r>
            <a:r>
              <a:rPr lang="en-US" sz="5400" b="1" dirty="0" err="1">
                <a:solidFill>
                  <a:schemeClr val="tx1"/>
                </a:solidFill>
                <a:latin typeface="Times New Roman" panose="02020603050405020304" pitchFamily="18" charset="0"/>
                <a:cs typeface="Times New Roman" panose="02020603050405020304" pitchFamily="18" charset="0"/>
              </a:rPr>
              <a:t>Bánh</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Thiên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Thần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Người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giùa</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đói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nghèo</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kẻ</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đói</a:t>
            </a:r>
            <a:r>
              <a:rPr lang="en-US" sz="5400" b="1" dirty="0">
                <a:solidFill>
                  <a:schemeClr val="tx1"/>
                </a:solidFill>
                <a:latin typeface="Times New Roman" panose="02020603050405020304" pitchFamily="18" charset="0"/>
                <a:cs typeface="Times New Roman" panose="02020603050405020304" pitchFamily="18" charset="0"/>
              </a:rPr>
              <a:t> no </a:t>
            </a:r>
            <a:r>
              <a:rPr lang="en-US" sz="5400" b="1" dirty="0" err="1">
                <a:solidFill>
                  <a:schemeClr val="tx1"/>
                </a:solidFill>
                <a:latin typeface="Times New Roman" panose="02020603050405020304" pitchFamily="18" charset="0"/>
                <a:cs typeface="Times New Roman" panose="02020603050405020304" pitchFamily="18" charset="0"/>
              </a:rPr>
              <a:t>giàu</a:t>
            </a:r>
            <a:r>
              <a:rPr lang="en-US" sz="5400" b="1" dirty="0">
                <a:solidFill>
                  <a:schemeClr val="tx1"/>
                </a:solidFill>
                <a:latin typeface="Times New Roman" panose="02020603050405020304" pitchFamily="18" charset="0"/>
                <a:cs typeface="Times New Roman" panose="02020603050405020304" pitchFamily="18" charset="0"/>
              </a:rPr>
              <a:t>.</a:t>
            </a:r>
            <a:endParaRPr lang="vi-VN" sz="85700" b="1" dirty="0">
              <a:solidFill>
                <a:schemeClr val="tx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691026000"/>
      </p:ext>
    </p:extLst>
  </p:cSld>
  <p:clrMapOvr>
    <a:masterClrMapping/>
  </p:clrMapOvr>
  <p:transition/>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B738D2-BD78-4BBF-B0F7-4DEFF08EEF66}"/>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DBF93935-043D-414B-BE4A-0D8F379B1D8A}"/>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423507636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Kết</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THÁNH CA PHỤC SINH (M)</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219200"/>
            <a:ext cx="9144000" cy="6391564"/>
          </a:xfrm>
        </p:spPr>
        <p:txBody>
          <a:bodyPr>
            <a:noAutofit/>
          </a:bodyPr>
          <a:lstStyle/>
          <a:p>
            <a:pPr algn="just"/>
            <a:r>
              <a:rPr lang="vi-VN" sz="5400" b="1" dirty="0">
                <a:latin typeface="+mj-lt"/>
              </a:rPr>
              <a:t>1. Mừng khen Chúa chúng ta Phục sinh. Ngài đã chết với khổ hình để muôn người được ơn tái sinh. Chúc khen Chúa chúng ta Phục sinh. Từ cõi chết Chúa Kitô đã hiển vinh.</a:t>
            </a:r>
            <a:endParaRPr lang="vi-VN" sz="5400" b="1" dirty="0">
              <a:solidFill>
                <a:schemeClr val="tx1"/>
              </a:solidFill>
              <a:latin typeface="+mj-lt"/>
              <a:cs typeface="Times New Roman" panose="02020603050405020304" pitchFamily="18" charset="0"/>
            </a:endParaRPr>
          </a:p>
        </p:txBody>
      </p:sp>
    </p:spTree>
    <p:extLst>
      <p:ext uri="{BB962C8B-B14F-4D97-AF65-F5344CB8AC3E}">
        <p14:creationId xmlns:p14="http://schemas.microsoft.com/office/powerpoint/2010/main" val="863097380"/>
      </p:ext>
    </p:extLst>
  </p:cSld>
  <p:clrMapOvr>
    <a:masterClrMapping/>
  </p:clrMapOvr>
  <p:transition/>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Kết</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THÁNH CA PHỤC SINH (M)</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729928"/>
            <a:ext cx="9144000" cy="6391564"/>
          </a:xfrm>
        </p:spPr>
        <p:txBody>
          <a:bodyPr>
            <a:noAutofit/>
          </a:bodyPr>
          <a:lstStyle/>
          <a:p>
            <a:pPr algn="just"/>
            <a:r>
              <a:rPr lang="vi-VN" sz="5400" b="1" dirty="0">
                <a:latin typeface="+mj-lt"/>
              </a:rPr>
              <a:t>ĐK. Ngài là Đấng chiến thắng, Chúa khải hoàn cao sang. Kính dâng Ngài vinh quang, với tin yêu ngàn năm vẻ vang. Ngàn con tim hân hoan hát muôn lời ca vang, kính tôn uy quyền Vua thống trị huy hoàng.</a:t>
            </a:r>
            <a:endParaRPr lang="vi-VN" sz="5400" b="1" dirty="0">
              <a:solidFill>
                <a:schemeClr val="tx1"/>
              </a:solidFill>
              <a:latin typeface="+mj-lt"/>
              <a:cs typeface="Times New Roman" panose="02020603050405020304" pitchFamily="18" charset="0"/>
            </a:endParaRPr>
          </a:p>
        </p:txBody>
      </p:sp>
    </p:spTree>
    <p:extLst>
      <p:ext uri="{BB962C8B-B14F-4D97-AF65-F5344CB8AC3E}">
        <p14:creationId xmlns:p14="http://schemas.microsoft.com/office/powerpoint/2010/main" val="1752363008"/>
      </p:ext>
    </p:extLst>
  </p:cSld>
  <p:clrMapOvr>
    <a:masterClrMapping/>
  </p:clrMapOvr>
  <p:transition/>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Them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5991</TotalTime>
  <Words>972</Words>
  <Application>Microsoft Office PowerPoint</Application>
  <PresentationFormat>On-screen Show (4:3)</PresentationFormat>
  <Paragraphs>40</Paragraphs>
  <Slides>22</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22</vt:i4>
      </vt:variant>
    </vt:vector>
  </HeadingPairs>
  <TitlesOfParts>
    <vt:vector size="27" baseType="lpstr">
      <vt:lpstr>Arial</vt:lpstr>
      <vt:lpstr>Calibri</vt:lpstr>
      <vt:lpstr>Calibri Light</vt:lpstr>
      <vt:lpstr>Times New Roman</vt:lpstr>
      <vt:lpstr>Office Theme</vt:lpstr>
      <vt:lpstr>KINH CẦU CHO ĐẠI DỊCH</vt:lpstr>
      <vt:lpstr>KINH CẦU CHO ĐẠI DỊCH</vt:lpstr>
      <vt:lpstr>KINH CẦU CHO ĐẠI DỊCH</vt:lpstr>
      <vt:lpstr>KINH CẦU CHO ĐẠI DỊCH</vt:lpstr>
      <vt:lpstr>PowerPoint Presentation</vt:lpstr>
      <vt:lpstr>Nhập Lễ                                             VỀ NƠI ĐÂY (14)</vt:lpstr>
      <vt:lpstr>Nhập Lễ                                             VỀ NƠI ĐÂY (14)</vt:lpstr>
      <vt:lpstr>Nhập Lễ                                             VỀ NƠI ĐÂY (14)</vt:lpstr>
      <vt:lpstr>PowerPoint Presentation</vt:lpstr>
      <vt:lpstr>PowerPoint Presentation</vt:lpstr>
      <vt:lpstr>Dâng Lễ                                           NÀY CON XIN ĐẾN (60)</vt:lpstr>
      <vt:lpstr>Dâng Lễ                                           NÀY CON XIN ĐẾN (60)</vt:lpstr>
      <vt:lpstr>Dâng Lễ                                           NÀY CON XIN ĐẾN (60)</vt:lpstr>
      <vt:lpstr>CA HIỆP LỄ</vt:lpstr>
      <vt:lpstr>Hiệp Lễ                              ÔI THẦN LINH CHÚA 222</vt:lpstr>
      <vt:lpstr>Hiệp Lễ                              ÔI THẦN LINH CHÚA 222</vt:lpstr>
      <vt:lpstr>Hiệp Lễ                              ÔI THẦN LINH CHÚA 222</vt:lpstr>
      <vt:lpstr>Hiệp Lễ                              ÔI THẦN LINH CHÚA 222</vt:lpstr>
      <vt:lpstr>Hiệp Lễ                              ÔI THẦN LINH CHÚA 222</vt:lpstr>
      <vt:lpstr>PowerPoint Presentation</vt:lpstr>
      <vt:lpstr>Kết Lễ                                THÁNH CA PHỤC SINH (M)</vt:lpstr>
      <vt:lpstr>Kết Lễ                                THÁNH CA PHỤC SINH (M)</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Nhập Lễ                                    BÀI CA NGÀN TRÙNG 499</dc:title>
  <dc:creator>Anh Tran</dc:creator>
  <cp:lastModifiedBy>Anh</cp:lastModifiedBy>
  <cp:revision>1520</cp:revision>
  <dcterms:created xsi:type="dcterms:W3CDTF">2018-09-17T12:52:44Z</dcterms:created>
  <dcterms:modified xsi:type="dcterms:W3CDTF">2021-04-21T15:05:07Z</dcterms:modified>
</cp:coreProperties>
</file>