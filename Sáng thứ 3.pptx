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3"/>
  </p:notesMasterIdLst>
  <p:sldIdLst>
    <p:sldId id="4810" r:id="rId2"/>
    <p:sldId id="4811" r:id="rId3"/>
    <p:sldId id="4812" r:id="rId4"/>
    <p:sldId id="4813" r:id="rId5"/>
    <p:sldId id="4814" r:id="rId6"/>
    <p:sldId id="4815" r:id="rId7"/>
    <p:sldId id="5163" r:id="rId8"/>
    <p:sldId id="2244" r:id="rId9"/>
    <p:sldId id="2245" r:id="rId10"/>
    <p:sldId id="5166" r:id="rId11"/>
    <p:sldId id="5016" r:id="rId12"/>
    <p:sldId id="5017" r:id="rId13"/>
    <p:sldId id="4073" r:id="rId14"/>
    <p:sldId id="4074" r:id="rId15"/>
    <p:sldId id="4075" r:id="rId16"/>
    <p:sldId id="4106" r:id="rId17"/>
    <p:sldId id="5186" r:id="rId18"/>
    <p:sldId id="5187" r:id="rId19"/>
    <p:sldId id="5188" r:id="rId20"/>
    <p:sldId id="5199" r:id="rId21"/>
    <p:sldId id="5192" r:id="rId22"/>
    <p:sldId id="5189" r:id="rId23"/>
    <p:sldId id="5200" r:id="rId24"/>
    <p:sldId id="5194" r:id="rId25"/>
    <p:sldId id="5190" r:id="rId26"/>
    <p:sldId id="5201" r:id="rId27"/>
    <p:sldId id="5196" r:id="rId28"/>
    <p:sldId id="5197" r:id="rId29"/>
    <p:sldId id="3732" r:id="rId30"/>
    <p:sldId id="3733" r:id="rId31"/>
    <p:sldId id="5198" r:id="rId32"/>
  </p:sldIdLst>
  <p:sldSz cx="9144000" cy="6858000" type="screen4x3"/>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927" autoAdjust="0"/>
    <p:restoredTop sz="86404" autoAdjust="0"/>
  </p:normalViewPr>
  <p:slideViewPr>
    <p:cSldViewPr snapToGrid="0">
      <p:cViewPr varScale="1">
        <p:scale>
          <a:sx n="86" d="100"/>
          <a:sy n="86" d="100"/>
        </p:scale>
        <p:origin x="1618" y="48"/>
      </p:cViewPr>
      <p:guideLst>
        <p:guide orient="horz" pos="2160"/>
        <p:guide pos="2880"/>
      </p:guideLst>
    </p:cSldViewPr>
  </p:slideViewPr>
  <p:outlineViewPr>
    <p:cViewPr>
      <p:scale>
        <a:sx n="33" d="100"/>
        <a:sy n="33" d="100"/>
      </p:scale>
      <p:origin x="48" y="2699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25985F-86E8-4AA6-9352-571FAE95264D}" type="datetimeFigureOut">
              <a:rPr lang="vi-VN" smtClean="0"/>
              <a:pPr/>
              <a:t>12/04/2021</a:t>
            </a:fld>
            <a:endParaRPr lang="vi-V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4D914E-6825-4475-A990-0303B744F5B1}" type="slidenum">
              <a:rPr lang="vi-VN" smtClean="0"/>
              <a:pPr/>
              <a:t>‹#›</a:t>
            </a:fld>
            <a:endParaRPr lang="vi-VN"/>
          </a:p>
        </p:txBody>
      </p:sp>
    </p:spTree>
    <p:extLst>
      <p:ext uri="{BB962C8B-B14F-4D97-AF65-F5344CB8AC3E}">
        <p14:creationId xmlns:p14="http://schemas.microsoft.com/office/powerpoint/2010/main" val="48312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17</a:t>
            </a:fld>
            <a:endParaRPr lang="en-US"/>
          </a:p>
        </p:txBody>
      </p:sp>
    </p:spTree>
    <p:extLst>
      <p:ext uri="{BB962C8B-B14F-4D97-AF65-F5344CB8AC3E}">
        <p14:creationId xmlns:p14="http://schemas.microsoft.com/office/powerpoint/2010/main" val="18802477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18</a:t>
            </a:fld>
            <a:endParaRPr lang="en-US"/>
          </a:p>
        </p:txBody>
      </p:sp>
    </p:spTree>
    <p:extLst>
      <p:ext uri="{BB962C8B-B14F-4D97-AF65-F5344CB8AC3E}">
        <p14:creationId xmlns:p14="http://schemas.microsoft.com/office/powerpoint/2010/main" val="14266143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19</a:t>
            </a:fld>
            <a:endParaRPr lang="en-US"/>
          </a:p>
        </p:txBody>
      </p:sp>
    </p:spTree>
    <p:extLst>
      <p:ext uri="{BB962C8B-B14F-4D97-AF65-F5344CB8AC3E}">
        <p14:creationId xmlns:p14="http://schemas.microsoft.com/office/powerpoint/2010/main" val="22477384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20</a:t>
            </a:fld>
            <a:endParaRPr lang="en-US"/>
          </a:p>
        </p:txBody>
      </p:sp>
    </p:spTree>
    <p:extLst>
      <p:ext uri="{BB962C8B-B14F-4D97-AF65-F5344CB8AC3E}">
        <p14:creationId xmlns:p14="http://schemas.microsoft.com/office/powerpoint/2010/main" val="7364062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21</a:t>
            </a:fld>
            <a:endParaRPr lang="en-US"/>
          </a:p>
        </p:txBody>
      </p:sp>
    </p:spTree>
    <p:extLst>
      <p:ext uri="{BB962C8B-B14F-4D97-AF65-F5344CB8AC3E}">
        <p14:creationId xmlns:p14="http://schemas.microsoft.com/office/powerpoint/2010/main" val="15737193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22</a:t>
            </a:fld>
            <a:endParaRPr lang="en-US"/>
          </a:p>
        </p:txBody>
      </p:sp>
    </p:spTree>
    <p:extLst>
      <p:ext uri="{BB962C8B-B14F-4D97-AF65-F5344CB8AC3E}">
        <p14:creationId xmlns:p14="http://schemas.microsoft.com/office/powerpoint/2010/main" val="8519958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23</a:t>
            </a:fld>
            <a:endParaRPr lang="en-US"/>
          </a:p>
        </p:txBody>
      </p:sp>
    </p:spTree>
    <p:extLst>
      <p:ext uri="{BB962C8B-B14F-4D97-AF65-F5344CB8AC3E}">
        <p14:creationId xmlns:p14="http://schemas.microsoft.com/office/powerpoint/2010/main" val="25791126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24</a:t>
            </a:fld>
            <a:endParaRPr lang="en-US"/>
          </a:p>
        </p:txBody>
      </p:sp>
    </p:spTree>
    <p:extLst>
      <p:ext uri="{BB962C8B-B14F-4D97-AF65-F5344CB8AC3E}">
        <p14:creationId xmlns:p14="http://schemas.microsoft.com/office/powerpoint/2010/main" val="32231799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25</a:t>
            </a:fld>
            <a:endParaRPr lang="en-US"/>
          </a:p>
        </p:txBody>
      </p:sp>
    </p:spTree>
    <p:extLst>
      <p:ext uri="{BB962C8B-B14F-4D97-AF65-F5344CB8AC3E}">
        <p14:creationId xmlns:p14="http://schemas.microsoft.com/office/powerpoint/2010/main" val="4170202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26</a:t>
            </a:fld>
            <a:endParaRPr lang="en-US"/>
          </a:p>
        </p:txBody>
      </p:sp>
    </p:spTree>
    <p:extLst>
      <p:ext uri="{BB962C8B-B14F-4D97-AF65-F5344CB8AC3E}">
        <p14:creationId xmlns:p14="http://schemas.microsoft.com/office/powerpoint/2010/main" val="6686067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27</a:t>
            </a:fld>
            <a:endParaRPr lang="en-US"/>
          </a:p>
        </p:txBody>
      </p:sp>
    </p:spTree>
    <p:extLst>
      <p:ext uri="{BB962C8B-B14F-4D97-AF65-F5344CB8AC3E}">
        <p14:creationId xmlns:p14="http://schemas.microsoft.com/office/powerpoint/2010/main" val="22598622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12/04/2021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86617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12/04/2021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14385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569F2D7-2394-463B-99AA-3447397976B2}" type="datetimeFigureOut">
              <a:rPr lang="vi-VN" smtClean="0"/>
              <a:pPr/>
              <a:t>12/04/2021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049881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69F2D7-2394-463B-99AA-3447397976B2}" type="datetimeFigureOut">
              <a:rPr lang="vi-VN" smtClean="0"/>
              <a:pPr/>
              <a:t>12/04/2021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659051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569F2D7-2394-463B-99AA-3447397976B2}" type="datetimeFigureOut">
              <a:rPr lang="vi-VN" smtClean="0"/>
              <a:pPr/>
              <a:t>12/04/2021</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347628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569F2D7-2394-463B-99AA-3447397976B2}" type="datetimeFigureOut">
              <a:rPr lang="vi-VN" smtClean="0"/>
              <a:pPr/>
              <a:t>12/04/2021</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862127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69F2D7-2394-463B-99AA-3447397976B2}" type="datetimeFigureOut">
              <a:rPr lang="vi-VN" smtClean="0"/>
              <a:pPr/>
              <a:t>12/04/2021</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14938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12/04/2021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548349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12/04/2021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25273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12/04/2021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563732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12/04/2021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26675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69F2D7-2394-463B-99AA-3447397976B2}" type="datetimeFigureOut">
              <a:rPr lang="vi-VN" smtClean="0"/>
              <a:pPr/>
              <a:t>12/04/2021</a:t>
            </a:fld>
            <a:endParaRPr lang="vi-V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5F9DCF-6D91-4825-8894-8E6DFCB090D1}" type="slidenum">
              <a:rPr lang="vi-VN" smtClean="0"/>
              <a:pPr/>
              <a:t>‹#›</a:t>
            </a:fld>
            <a:endParaRPr lang="vi-VN"/>
          </a:p>
        </p:txBody>
      </p:sp>
    </p:spTree>
    <p:extLst>
      <p:ext uri="{BB962C8B-B14F-4D97-AF65-F5344CB8AC3E}">
        <p14:creationId xmlns:p14="http://schemas.microsoft.com/office/powerpoint/2010/main" val="34687376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Lạy Thiên Chúa Ba Ngôi toàn năng, chúng con đang họp nhau cầu nguyện, tha thiết nài xin cho cơn dịch bệnh mau chấm dứt. Lạy Chúa Cha giàu lòng thương xót, xin nhìn đến nỗi thống khổ của đoàn con trên khắp thế giới, </a:t>
            </a:r>
          </a:p>
        </p:txBody>
      </p:sp>
    </p:spTree>
    <p:extLst>
      <p:ext uri="{BB962C8B-B14F-4D97-AF65-F5344CB8AC3E}">
        <p14:creationId xmlns:p14="http://schemas.microsoft.com/office/powerpoint/2010/main" val="4047683388"/>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đặc biệt tại những nơi dịch bệnh đang hoành hành. Xin củng cố đức tin của chúng con, cho chúng con hoàn toàn tín thác vào tình yêu quan phòng của Cha. Lạy Chúa Giêsu là Đấng cứu độ duy nhất, </a:t>
            </a:r>
          </a:p>
        </p:txBody>
      </p:sp>
    </p:spTree>
    <p:extLst>
      <p:ext uri="{BB962C8B-B14F-4D97-AF65-F5344CB8AC3E}">
        <p14:creationId xmlns:p14="http://schemas.microsoft.com/office/powerpoint/2010/main" val="364012944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là vị lương y đầy quyền năng và lòng thương xót, xin thương cho các bệnh nhân sớm được chữa lành, và an ủi các gia đình đang gặp khó khăn thử thách. Xin cho lời chúng con khiêm tốn cầu nguyện, </a:t>
            </a:r>
          </a:p>
        </p:txBody>
      </p:sp>
    </p:spTree>
    <p:extLst>
      <p:ext uri="{BB962C8B-B14F-4D97-AF65-F5344CB8AC3E}">
        <p14:creationId xmlns:p14="http://schemas.microsoft.com/office/powerpoint/2010/main" val="162550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được chạm tới trái tim nhân lành của Chúa, xin giảm bớt gánh nặng khổ đau, và cho chúng con cảm nhận được bàn tay Chúa đang ân cần nâng đỡ chúng con. Lạy Chúa Thánh Thần là nguồn sức mạnh tình yêu, </a:t>
            </a:r>
          </a:p>
        </p:txBody>
      </p:sp>
    </p:spTree>
    <p:extLst>
      <p:ext uri="{BB962C8B-B14F-4D97-AF65-F5344CB8AC3E}">
        <p14:creationId xmlns:p14="http://schemas.microsoft.com/office/powerpoint/2010/main" val="142463213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xin soi sáng các vị hữu trách và những người có khả năng, giúp họ sớm tìm ra phương thuốc chữa trị dịch bệnh, xin ban cho các bác sĩ và nhân viên y tế, sức mạnh của tình thương và lòng nhiệt thành quảng đại, </a:t>
            </a:r>
          </a:p>
        </p:txBody>
      </p:sp>
    </p:spTree>
    <p:extLst>
      <p:ext uri="{BB962C8B-B14F-4D97-AF65-F5344CB8AC3E}">
        <p14:creationId xmlns:p14="http://schemas.microsoft.com/office/powerpoint/2010/main" val="411828450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luôn tận tâm tận lực phục vụ các bệnh nhân. Chúng con xin trao vào đôi tay từ mẫu của Mẹ Maria, những lời khẩn nguyện trong cơn đại nạn, nhờ lời Đức Mẹ chuyển cầu, xin Chúa nhận lời chúng con. Amen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5814243"/>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06D17-6BBA-4289-872B-3483843B683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1693604-3977-4881-B828-703F88560D6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5500320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BÀI CA NGÀN TRÙNG 499 </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76350"/>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Đây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bài</a:t>
            </a:r>
            <a:r>
              <a:rPr lang="en-US" sz="5400" b="1" dirty="0">
                <a:latin typeface="Times New Roman" panose="02020603050405020304" pitchFamily="18" charset="0"/>
                <a:cs typeface="Times New Roman" panose="02020603050405020304" pitchFamily="18" charset="0"/>
              </a:rPr>
              <a:t> ca </a:t>
            </a:r>
            <a:r>
              <a:rPr lang="en-US" sz="5400" b="1" dirty="0" err="1">
                <a:latin typeface="Times New Roman" panose="02020603050405020304" pitchFamily="18" charset="0"/>
                <a:cs typeface="Times New Roman" panose="02020603050405020304" pitchFamily="18" charset="0"/>
              </a:rPr>
              <a:t>ngàn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về</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bài</a:t>
            </a:r>
            <a:r>
              <a:rPr lang="en-US" sz="5400" b="1" dirty="0">
                <a:latin typeface="Times New Roman" panose="02020603050405020304" pitchFamily="18" charset="0"/>
                <a:cs typeface="Times New Roman" panose="02020603050405020304" pitchFamily="18" charset="0"/>
              </a:rPr>
              <a:t> ca </a:t>
            </a:r>
            <a:r>
              <a:rPr lang="en-US" sz="5400" b="1" dirty="0" err="1">
                <a:latin typeface="Times New Roman" panose="02020603050405020304" pitchFamily="18" charset="0"/>
                <a:cs typeface="Times New Roman" panose="02020603050405020304" pitchFamily="18" charset="0"/>
              </a:rPr>
              <a:t>thấm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nhuộm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máu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hồng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anh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dũng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yêu</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287547"/>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BÀI CA NGÀN TRÙNG 499 </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76350"/>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1. </a:t>
            </a:r>
            <a:r>
              <a:rPr lang="en-US" sz="5400" b="1" dirty="0" err="1">
                <a:latin typeface="Times New Roman" panose="02020603050405020304" pitchFamily="18" charset="0"/>
                <a:cs typeface="Times New Roman" panose="02020603050405020304" pitchFamily="18" charset="0"/>
              </a:rPr>
              <a:t>Không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yêu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nào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trọng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bằng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yêu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Nhìn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đẫm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máu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đồi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đoàn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anh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dũng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pháp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trường</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2734425"/>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BÀI CA NGÀN TRÙNG 499 </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76350"/>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Đây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bài</a:t>
            </a:r>
            <a:r>
              <a:rPr lang="en-US" sz="5400" b="1" dirty="0">
                <a:latin typeface="Times New Roman" panose="02020603050405020304" pitchFamily="18" charset="0"/>
                <a:cs typeface="Times New Roman" panose="02020603050405020304" pitchFamily="18" charset="0"/>
              </a:rPr>
              <a:t> ca </a:t>
            </a:r>
            <a:r>
              <a:rPr lang="en-US" sz="5400" b="1" dirty="0" err="1">
                <a:latin typeface="Times New Roman" panose="02020603050405020304" pitchFamily="18" charset="0"/>
                <a:cs typeface="Times New Roman" panose="02020603050405020304" pitchFamily="18" charset="0"/>
              </a:rPr>
              <a:t>ngàn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về</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bài</a:t>
            </a:r>
            <a:r>
              <a:rPr lang="en-US" sz="5400" b="1" dirty="0">
                <a:latin typeface="Times New Roman" panose="02020603050405020304" pitchFamily="18" charset="0"/>
                <a:cs typeface="Times New Roman" panose="02020603050405020304" pitchFamily="18" charset="0"/>
              </a:rPr>
              <a:t> ca </a:t>
            </a:r>
            <a:r>
              <a:rPr lang="en-US" sz="5400" b="1" dirty="0" err="1">
                <a:latin typeface="Times New Roman" panose="02020603050405020304" pitchFamily="18" charset="0"/>
                <a:cs typeface="Times New Roman" panose="02020603050405020304" pitchFamily="18" charset="0"/>
              </a:rPr>
              <a:t>thấm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nhuộm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máu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hồng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anh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dũng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yêu</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2177444"/>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070538"/>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vua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mặc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oai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201490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763226"/>
            <a:ext cx="9144000" cy="5934077"/>
          </a:xfrm>
        </p:spPr>
        <p:txBody>
          <a:bodyPr>
            <a:noAutofit/>
          </a:bodyPr>
          <a:lstStyle/>
          <a:p>
            <a:r>
              <a:rPr lang="en-US" sz="5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Alleluia</a:t>
            </a:r>
          </a:p>
          <a:p>
            <a:pPr algn="just"/>
            <a:r>
              <a:rPr lang="en-US" sz="5400" b="1" dirty="0">
                <a:latin typeface="Times New Roman" panose="02020603050405020304" pitchFamily="18" charset="0"/>
                <a:cs typeface="Times New Roman" panose="02020603050405020304" pitchFamily="18" charset="0"/>
              </a:rPr>
              <a:t>All…All…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Thầy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sẽ</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bỏ</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các</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mồ</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Thầy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sẽ</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các</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lòng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các</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sẽ</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vui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mừng</a:t>
            </a:r>
            <a:r>
              <a:rPr lang="en-US" sz="5400" b="1" dirty="0">
                <a:latin typeface="Times New Roman" panose="02020603050405020304" pitchFamily="18" charset="0"/>
                <a:cs typeface="Times New Roman" panose="02020603050405020304" pitchFamily="18" charset="0"/>
              </a:rPr>
              <a:t>”. All…All…</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400772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XIN DÂNG LÊN NGÀI (110)</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38401"/>
            <a:ext cx="9144000" cy="6391564"/>
          </a:xfrm>
        </p:spPr>
        <p:txBody>
          <a:bodyPr>
            <a:noAutofit/>
          </a:bodyPr>
          <a:lstStyle/>
          <a:p>
            <a:pPr algn="just"/>
            <a:r>
              <a:rPr lang="en-US" sz="5400" b="1" dirty="0">
                <a:latin typeface="Times New Roman" panose="02020603050405020304" pitchFamily="18" charset="0"/>
                <a:cs typeface="Times New Roman" panose="02020603050405020304" pitchFamily="18" charset="0"/>
              </a:rPr>
              <a:t>1. Xin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rượu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tâm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hồn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hiệp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nhau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trót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tâm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lẫn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vui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buồn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mang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cuộc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endParaRPr lang="vi-VN" sz="9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6022554"/>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XIN DÂNG LÊN NGÀI (110)</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38401"/>
            <a:ext cx="9144000" cy="6391564"/>
          </a:xfrm>
        </p:spPr>
        <p:txBody>
          <a:bodyPr>
            <a:noAutofit/>
          </a:bodyPr>
          <a:lstStyle/>
          <a:p>
            <a:pPr algn="just"/>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Cha </a:t>
            </a:r>
            <a:r>
              <a:rPr lang="en-US" sz="5400" b="1" dirty="0" err="1">
                <a:latin typeface="Times New Roman" panose="02020603050405020304" pitchFamily="18" charset="0"/>
                <a:cs typeface="Times New Roman" panose="02020603050405020304" pitchFamily="18" charset="0"/>
              </a:rPr>
              <a:t>lành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rượu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thơm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ngon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Cha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nhận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hồn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xác</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Nguyện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trót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một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niềm</a:t>
            </a:r>
            <a:r>
              <a:rPr lang="en-US" sz="5400" b="1" dirty="0">
                <a:latin typeface="Times New Roman" panose="02020603050405020304" pitchFamily="18" charset="0"/>
                <a:cs typeface="Times New Roman" panose="02020603050405020304" pitchFamily="18" charset="0"/>
              </a:rPr>
              <a:t> tin, </a:t>
            </a:r>
            <a:r>
              <a:rPr lang="en-US" sz="5400" b="1" dirty="0" err="1">
                <a:latin typeface="Times New Roman" panose="02020603050405020304" pitchFamily="18" charset="0"/>
                <a:cs typeface="Times New Roman" panose="02020603050405020304" pitchFamily="18" charset="0"/>
              </a:rPr>
              <a:t>lòng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thành</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kính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a:t>
            </a:r>
            <a:endParaRPr lang="vi-VN" sz="9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952404"/>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XIN DÂNG LÊN NGÀI (110)</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012778"/>
            <a:ext cx="9144000" cy="554355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Cha </a:t>
            </a:r>
            <a:r>
              <a:rPr lang="en-US" sz="5400" b="1" dirty="0" err="1">
                <a:latin typeface="Times New Roman" panose="02020603050405020304" pitchFamily="18" charset="0"/>
                <a:cs typeface="Times New Roman" panose="02020603050405020304" pitchFamily="18" charset="0"/>
              </a:rPr>
              <a:t>bánh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rượu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thơm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hoa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đồng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khổ</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thế</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Cha </a:t>
            </a:r>
            <a:r>
              <a:rPr lang="en-US" sz="5400" b="1" dirty="0" err="1">
                <a:latin typeface="Times New Roman" panose="02020603050405020304" pitchFamily="18" charset="0"/>
                <a:cs typeface="Times New Roman" panose="02020603050405020304" pitchFamily="18" charset="0"/>
              </a:rPr>
              <a:t>hiến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lễ</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trót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tâm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41497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46179"/>
            <a:ext cx="9144000" cy="533400"/>
          </a:xfrm>
        </p:spPr>
        <p:txBody>
          <a:bodyPr>
            <a:normAutofit fontScale="90000"/>
          </a:bodyPr>
          <a:lstStyle/>
          <a:p>
            <a:pPr algn="l"/>
            <a:r>
              <a:rPr lang="en-US" sz="3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CA HIỆP LỄ</a:t>
            </a:r>
            <a:endParaRPr lang="en-US" sz="4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42060"/>
            <a:ext cx="9144000" cy="5615940"/>
          </a:xfrm>
        </p:spPr>
        <p:txBody>
          <a:bodyPr>
            <a:noAutofit/>
          </a:bodyPr>
          <a:lstStyle/>
          <a:p>
            <a:pPr algn="just"/>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Ki-</a:t>
            </a:r>
            <a:r>
              <a:rPr lang="en-US" sz="5400" b="1" dirty="0" err="1">
                <a:latin typeface="Times New Roman" panose="02020603050405020304" pitchFamily="18" charset="0"/>
                <a:cs typeface="Times New Roman" panose="02020603050405020304" pitchFamily="18" charset="0"/>
              </a:rPr>
              <a:t>tô</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phải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chịu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khổ</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từ</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cõi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như</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vậy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được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quang</a:t>
            </a:r>
            <a:r>
              <a:rPr lang="en-US" sz="5400" b="1" dirty="0">
                <a:latin typeface="Times New Roman" panose="02020603050405020304" pitchFamily="18" charset="0"/>
                <a:cs typeface="Times New Roman" panose="02020603050405020304" pitchFamily="18" charset="0"/>
              </a:rPr>
              <a:t>. </a:t>
            </a:r>
            <a:r>
              <a:rPr lang="en-US" sz="5400" b="1">
                <a:latin typeface="Times New Roman" panose="02020603050405020304" pitchFamily="18" charset="0"/>
                <a:cs typeface="Times New Roman" panose="02020603050405020304" pitchFamily="18" charset="0"/>
              </a:rPr>
              <a:t>Alleluia.</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4802588"/>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434152"/>
            <a:ext cx="9144000" cy="5410200"/>
          </a:xfrm>
        </p:spPr>
        <p:txBody>
          <a:bodyPr>
            <a:noAutofit/>
          </a:bodyPr>
          <a:lstStyle/>
          <a:p>
            <a:pPr algn="just"/>
            <a:r>
              <a:rPr lang="vi-VN" sz="5400" b="1" dirty="0">
                <a:latin typeface="+mj-lt"/>
              </a:rPr>
              <a:t>ÐK: Hãy hát lên đi người ơi, bài ca tri ân nhiều ý. Cảm mến </a:t>
            </a:r>
            <a:r>
              <a:rPr lang="en-US" sz="5400" b="1" dirty="0" err="1">
                <a:latin typeface="Times New Roman" panose="02020603050405020304" pitchFamily="18" charset="0"/>
                <a:cs typeface="Times New Roman" panose="02020603050405020304" pitchFamily="18" charset="0"/>
              </a:rPr>
              <a:t>ơn</a:t>
            </a:r>
            <a:r>
              <a:rPr lang="en-US" sz="5400" b="1" dirty="0">
                <a:latin typeface="Times New Roman" panose="02020603050405020304" pitchFamily="18" charset="0"/>
                <a:cs typeface="Times New Roman" panose="02020603050405020304" pitchFamily="18" charset="0"/>
              </a:rPr>
              <a:t> Cha</a:t>
            </a:r>
            <a:r>
              <a:rPr lang="vi-VN"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trời</a:t>
            </a:r>
            <a:r>
              <a:rPr lang="en-US" sz="5400" b="1" dirty="0">
                <a:latin typeface="Times New Roman" panose="02020603050405020304" pitchFamily="18" charset="0"/>
                <a:cs typeface="Times New Roman" panose="02020603050405020304" pitchFamily="18" charset="0"/>
              </a:rPr>
              <a:t> </a:t>
            </a:r>
            <a:r>
              <a:rPr lang="vi-VN" sz="5400" b="1" dirty="0">
                <a:latin typeface="+mj-lt"/>
              </a:rPr>
              <a:t>đã thương tạo tác muôn loài</a:t>
            </a:r>
            <a:r>
              <a:rPr lang="en-US" sz="5400" b="1" dirty="0">
                <a:latin typeface="+mj-lt"/>
              </a:rPr>
              <a:t>.</a:t>
            </a:r>
            <a:endParaRPr lang="en-US" sz="5400" b="1" i="1" dirty="0">
              <a:solidFill>
                <a:schemeClr val="tx1"/>
              </a:solidFill>
              <a:latin typeface="+mj-lt"/>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CẢM MẾN TÌNH CHA (TT)</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781088034"/>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434152"/>
            <a:ext cx="9144000" cy="5410200"/>
          </a:xfrm>
        </p:spPr>
        <p:txBody>
          <a:bodyPr>
            <a:noAutofit/>
          </a:bodyPr>
          <a:lstStyle/>
          <a:p>
            <a:pPr algn="just"/>
            <a:r>
              <a:rPr lang="vi-VN" sz="5400" b="1" dirty="0">
                <a:latin typeface="+mj-lt"/>
              </a:rPr>
              <a:t>Hãy tấu lên cung đàn vui mừng khen danh Chúa cao vời, vì đã khấng ban cho đời người Con duy nhất Ngài yêu.</a:t>
            </a:r>
            <a:endParaRPr lang="en-US" sz="5400" b="1" i="1" dirty="0">
              <a:solidFill>
                <a:schemeClr val="tx1"/>
              </a:solidFill>
              <a:latin typeface="+mj-lt"/>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CẢM MẾN TÌNH CHA (TT)</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779956374"/>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961712"/>
            <a:ext cx="9144000" cy="5410200"/>
          </a:xfrm>
        </p:spPr>
        <p:txBody>
          <a:bodyPr>
            <a:noAutofit/>
          </a:bodyPr>
          <a:lstStyle/>
          <a:p>
            <a:pPr algn="just"/>
            <a:r>
              <a:rPr lang="vi-VN" sz="5400" b="1" dirty="0">
                <a:latin typeface="+mj-lt"/>
              </a:rPr>
              <a:t>1. Ai tin nơi Con Ngài sẽ sống yên vui trên đời. Ai tin nơi Ngôi Lời thì được vinh phúc mai sau. Ai không tin con Ngài là đành mang án chết. Nếu không tin lời Chúa Con khổ đau triền miên thôi.</a:t>
            </a:r>
            <a:endParaRPr lang="en-US" sz="5400" b="1" i="1" dirty="0">
              <a:solidFill>
                <a:schemeClr val="tx1"/>
              </a:solidFill>
              <a:latin typeface="+mj-lt"/>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CẢM MẾN TÌNH CHA (TT)</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435900551"/>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434152"/>
            <a:ext cx="9144000" cy="5410200"/>
          </a:xfrm>
        </p:spPr>
        <p:txBody>
          <a:bodyPr>
            <a:noAutofit/>
          </a:bodyPr>
          <a:lstStyle/>
          <a:p>
            <a:pPr algn="just"/>
            <a:r>
              <a:rPr lang="vi-VN" sz="5400" b="1" dirty="0">
                <a:latin typeface="+mj-lt"/>
              </a:rPr>
              <a:t>ÐK: Hãy hát lên đi người ơi, bài ca tri ân nhiều ý. Cảm mến </a:t>
            </a:r>
            <a:r>
              <a:rPr lang="en-US" sz="5400" b="1" dirty="0" err="1">
                <a:latin typeface="Times New Roman" panose="02020603050405020304" pitchFamily="18" charset="0"/>
                <a:cs typeface="Times New Roman" panose="02020603050405020304" pitchFamily="18" charset="0"/>
              </a:rPr>
              <a:t>ơn</a:t>
            </a:r>
            <a:r>
              <a:rPr lang="en-US" sz="5400" b="1" dirty="0">
                <a:latin typeface="Times New Roman" panose="02020603050405020304" pitchFamily="18" charset="0"/>
                <a:cs typeface="Times New Roman" panose="02020603050405020304" pitchFamily="18" charset="0"/>
              </a:rPr>
              <a:t> Cha</a:t>
            </a:r>
            <a:r>
              <a:rPr lang="vi-VN"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trời</a:t>
            </a:r>
            <a:r>
              <a:rPr lang="en-US" sz="5400" b="1" dirty="0">
                <a:latin typeface="Times New Roman" panose="02020603050405020304" pitchFamily="18" charset="0"/>
                <a:cs typeface="Times New Roman" panose="02020603050405020304" pitchFamily="18" charset="0"/>
              </a:rPr>
              <a:t> </a:t>
            </a:r>
            <a:r>
              <a:rPr lang="vi-VN" sz="5400" b="1" dirty="0">
                <a:latin typeface="+mj-lt"/>
              </a:rPr>
              <a:t>đã thương tạo tác muôn loài</a:t>
            </a:r>
            <a:r>
              <a:rPr lang="en-US" sz="5400" b="1" dirty="0">
                <a:latin typeface="+mj-lt"/>
              </a:rPr>
              <a:t>.</a:t>
            </a:r>
            <a:endParaRPr lang="en-US" sz="5400" b="1" i="1" dirty="0">
              <a:solidFill>
                <a:schemeClr val="tx1"/>
              </a:solidFill>
              <a:latin typeface="+mj-lt"/>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CẢM MẾN TÌNH CHA (TT)</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555121899"/>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434152"/>
            <a:ext cx="9144000" cy="5410200"/>
          </a:xfrm>
        </p:spPr>
        <p:txBody>
          <a:bodyPr>
            <a:noAutofit/>
          </a:bodyPr>
          <a:lstStyle/>
          <a:p>
            <a:pPr algn="just"/>
            <a:r>
              <a:rPr lang="vi-VN" sz="5400" b="1" dirty="0">
                <a:latin typeface="+mj-lt"/>
              </a:rPr>
              <a:t>Hãy tấu lên cung đàn vui mừng khen danh Chúa cao vời, vì đã khấng ban cho đời người Con duy nhất Ngài yêu.</a:t>
            </a:r>
            <a:endParaRPr lang="en-US" sz="5400" b="1" i="1" dirty="0">
              <a:solidFill>
                <a:schemeClr val="tx1"/>
              </a:solidFill>
              <a:latin typeface="+mj-lt"/>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CẢM MẾN TÌNH CHA (TT)</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632520851"/>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961712"/>
            <a:ext cx="9144000" cy="5410200"/>
          </a:xfrm>
        </p:spPr>
        <p:txBody>
          <a:bodyPr>
            <a:noAutofit/>
          </a:bodyPr>
          <a:lstStyle/>
          <a:p>
            <a:pPr algn="just"/>
            <a:r>
              <a:rPr lang="vi-VN" sz="5400" b="1" dirty="0">
                <a:latin typeface="+mj-lt"/>
              </a:rPr>
              <a:t>2. Ai yêu anh em mình là sống tuân theo luật Ngài. Ai không yêu chân tình là người gian dối điêu ngoa. Ai thương tha cho người được Ngài thương tha thứ, xóa tan bao lầm lỗi cho hưởng ân tình như xưa.</a:t>
            </a:r>
            <a:endParaRPr lang="en-US" sz="5400" b="1" i="1" dirty="0">
              <a:solidFill>
                <a:schemeClr val="tx1"/>
              </a:solidFill>
              <a:latin typeface="+mj-lt"/>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CẢM MẾN TÌNH CHA (TT)</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306539622"/>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434152"/>
            <a:ext cx="9144000" cy="5410200"/>
          </a:xfrm>
        </p:spPr>
        <p:txBody>
          <a:bodyPr>
            <a:noAutofit/>
          </a:bodyPr>
          <a:lstStyle/>
          <a:p>
            <a:pPr algn="just"/>
            <a:r>
              <a:rPr lang="vi-VN" sz="5400" b="1" dirty="0">
                <a:latin typeface="+mj-lt"/>
              </a:rPr>
              <a:t>ÐK: Hãy hát lên đi người ơi, bài ca tri ân nhiều ý. Cảm mến </a:t>
            </a:r>
            <a:r>
              <a:rPr lang="en-US" sz="5400" b="1" dirty="0" err="1">
                <a:latin typeface="Times New Roman" panose="02020603050405020304" pitchFamily="18" charset="0"/>
                <a:cs typeface="Times New Roman" panose="02020603050405020304" pitchFamily="18" charset="0"/>
              </a:rPr>
              <a:t>ơn</a:t>
            </a:r>
            <a:r>
              <a:rPr lang="en-US" sz="5400" b="1" dirty="0">
                <a:latin typeface="Times New Roman" panose="02020603050405020304" pitchFamily="18" charset="0"/>
                <a:cs typeface="Times New Roman" panose="02020603050405020304" pitchFamily="18" charset="0"/>
              </a:rPr>
              <a:t> Cha</a:t>
            </a:r>
            <a:r>
              <a:rPr lang="vi-VN"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trời</a:t>
            </a:r>
            <a:r>
              <a:rPr lang="en-US" sz="5400" b="1" dirty="0">
                <a:latin typeface="Times New Roman" panose="02020603050405020304" pitchFamily="18" charset="0"/>
                <a:cs typeface="Times New Roman" panose="02020603050405020304" pitchFamily="18" charset="0"/>
              </a:rPr>
              <a:t> </a:t>
            </a:r>
            <a:r>
              <a:rPr lang="vi-VN" sz="5400" b="1" dirty="0">
                <a:latin typeface="+mj-lt"/>
              </a:rPr>
              <a:t>đã thương tạo tác muôn loài</a:t>
            </a:r>
            <a:r>
              <a:rPr lang="en-US" sz="5400" b="1" dirty="0">
                <a:latin typeface="+mj-lt"/>
              </a:rPr>
              <a:t>.</a:t>
            </a:r>
            <a:endParaRPr lang="en-US" sz="5400" b="1" i="1" dirty="0">
              <a:solidFill>
                <a:schemeClr val="tx1"/>
              </a:solidFill>
              <a:latin typeface="+mj-lt"/>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CẢM MẾN TÌNH CHA (TT)</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422091871"/>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434152"/>
            <a:ext cx="9144000" cy="5410200"/>
          </a:xfrm>
        </p:spPr>
        <p:txBody>
          <a:bodyPr>
            <a:noAutofit/>
          </a:bodyPr>
          <a:lstStyle/>
          <a:p>
            <a:pPr algn="just"/>
            <a:r>
              <a:rPr lang="vi-VN" sz="5400" b="1" dirty="0">
                <a:latin typeface="+mj-lt"/>
              </a:rPr>
              <a:t>Hãy tấu lên cung đàn vui mừng khen danh Chúa cao vời, vì đã khấng ban cho đời người Con duy nhất Ngài yêu.</a:t>
            </a:r>
            <a:endParaRPr lang="en-US" sz="5400" b="1" i="1" dirty="0">
              <a:solidFill>
                <a:schemeClr val="tx1"/>
              </a:solidFill>
              <a:latin typeface="+mj-lt"/>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CẢM MẾN TÌNH CHA (TT)</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053484227"/>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723900"/>
            <a:ext cx="9144000" cy="5410200"/>
          </a:xfrm>
        </p:spPr>
        <p:txBody>
          <a:bodyPr>
            <a:noAutofit/>
          </a:bodyPr>
          <a:lstStyle/>
          <a:p>
            <a:pPr algn="just"/>
            <a:r>
              <a:rPr lang="vi-VN" sz="5400" b="1" dirty="0">
                <a:latin typeface="+mj-lt"/>
              </a:rPr>
              <a:t>3. Con van xin, xin Ngài hãy xuống ơn thiêng dạt dào, cho yêu thương dâng trào tình người liên kết nơi nơi. Luôn yêu thương nhau hoài, người người chung tiếng hát, hát khen muôn đời Chúa Cha đã thương loài hư vô.</a:t>
            </a:r>
            <a:endParaRPr lang="en-US" sz="5400" b="1" i="1" dirty="0">
              <a:solidFill>
                <a:schemeClr val="tx1"/>
              </a:solidFill>
              <a:latin typeface="+mj-lt"/>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CẢM MẾN TÌNH CHA (TT)</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216604381"/>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434152"/>
            <a:ext cx="9144000" cy="5410200"/>
          </a:xfrm>
        </p:spPr>
        <p:txBody>
          <a:bodyPr>
            <a:noAutofit/>
          </a:bodyPr>
          <a:lstStyle/>
          <a:p>
            <a:pPr algn="just"/>
            <a:r>
              <a:rPr lang="vi-VN" sz="5400" b="1" dirty="0">
                <a:latin typeface="+mj-lt"/>
              </a:rPr>
              <a:t>ÐK: Hãy hát lên đi người ơi, bài ca tri ân nhiều ý. Cảm mến </a:t>
            </a:r>
            <a:r>
              <a:rPr lang="en-US" sz="5400" b="1" dirty="0" err="1">
                <a:latin typeface="Times New Roman" panose="02020603050405020304" pitchFamily="18" charset="0"/>
                <a:cs typeface="Times New Roman" panose="02020603050405020304" pitchFamily="18" charset="0"/>
              </a:rPr>
              <a:t>ơn</a:t>
            </a:r>
            <a:r>
              <a:rPr lang="en-US" sz="5400" b="1" dirty="0">
                <a:latin typeface="Times New Roman" panose="02020603050405020304" pitchFamily="18" charset="0"/>
                <a:cs typeface="Times New Roman" panose="02020603050405020304" pitchFamily="18" charset="0"/>
              </a:rPr>
              <a:t> Cha</a:t>
            </a:r>
            <a:r>
              <a:rPr lang="vi-VN"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trời</a:t>
            </a:r>
            <a:r>
              <a:rPr lang="en-US" sz="5400" b="1" dirty="0">
                <a:latin typeface="Times New Roman" panose="02020603050405020304" pitchFamily="18" charset="0"/>
                <a:cs typeface="Times New Roman" panose="02020603050405020304" pitchFamily="18" charset="0"/>
              </a:rPr>
              <a:t> </a:t>
            </a:r>
            <a:r>
              <a:rPr lang="vi-VN" sz="5400" b="1" dirty="0">
                <a:latin typeface="+mj-lt"/>
              </a:rPr>
              <a:t>đã thương tạo tác muôn loài</a:t>
            </a:r>
            <a:r>
              <a:rPr lang="en-US" sz="5400" b="1" dirty="0">
                <a:latin typeface="+mj-lt"/>
              </a:rPr>
              <a:t>.</a:t>
            </a:r>
            <a:endParaRPr lang="en-US" sz="5400" b="1" i="1" dirty="0">
              <a:solidFill>
                <a:schemeClr val="tx1"/>
              </a:solidFill>
              <a:latin typeface="+mj-lt"/>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CẢM MẾN TÌNH CHA (TT)</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276973215"/>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434152"/>
            <a:ext cx="9144000" cy="5410200"/>
          </a:xfrm>
        </p:spPr>
        <p:txBody>
          <a:bodyPr>
            <a:noAutofit/>
          </a:bodyPr>
          <a:lstStyle/>
          <a:p>
            <a:pPr algn="just"/>
            <a:r>
              <a:rPr lang="vi-VN" sz="5400" b="1" dirty="0">
                <a:latin typeface="+mj-lt"/>
              </a:rPr>
              <a:t>Hãy tấu lên cung đàn vui mừng khen danh Chúa cao vời, vì đã khấng ban cho đời người Con duy nhất Ngài yêu.</a:t>
            </a:r>
            <a:endParaRPr lang="en-US" sz="5400" b="1" i="1" dirty="0">
              <a:solidFill>
                <a:schemeClr val="tx1"/>
              </a:solidFill>
              <a:latin typeface="+mj-lt"/>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CẢM MẾN TÌNH CHA (TT)</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30305424"/>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842C8-20AC-4A3C-84DD-3837D8F28DC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CEF9A27-1298-4639-BE2F-24A68FD0DDF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4493911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NÀO HÃY MỪNG VUI (433)</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04342"/>
            <a:ext cx="9144000" cy="6391564"/>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Nào</a:t>
            </a:r>
            <a:r>
              <a:rPr lang="en-US" sz="5400" b="1" dirty="0">
                <a:latin typeface="Times New Roman" panose="02020603050405020304" pitchFamily="18" charset="0"/>
                <a:cs typeface="Times New Roman" panose="02020603050405020304" pitchFamily="18" charset="0"/>
              </a:rPr>
              <a:t> ta </a:t>
            </a:r>
            <a:r>
              <a:rPr lang="en-US" sz="5400" b="1" dirty="0" err="1">
                <a:latin typeface="Times New Roman" panose="02020603050405020304" pitchFamily="18" charset="0"/>
                <a:cs typeface="Times New Roman" panose="02020603050405020304" pitchFamily="18" charset="0"/>
              </a:rPr>
              <a:t>hãy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vui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tử</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thần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rồi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Nguồn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chiếu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tuyệt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vời</a:t>
            </a:r>
            <a:r>
              <a:rPr lang="en-US" sz="5400" b="1" dirty="0">
                <a:latin typeface="Times New Roman" panose="02020603050405020304" pitchFamily="18" charset="0"/>
                <a:cs typeface="Times New Roman" panose="02020603050405020304" pitchFamily="18" charset="0"/>
              </a:rPr>
              <a:t>. Alleluia. </a:t>
            </a:r>
            <a:r>
              <a:rPr lang="en-US" sz="5400" b="1" dirty="0" err="1">
                <a:latin typeface="Times New Roman" panose="02020603050405020304" pitchFamily="18" charset="0"/>
                <a:cs typeface="Times New Roman" panose="02020603050405020304" pitchFamily="18" charset="0"/>
              </a:rPr>
              <a:t>Nào</a:t>
            </a:r>
            <a:r>
              <a:rPr lang="en-US" sz="5400" b="1" dirty="0">
                <a:latin typeface="Times New Roman" panose="02020603050405020304" pitchFamily="18" charset="0"/>
                <a:cs typeface="Times New Roman" panose="02020603050405020304" pitchFamily="18" charset="0"/>
              </a:rPr>
              <a:t> ta </a:t>
            </a:r>
            <a:r>
              <a:rPr lang="en-US" sz="5400" b="1" dirty="0" err="1">
                <a:latin typeface="Times New Roman" panose="02020603050405020304" pitchFamily="18" charset="0"/>
                <a:cs typeface="Times New Roman" panose="02020603050405020304" pitchFamily="18" charset="0"/>
              </a:rPr>
              <a:t>hãy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vui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Máu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xóa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tội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Alleluia.</a:t>
            </a:r>
            <a:endParaRPr lang="en-US"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593624"/>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NÀO HÃY MỪNG VUI (433)</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971142"/>
            <a:ext cx="9144000" cy="6391564"/>
          </a:xfrm>
        </p:spPr>
        <p:txBody>
          <a:bodyPr>
            <a:noAutofit/>
          </a:bodyPr>
          <a:lstStyle/>
          <a:p>
            <a:pPr algn="just"/>
            <a:r>
              <a:rPr lang="en-US" sz="5400" b="1" dirty="0">
                <a:latin typeface="Times New Roman" panose="02020603050405020304" pitchFamily="18" charset="0"/>
                <a:cs typeface="Times New Roman" panose="02020603050405020304" pitchFamily="18" charset="0"/>
              </a:rPr>
              <a:t>1. </a:t>
            </a:r>
            <a:r>
              <a:rPr lang="en-US" sz="5400" b="1" dirty="0" err="1">
                <a:latin typeface="Times New Roman" panose="02020603050405020304" pitchFamily="18" charset="0"/>
                <a:cs typeface="Times New Roman" panose="02020603050405020304" pitchFamily="18" charset="0"/>
              </a:rPr>
              <a:t>Thánh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vươn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lễ</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sinh</a:t>
            </a:r>
            <a:r>
              <a:rPr lang="en-US" sz="5400" b="1" dirty="0">
                <a:latin typeface="Times New Roman" panose="02020603050405020304" pitchFamily="18" charset="0"/>
                <a:cs typeface="Times New Roman" panose="02020603050405020304" pitchFamily="18" charset="0"/>
              </a:rPr>
              <a:t>. Cho </a:t>
            </a:r>
            <a:r>
              <a:rPr lang="en-US" sz="5400" b="1" dirty="0" err="1">
                <a:latin typeface="Times New Roman" panose="02020603050405020304" pitchFamily="18" charset="0"/>
                <a:cs typeface="Times New Roman" panose="02020603050405020304" pitchFamily="18" charset="0"/>
              </a:rPr>
              <a:t>nhân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thế</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a:t>
            </a:r>
            <a:endParaRPr lang="en-US"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7220691"/>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NÀO HÃY MỪNG VUI (433)</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04342"/>
            <a:ext cx="9144000" cy="6391564"/>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Nào</a:t>
            </a:r>
            <a:r>
              <a:rPr lang="en-US" sz="5400" b="1" dirty="0">
                <a:latin typeface="Times New Roman" panose="02020603050405020304" pitchFamily="18" charset="0"/>
                <a:cs typeface="Times New Roman" panose="02020603050405020304" pitchFamily="18" charset="0"/>
              </a:rPr>
              <a:t> ta </a:t>
            </a:r>
            <a:r>
              <a:rPr lang="en-US" sz="5400" b="1" dirty="0" err="1">
                <a:latin typeface="Times New Roman" panose="02020603050405020304" pitchFamily="18" charset="0"/>
                <a:cs typeface="Times New Roman" panose="02020603050405020304" pitchFamily="18" charset="0"/>
              </a:rPr>
              <a:t>hãy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vui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tử</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thần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rồi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Nguồn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chiếu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tuyệt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vời</a:t>
            </a:r>
            <a:r>
              <a:rPr lang="en-US" sz="5400" b="1" dirty="0">
                <a:latin typeface="Times New Roman" panose="02020603050405020304" pitchFamily="18" charset="0"/>
                <a:cs typeface="Times New Roman" panose="02020603050405020304" pitchFamily="18" charset="0"/>
              </a:rPr>
              <a:t>. Alleluia. </a:t>
            </a:r>
            <a:r>
              <a:rPr lang="en-US" sz="5400" b="1" dirty="0" err="1">
                <a:latin typeface="Times New Roman" panose="02020603050405020304" pitchFamily="18" charset="0"/>
                <a:cs typeface="Times New Roman" panose="02020603050405020304" pitchFamily="18" charset="0"/>
              </a:rPr>
              <a:t>Nào</a:t>
            </a:r>
            <a:r>
              <a:rPr lang="en-US" sz="5400" b="1" dirty="0">
                <a:latin typeface="Times New Roman" panose="02020603050405020304" pitchFamily="18" charset="0"/>
                <a:cs typeface="Times New Roman" panose="02020603050405020304" pitchFamily="18" charset="0"/>
              </a:rPr>
              <a:t> ta </a:t>
            </a:r>
            <a:r>
              <a:rPr lang="en-US" sz="5400" b="1" dirty="0" err="1">
                <a:latin typeface="Times New Roman" panose="02020603050405020304" pitchFamily="18" charset="0"/>
                <a:cs typeface="Times New Roman" panose="02020603050405020304" pitchFamily="18" charset="0"/>
              </a:rPr>
              <a:t>hãy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vui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Máu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xóa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tội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Alleluia.</a:t>
            </a:r>
            <a:endParaRPr lang="en-US"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4228067"/>
      </p:ext>
    </p:extLst>
  </p:cSld>
  <p:clrMapOvr>
    <a:masterClrMapping/>
  </p:clrMapOvr>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5965</TotalTime>
  <Words>1286</Words>
  <Application>Microsoft Office PowerPoint</Application>
  <PresentationFormat>On-screen Show (4:3)</PresentationFormat>
  <Paragraphs>69</Paragraphs>
  <Slides>31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Calibri Light</vt:lpstr>
      <vt:lpstr>Times New Roman</vt:lpstr>
      <vt:lpstr>Office Theme</vt:lpstr>
      <vt:lpstr>KINH CẦU CHO ĐẠI DỊCH</vt:lpstr>
      <vt:lpstr>KINH CẦU CHO ĐẠI DỊCH</vt:lpstr>
      <vt:lpstr>KINH CẦU CHO ĐẠI DỊCH</vt:lpstr>
      <vt:lpstr>KINH CẦU CHO ĐẠI DỊCH</vt:lpstr>
      <vt:lpstr>KINH CẦU CHO ĐẠI DỊCH</vt:lpstr>
      <vt:lpstr>KINH CẦU CHO ĐẠI DỊCH</vt:lpstr>
      <vt:lpstr>PowerPoint Presentation</vt:lpstr>
      <vt:lpstr>Nhập Lễ                                    BÀI CA NGÀN TRÙNG 499 </vt:lpstr>
      <vt:lpstr>Nhập Lễ                                    BÀI CA NGÀN TRÙNG 499 </vt:lpstr>
      <vt:lpstr>Nhập Lễ                                    BÀI CA NGÀN TRÙNG 499 </vt:lpstr>
      <vt:lpstr>PowerPoint Presentation</vt:lpstr>
      <vt:lpstr>PowerPoint Presentation</vt:lpstr>
      <vt:lpstr>Dâng Lễ                                 XIN DÂNG LÊN NGÀI (110)</vt:lpstr>
      <vt:lpstr>Dâng Lễ                                 XIN DÂNG LÊN NGÀI (110)</vt:lpstr>
      <vt:lpstr>Dâng Lễ                                  XIN DÂNG LÊN NGÀI (110)</vt:lpstr>
      <vt:lpstr>CA HIỆP LỄ</vt:lpstr>
      <vt:lpstr>Hiệp Lễ                             CẢM MẾN TÌNH CHA (TT)</vt:lpstr>
      <vt:lpstr>Hiệp Lễ                             CẢM MẾN TÌNH CHA (TT)</vt:lpstr>
      <vt:lpstr>Hiệp Lễ                             CẢM MẾN TÌNH CHA (TT)</vt:lpstr>
      <vt:lpstr>Hiệp Lễ                             CẢM MẾN TÌNH CHA (TT)</vt:lpstr>
      <vt:lpstr>Hiệp Lễ                             CẢM MẾN TÌNH CHA (TT)</vt:lpstr>
      <vt:lpstr>Hiệp Lễ                             CẢM MẾN TÌNH CHA (TT)</vt:lpstr>
      <vt:lpstr>Hiệp Lễ                             CẢM MẾN TÌNH CHA (TT)</vt:lpstr>
      <vt:lpstr>Hiệp Lễ                             CẢM MẾN TÌNH CHA (TT)</vt:lpstr>
      <vt:lpstr>Hiệp Lễ                             CẢM MẾN TÌNH CHA (TT)</vt:lpstr>
      <vt:lpstr>Hiệp Lễ                             CẢM MẾN TÌNH CHA (TT)</vt:lpstr>
      <vt:lpstr>Hiệp Lễ                             CẢM MẾN TÌNH CHA (TT)</vt:lpstr>
      <vt:lpstr>PowerPoint Presentation</vt:lpstr>
      <vt:lpstr>Nhập Lễ                NÀO HÃY MỪNG VUI (433)</vt:lpstr>
      <vt:lpstr>Nhập Lễ                NÀO HÃY MỪNG VUI (433)</vt:lpstr>
      <vt:lpstr>Nhập Lễ                NÀO HÃY MỪNG VUI (433)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Nhập Lễ                                    BÀI CA NGÀN TRÙNG 499</dc:title>
  <dc:creator>Anh Tran</dc:creator>
  <cp:lastModifiedBy>Anh</cp:lastModifiedBy>
  <cp:revision>1505</cp:revision>
  <dcterms:created xsi:type="dcterms:W3CDTF">2018-09-17T12:52:44Z</dcterms:created>
  <dcterms:modified xsi:type="dcterms:W3CDTF">2021-04-12T14:46:03Z</dcterms:modified>
</cp:coreProperties>
</file>