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4810" r:id="rId2"/>
    <p:sldId id="4811" r:id="rId3"/>
    <p:sldId id="4812" r:id="rId4"/>
    <p:sldId id="4813" r:id="rId5"/>
    <p:sldId id="4814" r:id="rId6"/>
    <p:sldId id="4815" r:id="rId7"/>
    <p:sldId id="5163" r:id="rId8"/>
    <p:sldId id="4554" r:id="rId9"/>
    <p:sldId id="4555" r:id="rId10"/>
    <p:sldId id="4556" r:id="rId11"/>
    <p:sldId id="5435" r:id="rId12"/>
    <p:sldId id="5436" r:id="rId13"/>
    <p:sldId id="2426" r:id="rId14"/>
    <p:sldId id="5017" r:id="rId15"/>
    <p:sldId id="4259" r:id="rId16"/>
    <p:sldId id="4260" r:id="rId17"/>
    <p:sldId id="5437" r:id="rId18"/>
    <p:sldId id="5412" r:id="rId19"/>
    <p:sldId id="3739" r:id="rId20"/>
    <p:sldId id="3740" r:id="rId21"/>
    <p:sldId id="3741" r:id="rId22"/>
    <p:sldId id="3742" r:id="rId23"/>
    <p:sldId id="3743" r:id="rId24"/>
    <p:sldId id="3744" r:id="rId25"/>
    <p:sldId id="5438" r:id="rId26"/>
    <p:sldId id="5439" r:id="rId27"/>
    <p:sldId id="5440" r:id="rId28"/>
    <p:sldId id="5449" r:id="rId29"/>
    <p:sldId id="5451" r:id="rId30"/>
    <p:sldId id="5450" r:id="rId31"/>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86404" autoAdjust="0"/>
  </p:normalViewPr>
  <p:slideViewPr>
    <p:cSldViewPr snapToGrid="0">
      <p:cViewPr varScale="1">
        <p:scale>
          <a:sx n="86" d="100"/>
          <a:sy n="86" d="100"/>
        </p:scale>
        <p:origin x="1618" y="67"/>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03/05/2021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8</a:t>
            </a:fld>
            <a:endParaRPr lang="en-US"/>
          </a:p>
        </p:txBody>
      </p:sp>
    </p:spTree>
    <p:extLst>
      <p:ext uri="{BB962C8B-B14F-4D97-AF65-F5344CB8AC3E}">
        <p14:creationId xmlns:p14="http://schemas.microsoft.com/office/powerpoint/2010/main" val="1176159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9</a:t>
            </a:fld>
            <a:endParaRPr lang="en-US"/>
          </a:p>
        </p:txBody>
      </p:sp>
    </p:spTree>
    <p:extLst>
      <p:ext uri="{BB962C8B-B14F-4D97-AF65-F5344CB8AC3E}">
        <p14:creationId xmlns:p14="http://schemas.microsoft.com/office/powerpoint/2010/main" val="1754268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10</a:t>
            </a:fld>
            <a:endParaRPr lang="en-US"/>
          </a:p>
        </p:txBody>
      </p:sp>
    </p:spTree>
    <p:extLst>
      <p:ext uri="{BB962C8B-B14F-4D97-AF65-F5344CB8AC3E}">
        <p14:creationId xmlns:p14="http://schemas.microsoft.com/office/powerpoint/2010/main" val="3615633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11</a:t>
            </a:fld>
            <a:endParaRPr lang="en-US"/>
          </a:p>
        </p:txBody>
      </p:sp>
    </p:spTree>
    <p:extLst>
      <p:ext uri="{BB962C8B-B14F-4D97-AF65-F5344CB8AC3E}">
        <p14:creationId xmlns:p14="http://schemas.microsoft.com/office/powerpoint/2010/main" val="3355583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12</a:t>
            </a:fld>
            <a:endParaRPr lang="en-US"/>
          </a:p>
        </p:txBody>
      </p:sp>
    </p:spTree>
    <p:extLst>
      <p:ext uri="{BB962C8B-B14F-4D97-AF65-F5344CB8AC3E}">
        <p14:creationId xmlns:p14="http://schemas.microsoft.com/office/powerpoint/2010/main" val="2105950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4136256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20</a:t>
            </a:fld>
            <a:endParaRPr lang="en-US"/>
          </a:p>
        </p:txBody>
      </p:sp>
    </p:spTree>
    <p:extLst>
      <p:ext uri="{BB962C8B-B14F-4D97-AF65-F5344CB8AC3E}">
        <p14:creationId xmlns:p14="http://schemas.microsoft.com/office/powerpoint/2010/main" val="3933938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21</a:t>
            </a:fld>
            <a:endParaRPr lang="en-US"/>
          </a:p>
        </p:txBody>
      </p:sp>
    </p:spTree>
    <p:extLst>
      <p:ext uri="{BB962C8B-B14F-4D97-AF65-F5344CB8AC3E}">
        <p14:creationId xmlns:p14="http://schemas.microsoft.com/office/powerpoint/2010/main" val="3888972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22</a:t>
            </a:fld>
            <a:endParaRPr lang="en-US"/>
          </a:p>
        </p:txBody>
      </p:sp>
    </p:spTree>
    <p:extLst>
      <p:ext uri="{BB962C8B-B14F-4D97-AF65-F5344CB8AC3E}">
        <p14:creationId xmlns:p14="http://schemas.microsoft.com/office/powerpoint/2010/main" val="1274575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23</a:t>
            </a:fld>
            <a:endParaRPr lang="en-US"/>
          </a:p>
        </p:txBody>
      </p:sp>
    </p:spTree>
    <p:extLst>
      <p:ext uri="{BB962C8B-B14F-4D97-AF65-F5344CB8AC3E}">
        <p14:creationId xmlns:p14="http://schemas.microsoft.com/office/powerpoint/2010/main" val="590866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24</a:t>
            </a:fld>
            <a:endParaRPr lang="en-US"/>
          </a:p>
        </p:txBody>
      </p:sp>
    </p:spTree>
    <p:extLst>
      <p:ext uri="{BB962C8B-B14F-4D97-AF65-F5344CB8AC3E}">
        <p14:creationId xmlns:p14="http://schemas.microsoft.com/office/powerpoint/2010/main" val="1082990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25</a:t>
            </a:fld>
            <a:endParaRPr lang="en-US"/>
          </a:p>
        </p:txBody>
      </p:sp>
    </p:spTree>
    <p:extLst>
      <p:ext uri="{BB962C8B-B14F-4D97-AF65-F5344CB8AC3E}">
        <p14:creationId xmlns:p14="http://schemas.microsoft.com/office/powerpoint/2010/main" val="3413786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26</a:t>
            </a:fld>
            <a:endParaRPr lang="en-US"/>
          </a:p>
        </p:txBody>
      </p:sp>
    </p:spTree>
    <p:extLst>
      <p:ext uri="{BB962C8B-B14F-4D97-AF65-F5344CB8AC3E}">
        <p14:creationId xmlns:p14="http://schemas.microsoft.com/office/powerpoint/2010/main" val="1548065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28</a:t>
            </a:fld>
            <a:endParaRPr lang="en-US"/>
          </a:p>
        </p:txBody>
      </p:sp>
    </p:spTree>
    <p:extLst>
      <p:ext uri="{BB962C8B-B14F-4D97-AF65-F5344CB8AC3E}">
        <p14:creationId xmlns:p14="http://schemas.microsoft.com/office/powerpoint/2010/main" val="1168853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29</a:t>
            </a:fld>
            <a:endParaRPr lang="en-US"/>
          </a:p>
        </p:txBody>
      </p:sp>
    </p:spTree>
    <p:extLst>
      <p:ext uri="{BB962C8B-B14F-4D97-AF65-F5344CB8AC3E}">
        <p14:creationId xmlns:p14="http://schemas.microsoft.com/office/powerpoint/2010/main" val="1171074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30</a:t>
            </a:fld>
            <a:endParaRPr lang="en-US"/>
          </a:p>
        </p:txBody>
      </p:sp>
    </p:spTree>
    <p:extLst>
      <p:ext uri="{BB962C8B-B14F-4D97-AF65-F5344CB8AC3E}">
        <p14:creationId xmlns:p14="http://schemas.microsoft.com/office/powerpoint/2010/main" val="1666176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03/05/2021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03/05/2021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594" y="1514475"/>
            <a:ext cx="9144000" cy="62484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Ngôi</a:t>
            </a:r>
            <a:r>
              <a:rPr lang="en-US" sz="5400" b="1" dirty="0">
                <a:latin typeface="Times New Roman" pitchFamily="18" charset="0"/>
                <a:cs typeface="Times New Roman" pitchFamily="18" charset="0"/>
              </a:rPr>
              <a:t> Ba </a:t>
            </a:r>
            <a:r>
              <a:rPr lang="en-US" sz="5400" b="1" dirty="0" err="1">
                <a:latin typeface="Times New Roman" pitchFamily="18" charset="0"/>
                <a:cs typeface="Times New Roman" pitchFamily="18" charset="0"/>
              </a:rPr>
              <a:t>Thiên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xuống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 ban </a:t>
            </a:r>
            <a:r>
              <a:rPr lang="en-US" sz="5400" b="1" dirty="0" err="1">
                <a:latin typeface="Times New Roman" pitchFamily="18" charset="0"/>
                <a:cs typeface="Times New Roman" pitchFamily="18" charset="0"/>
              </a:rPr>
              <a:t>hồng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chứa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nhuần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NGÔI BA THIÊN CHÚA (330 N)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3589796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594" y="1514475"/>
            <a:ext cx="9144000" cy="6248400"/>
          </a:xfrm>
        </p:spPr>
        <p:txBody>
          <a:bodyPr>
            <a:noAutofit/>
          </a:bodyPr>
          <a:lstStyle/>
          <a:p>
            <a:pPr algn="just"/>
            <a:r>
              <a:rPr lang="en-US" sz="5400" b="1" dirty="0" err="1">
                <a:latin typeface="Times New Roman" pitchFamily="18" charset="0"/>
                <a:cs typeface="Times New Roman" pitchFamily="18" charset="0"/>
              </a:rPr>
              <a:t>Biến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sĩ</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Ki-</a:t>
            </a:r>
            <a:r>
              <a:rPr lang="en-US" sz="5400" b="1" dirty="0" err="1">
                <a:latin typeface="Times New Roman" pitchFamily="18" charset="0"/>
                <a:cs typeface="Times New Roman" pitchFamily="18" charset="0"/>
              </a:rPr>
              <a:t>tô</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khắp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nơi</a:t>
            </a:r>
            <a:r>
              <a:rPr lang="en-US" sz="5400" b="1" dirty="0">
                <a:latin typeface="Times New Roman" pitchFamily="18" charset="0"/>
                <a:cs typeface="Times New Roman" pitchFamily="18" charset="0"/>
              </a:rPr>
              <a:t>.</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NGÔI BA THIÊN CHÚA (330)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9014314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594" y="1209675"/>
            <a:ext cx="9144000" cy="62484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đợi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soi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lọc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hầu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danh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hiệu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quang</a:t>
            </a:r>
            <a:r>
              <a:rPr lang="en-US" sz="5400" b="1" dirty="0">
                <a:latin typeface="Times New Roman" pitchFamily="18" charset="0"/>
                <a:cs typeface="Times New Roman" pitchFamily="18" charset="0"/>
              </a:rPr>
              <a:t>.</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NGÔI BA THIÊN CHÚA (330)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391509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594" y="1514475"/>
            <a:ext cx="9144000" cy="62484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Ngôi</a:t>
            </a:r>
            <a:r>
              <a:rPr lang="en-US" sz="5400" b="1" dirty="0">
                <a:latin typeface="Times New Roman" pitchFamily="18" charset="0"/>
                <a:cs typeface="Times New Roman" pitchFamily="18" charset="0"/>
              </a:rPr>
              <a:t> Ba </a:t>
            </a:r>
            <a:r>
              <a:rPr lang="en-US" sz="5400" b="1" dirty="0" err="1">
                <a:latin typeface="Times New Roman" pitchFamily="18" charset="0"/>
                <a:cs typeface="Times New Roman" pitchFamily="18" charset="0"/>
              </a:rPr>
              <a:t>Thiên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xuống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 ban </a:t>
            </a:r>
            <a:r>
              <a:rPr lang="en-US" sz="5400" b="1" dirty="0" err="1">
                <a:latin typeface="Times New Roman" pitchFamily="18" charset="0"/>
                <a:cs typeface="Times New Roman" pitchFamily="18" charset="0"/>
              </a:rPr>
              <a:t>hồng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chứa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thấm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nhuần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hồn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NGÔI BA THIÊN CHÚA (330 N)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6343594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594" y="1514475"/>
            <a:ext cx="9144000" cy="6248400"/>
          </a:xfrm>
        </p:spPr>
        <p:txBody>
          <a:bodyPr>
            <a:noAutofit/>
          </a:bodyPr>
          <a:lstStyle/>
          <a:p>
            <a:pPr algn="just"/>
            <a:r>
              <a:rPr lang="en-US" sz="5400" b="1" dirty="0" err="1">
                <a:latin typeface="Times New Roman" pitchFamily="18" charset="0"/>
                <a:cs typeface="Times New Roman" pitchFamily="18" charset="0"/>
              </a:rPr>
              <a:t>Biến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chúng</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sĩ</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Ki-</a:t>
            </a:r>
            <a:r>
              <a:rPr lang="en-US" sz="5400" b="1" dirty="0" err="1">
                <a:latin typeface="Times New Roman" pitchFamily="18" charset="0"/>
                <a:cs typeface="Times New Roman" pitchFamily="18" charset="0"/>
              </a:rPr>
              <a:t>tô</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khắp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nơi</a:t>
            </a:r>
            <a:r>
              <a:rPr lang="en-US" sz="5400" b="1" dirty="0">
                <a:latin typeface="Times New Roman" pitchFamily="18" charset="0"/>
                <a:cs typeface="Times New Roman" pitchFamily="18" charset="0"/>
              </a:rPr>
              <a:t>.</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NGÔI BA THIÊN CHÚA (330)	</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991718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bởi</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ra,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Cha.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TIẾN DÂNG (29)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6464"/>
            <a:ext cx="9144000" cy="4641273"/>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14614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TIẾN DÂNG (29)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6464"/>
            <a:ext cx="9144000" cy="4641273"/>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tỏa</a:t>
            </a:r>
            <a:r>
              <a:rPr lang="en-US" sz="5400" b="1" dirty="0">
                <a:latin typeface="Times New Roman" panose="02020603050405020304" pitchFamily="18" charset="0"/>
                <a:cs typeface="Times New Roman" panose="02020603050405020304" pitchFamily="18" charset="0"/>
              </a:rPr>
              <a:t> bay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diệu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97158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TIẾN DÂNG (29)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6464"/>
            <a:ext cx="9144000" cy="4641273"/>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973412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Ki-</a:t>
            </a:r>
            <a:r>
              <a:rPr lang="en-US" sz="5400" b="1" dirty="0" err="1">
                <a:latin typeface="Times New Roman" panose="02020603050405020304" pitchFamily="18" charset="0"/>
                <a:cs typeface="Times New Roman" panose="02020603050405020304" pitchFamily="18" charset="0"/>
              </a:rPr>
              <a:t>tô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tin </a:t>
            </a:r>
            <a:r>
              <a:rPr lang="en-US" sz="5400" b="1" dirty="0" err="1">
                <a:latin typeface="Times New Roman" panose="02020603050405020304" pitchFamily="18" charset="0"/>
                <a:cs typeface="Times New Roman" panose="02020603050405020304" pitchFamily="18" charset="0"/>
              </a:rPr>
              <a:t>rằng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cũng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Alleluia.</a:t>
            </a:r>
          </a:p>
        </p:txBody>
      </p:sp>
    </p:spTree>
    <p:extLst>
      <p:ext uri="{BB962C8B-B14F-4D97-AF65-F5344CB8AC3E}">
        <p14:creationId xmlns:p14="http://schemas.microsoft.com/office/powerpoint/2010/main" val="112148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90675"/>
            <a:ext cx="9144000" cy="54102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la </a:t>
            </a:r>
            <a:r>
              <a:rPr lang="en-US" sz="5400" b="1" dirty="0" err="1">
                <a:latin typeface="Times New Roman" pitchFamily="18" charset="0"/>
                <a:cs typeface="Times New Roman" pitchFamily="18" charset="0"/>
              </a:rPr>
              <a:t>vươn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lút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xanh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biển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thắm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sóng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dạt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dào</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285855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00150"/>
            <a:ext cx="9144000" cy="5410200"/>
          </a:xfrm>
        </p:spPr>
        <p:txBody>
          <a:bodyPr>
            <a:noAutofit/>
          </a:bodyPr>
          <a:lstStyle/>
          <a:p>
            <a:pPr algn="just"/>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thức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đêm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khuya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giấc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ngủ</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nên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mình</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137325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đoan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thôi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0233239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hoài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1560304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90675"/>
            <a:ext cx="9144000" cy="5410200"/>
          </a:xfrm>
        </p:spPr>
        <p:txBody>
          <a:bodyPr>
            <a:noAutofit/>
          </a:bodyPr>
          <a:lstStyle/>
          <a:p>
            <a:pPr algn="just"/>
            <a:r>
              <a:rPr lang="en-US" sz="5400" b="1" dirty="0">
                <a:latin typeface="Times New Roman" pitchFamily="18" charset="0"/>
                <a:cs typeface="Times New Roman" pitchFamily="18" charset="0"/>
              </a:rPr>
              <a:t>2. </a:t>
            </a:r>
            <a:r>
              <a:rPr lang="en-US" sz="5400" b="1" dirty="0" err="1">
                <a:latin typeface="Times New Roman" pitchFamily="18" charset="0"/>
                <a:cs typeface="Times New Roman" pitchFamily="18" charset="0"/>
              </a:rPr>
              <a:t>Đường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quanh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hiểm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con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nhịp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hết</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sợ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gì</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4258730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00150"/>
            <a:ext cx="9144000" cy="5410200"/>
          </a:xfrm>
        </p:spPr>
        <p:txBody>
          <a:bodyPr>
            <a:noAutofit/>
          </a:bodyPr>
          <a:lstStyle/>
          <a:p>
            <a:pPr algn="just"/>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gian</a:t>
            </a:r>
            <a:r>
              <a:rPr lang="en-US" sz="5400" b="1" dirty="0">
                <a:latin typeface="Times New Roman" pitchFamily="18" charset="0"/>
                <a:cs typeface="Times New Roman" pitchFamily="18" charset="0"/>
              </a:rPr>
              <a:t> nan </a:t>
            </a:r>
            <a:r>
              <a:rPr lang="en-US" sz="5400" b="1" dirty="0" err="1">
                <a:latin typeface="Times New Roman" pitchFamily="18" charset="0"/>
                <a:cs typeface="Times New Roman" pitchFamily="18" charset="0"/>
              </a:rPr>
              <a:t>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nhắc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nhỏ</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toan</a:t>
            </a:r>
            <a:r>
              <a:rPr lang="en-US" sz="5400" b="1" dirty="0">
                <a:latin typeface="Times New Roman" pitchFamily="18" charset="0"/>
                <a:cs typeface="Times New Roman" pitchFamily="18" charset="0"/>
              </a:rPr>
              <a:t> con an </a:t>
            </a:r>
            <a:r>
              <a:rPr lang="en-US" sz="5400" b="1" dirty="0" err="1">
                <a:latin typeface="Times New Roman" pitchFamily="18" charset="0"/>
                <a:cs typeface="Times New Roman" pitchFamily="18" charset="0"/>
              </a:rPr>
              <a:t>tâm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về</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bênh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trì</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405032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đoan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nguyện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thôi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9455112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hoài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TÌNH NGÀI YÊU (184)</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9915213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C902-1FBD-4BD0-9902-D5E9D6804D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3014F1-4894-4181-A8DF-A45A72DDC4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8223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vi-VN" sz="5400" b="1" dirty="0">
                <a:latin typeface="+mj-lt"/>
              </a:rPr>
              <a:t>1. </a:t>
            </a:r>
            <a:r>
              <a:rPr lang="en-US" sz="5400" b="1" dirty="0" err="1">
                <a:latin typeface="Times New Roman" panose="02020603050405020304" pitchFamily="18" charset="0"/>
                <a:ea typeface="Tahoma" panose="020B0604030504040204" pitchFamily="34" charset="0"/>
                <a:cs typeface="Times New Roman" panose="02020603050405020304" pitchFamily="18" charset="0"/>
              </a:rPr>
              <a:t>Đây</a:t>
            </a:r>
            <a:r>
              <a:rPr lang="vi-VN" sz="5400" b="1" dirty="0">
                <a:latin typeface="+mj-lt"/>
              </a:rPr>
              <a:t> muôn vạn lời ca con xin dâng Mẹ cánh hoa lòng. Xin nối kết muôn màu trong mối tình nhiệm mầu mến thương.</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SẮC HOA DÂNG MẸ (HB)</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884774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965960"/>
            <a:ext cx="9144000" cy="5410200"/>
          </a:xfrm>
        </p:spPr>
        <p:txBody>
          <a:bodyPr>
            <a:noAutofit/>
          </a:bodyPr>
          <a:lstStyle/>
          <a:p>
            <a:pPr algn="just"/>
            <a:r>
              <a:rPr lang="vi-VN" sz="5400" b="1" dirty="0">
                <a:latin typeface="+mj-lt"/>
              </a:rPr>
              <a:t>2. Như hoa hồng tươi xinh trong gai chông nụ vẫn khoe mầu. </a:t>
            </a:r>
            <a:r>
              <a:rPr lang="en-US" sz="5400" b="1" dirty="0">
                <a:latin typeface="Times New Roman" panose="02020603050405020304" pitchFamily="18" charset="0"/>
                <a:cs typeface="Times New Roman" panose="02020603050405020304" pitchFamily="18" charset="0"/>
              </a:rPr>
              <a:t>Bao</a:t>
            </a:r>
            <a:r>
              <a:rPr lang="vi-VN" sz="5400" b="1" dirty="0">
                <a:latin typeface="+mj-lt"/>
              </a:rPr>
              <a:t> lao khó cuộc đời xin dắt dìu vượt mọi hiểm nguy.</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SẮC HOA DÂNG MẸ (HB)</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3630509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447800"/>
            <a:ext cx="9144000" cy="5410200"/>
          </a:xfrm>
        </p:spPr>
        <p:txBody>
          <a:bodyPr>
            <a:noAutofit/>
          </a:bodyPr>
          <a:lstStyle/>
          <a:p>
            <a:pPr algn="just"/>
            <a:r>
              <a:rPr lang="vi-VN" sz="5400" b="1" dirty="0">
                <a:latin typeface="+mj-lt"/>
              </a:rPr>
              <a:t>ĐK. Cùng xin dâng lên trước ngai Mẹ muôn hoa lòng thành con kính dâng. Nguyện Mẹ thương nâng đỡ cho con sống yên vui hưởng ơn thái bình.</a:t>
            </a:r>
            <a:endParaRPr lang="en-US" sz="5400" b="1" dirty="0">
              <a:solidFill>
                <a:schemeClr val="tx1"/>
              </a:solidFill>
              <a:latin typeface="+mj-lt"/>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SẮC HOA DÂNG MẸ (HB)</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5851881"/>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6109</TotalTime>
  <Words>1110</Words>
  <Application>Microsoft Office PowerPoint</Application>
  <PresentationFormat>On-screen Show (4:3)</PresentationFormat>
  <Paragraphs>72</Paragraphs>
  <Slides>30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XIN NGÔI BA THIÊN CHÚA (330 N) </vt:lpstr>
      <vt:lpstr>Nhập Lễ                            XIN NGÔI BA THIÊN CHÚA (330) </vt:lpstr>
      <vt:lpstr>Nhập Lễ                            XIN NGÔI BA THIÊN CHÚA (330) </vt:lpstr>
      <vt:lpstr>Nhập Lễ                            XIN NGÔI BA THIÊN CHÚA (330 N) </vt:lpstr>
      <vt:lpstr>Nhập Lễ                            XIN NGÔI BA THIÊN CHÚA (330) </vt:lpstr>
      <vt:lpstr>PowerPoint Presentation</vt:lpstr>
      <vt:lpstr>PowerPoint Presentation</vt:lpstr>
      <vt:lpstr>Dâng Lễ                                     TIẾN DÂNG (29)</vt:lpstr>
      <vt:lpstr>Dâng Lễ                                     TIẾN DÂNG (29)</vt:lpstr>
      <vt:lpstr>Dâng Lễ                                     TIẾN DÂNG (29)</vt:lpstr>
      <vt:lpstr>Ca hiệp lễ</vt:lpstr>
      <vt:lpstr>Hiệp Lễ                     TÌNH NGÀI YÊU (184)</vt:lpstr>
      <vt:lpstr>Hiệp Lễ                     TÌNH NGÀI YÊU (184)</vt:lpstr>
      <vt:lpstr>Hiệp Lễ                     TÌNH NGÀI YÊU (184)</vt:lpstr>
      <vt:lpstr>Hiệp Lễ                     TÌNH NGÀI YÊU (184)</vt:lpstr>
      <vt:lpstr>Hiệp Lễ                     TÌNH NGÀI YÊU (184)</vt:lpstr>
      <vt:lpstr>Hiệp Lễ                     TÌNH NGÀI YÊU (184)</vt:lpstr>
      <vt:lpstr>Hiệp Lễ                     TÌNH NGÀI YÊU (184)</vt:lpstr>
      <vt:lpstr>Hiệp Lễ                     TÌNH NGÀI YÊU (184)</vt:lpstr>
      <vt:lpstr>PowerPoint Presentation</vt:lpstr>
      <vt:lpstr>Kết Lễ                      SẮC HOA DÂNG MẸ (HB)</vt:lpstr>
      <vt:lpstr>Kết Lễ                      SẮC HOA DÂNG MẸ (HB)</vt:lpstr>
      <vt:lpstr>Kết Lễ                      SẮC HOA DÂNG MẸ (HB)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1545</cp:revision>
  <dcterms:created xsi:type="dcterms:W3CDTF">2018-09-17T12:52:44Z</dcterms:created>
  <dcterms:modified xsi:type="dcterms:W3CDTF">2021-05-03T13:55:10Z</dcterms:modified>
</cp:coreProperties>
</file>