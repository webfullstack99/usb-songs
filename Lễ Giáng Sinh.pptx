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4112" r:id="rId2"/>
    <p:sldId id="4113" r:id="rId3"/>
    <p:sldId id="4114" r:id="rId4"/>
    <p:sldId id="4115" r:id="rId5"/>
    <p:sldId id="4116" r:id="rId6"/>
    <p:sldId id="4117" r:id="rId7"/>
    <p:sldId id="4372" r:id="rId8"/>
    <p:sldId id="4810" r:id="rId9"/>
    <p:sldId id="4845" r:id="rId10"/>
    <p:sldId id="4848" r:id="rId11"/>
    <p:sldId id="4846" r:id="rId12"/>
    <p:sldId id="4849" r:id="rId13"/>
    <p:sldId id="4847" r:id="rId14"/>
    <p:sldId id="4850" r:id="rId15"/>
    <p:sldId id="1522" r:id="rId16"/>
    <p:sldId id="3729" r:id="rId17"/>
    <p:sldId id="1945" r:id="rId18"/>
    <p:sldId id="4851" r:id="rId19"/>
    <p:sldId id="4852" r:id="rId20"/>
    <p:sldId id="4853" r:id="rId21"/>
    <p:sldId id="4106" r:id="rId22"/>
    <p:sldId id="4835" r:id="rId23"/>
    <p:sldId id="4854" r:id="rId24"/>
    <p:sldId id="4855" r:id="rId25"/>
    <p:sldId id="4856" r:id="rId26"/>
    <p:sldId id="4876" r:id="rId27"/>
    <p:sldId id="4877" r:id="rId28"/>
    <p:sldId id="4857" r:id="rId29"/>
    <p:sldId id="4858" r:id="rId30"/>
    <p:sldId id="4878" r:id="rId31"/>
    <p:sldId id="4879" r:id="rId32"/>
    <p:sldId id="4859" r:id="rId33"/>
    <p:sldId id="4860" r:id="rId34"/>
    <p:sldId id="4880" r:id="rId35"/>
    <p:sldId id="4881" r:id="rId36"/>
    <p:sldId id="4870" r:id="rId37"/>
    <p:sldId id="4861" r:id="rId38"/>
    <p:sldId id="4869" r:id="rId39"/>
    <p:sldId id="4862" r:id="rId40"/>
    <p:sldId id="4864" r:id="rId41"/>
    <p:sldId id="4865" r:id="rId42"/>
    <p:sldId id="4866" r:id="rId43"/>
    <p:sldId id="4871" r:id="rId44"/>
    <p:sldId id="4872" r:id="rId45"/>
    <p:sldId id="4867" r:id="rId46"/>
    <p:sldId id="4868" r:id="rId47"/>
    <p:sldId id="4873" r:id="rId48"/>
    <p:sldId id="4874" r:id="rId49"/>
    <p:sldId id="4882" r:id="rId50"/>
    <p:sldId id="2698" r:id="rId51"/>
    <p:sldId id="2699" r:id="rId52"/>
    <p:sldId id="2700" r:id="rId53"/>
    <p:sldId id="4875" r:id="rId54"/>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p:scale>
          <a:sx n="75" d="100"/>
          <a:sy n="75" d="100"/>
        </p:scale>
        <p:origin x="1690" y="19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25/12/2020</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25/12/2020</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CHÚA ĐÃ SINH RA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cs typeface="Times New Roman" panose="02020603050405020304" pitchFamily="18" charset="0"/>
              </a:rPr>
              <a:t>ĐK: Chúa đã giáng trần! Alleluia! Đến mặc xác phàm. Alleluia! Chúa đã sinh ra. Alleluia! Chúa đã sinh ra. Alleluia!</a:t>
            </a:r>
          </a:p>
        </p:txBody>
      </p:sp>
    </p:spTree>
    <p:extLst>
      <p:ext uri="{BB962C8B-B14F-4D97-AF65-F5344CB8AC3E}">
        <p14:creationId xmlns:p14="http://schemas.microsoft.com/office/powerpoint/2010/main" val="38610025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CHÚA ĐÃ SINH RA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cs typeface="Times New Roman" panose="02020603050405020304" pitchFamily="18" charset="0"/>
              </a:rPr>
              <a:t>1. Từ ngàn xưa Thiên Chúa đã hứa rằng: Một ngày kia xuống thăm nhân trần. Thì ngày nay Thiên Chúa đã giữ lời, lời Người ngày xưa đã hứa.</a:t>
            </a:r>
          </a:p>
        </p:txBody>
      </p:sp>
    </p:spTree>
    <p:extLst>
      <p:ext uri="{BB962C8B-B14F-4D97-AF65-F5344CB8AC3E}">
        <p14:creationId xmlns:p14="http://schemas.microsoft.com/office/powerpoint/2010/main" val="23639332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CHÚA ĐÃ SINH RA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cs typeface="Times New Roman" panose="02020603050405020304" pitchFamily="18" charset="0"/>
              </a:rPr>
              <a:t>ĐK: Chúa đã giáng trần! Alleluia! Đến mặc xác phàm. Alleluia! Chúa đã sinh ra. Alleluia! Chúa đã sinh ra. Alleluia!</a:t>
            </a:r>
          </a:p>
        </p:txBody>
      </p:sp>
    </p:spTree>
    <p:extLst>
      <p:ext uri="{BB962C8B-B14F-4D97-AF65-F5344CB8AC3E}">
        <p14:creationId xmlns:p14="http://schemas.microsoft.com/office/powerpoint/2010/main" val="11982262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CHÚA ĐÃ SINH RA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cs typeface="Times New Roman" panose="02020603050405020304" pitchFamily="18" charset="0"/>
              </a:rPr>
              <a:t>2. Từ trời cao Con Chúa đã giáng trần. Một Hài Nhi đã sinh ra đời. Vì tình thương Thiên Chúa đã thí Ngài, Ngài là nguồn ơn cứu thoát.</a:t>
            </a:r>
          </a:p>
        </p:txBody>
      </p:sp>
    </p:spTree>
    <p:extLst>
      <p:ext uri="{BB962C8B-B14F-4D97-AF65-F5344CB8AC3E}">
        <p14:creationId xmlns:p14="http://schemas.microsoft.com/office/powerpoint/2010/main" val="267858016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CHÚA ĐÃ SINH RA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cs typeface="Times New Roman" panose="02020603050405020304" pitchFamily="18" charset="0"/>
              </a:rPr>
              <a:t>ĐK: Chúa đã giáng trần! Alleluia! Đến mặc xác phàm. Alleluia! Chúa đã sinh ra. Alleluia! Chúa đã sinh ra. Alleluia!</a:t>
            </a:r>
          </a:p>
        </p:txBody>
      </p:sp>
    </p:spTree>
    <p:extLst>
      <p:ext uri="{BB962C8B-B14F-4D97-AF65-F5344CB8AC3E}">
        <p14:creationId xmlns:p14="http://schemas.microsoft.com/office/powerpoint/2010/main" val="211110694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CHÚA ĐÃ SINH RA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cs typeface="Times New Roman" panose="02020603050405020304" pitchFamily="18" charset="0"/>
              </a:rPr>
              <a:t>3. Từ ngàn xưa Thiên Chúa đã khấn dùng. Lời phàm nhân để loan Tin Mừng. Thì ngày nay Thiên Chúa tỏ ý Người, nhờ lời Người Con chí ái.</a:t>
            </a:r>
          </a:p>
        </p:txBody>
      </p:sp>
    </p:spTree>
    <p:extLst>
      <p:ext uri="{BB962C8B-B14F-4D97-AF65-F5344CB8AC3E}">
        <p14:creationId xmlns:p14="http://schemas.microsoft.com/office/powerpoint/2010/main" val="239115459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CHÚA ĐÃ SINH RA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08364"/>
            <a:ext cx="9144000" cy="4641273"/>
          </a:xfrm>
        </p:spPr>
        <p:txBody>
          <a:bodyPr>
            <a:noAutofit/>
          </a:bodyPr>
          <a:lstStyle/>
          <a:p>
            <a:pPr algn="just"/>
            <a:r>
              <a:rPr lang="vi-VN" sz="5400" b="1" dirty="0">
                <a:latin typeface="+mj-lt"/>
                <a:cs typeface="Times New Roman" panose="02020603050405020304" pitchFamily="18" charset="0"/>
              </a:rPr>
              <a:t>ĐK: Chúa đã giáng trần! Alleluia! Đến mặc xác phàm. Alleluia! Chúa đã sinh ra. Alleluia! Chúa đã sinh ra. Alleluia!</a:t>
            </a:r>
          </a:p>
        </p:txBody>
      </p:sp>
    </p:spTree>
    <p:extLst>
      <p:ext uri="{BB962C8B-B14F-4D97-AF65-F5344CB8AC3E}">
        <p14:creationId xmlns:p14="http://schemas.microsoft.com/office/powerpoint/2010/main" val="180802333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862194"/>
            <a:ext cx="9144000" cy="4727942"/>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vi-VN" sz="5400" b="1" dirty="0">
                <a:latin typeface="Times New Roman" panose="02020603050405020304" pitchFamily="18" charset="0"/>
                <a:cs typeface="Times New Roman" panose="02020603050405020304" pitchFamily="18" charset="0"/>
              </a:rPr>
              <a:t>Mọi dân nước khắp cùng trái đất đã nhìn thấy ơn cứu độ của Thiên Chúa chúng ta.</a:t>
            </a:r>
            <a:endParaRPr lang="en-US" sz="5400" b="1" dirty="0">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670560" y="3791900"/>
            <a:ext cx="9144000" cy="692218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415193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428" y="181849"/>
            <a:ext cx="9144000" cy="6091148"/>
          </a:xfrm>
        </p:spPr>
        <p:txBody>
          <a:bodyPr>
            <a:noAutofit/>
          </a:bodyPr>
          <a:lstStyle/>
          <a:p>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hôm</a:t>
            </a:r>
            <a:r>
              <a:rPr lang="en-US" sz="5400" b="1" dirty="0">
                <a:latin typeface="Times New Roman" panose="02020603050405020304" pitchFamily="18" charset="0"/>
                <a:cs typeface="Times New Roman" panose="02020603050405020304" pitchFamily="18" charset="0"/>
              </a:rPr>
              <a:t> nay </a:t>
            </a:r>
            <a:r>
              <a:rPr lang="en-US" sz="5400" b="1" dirty="0" err="1">
                <a:latin typeface="Times New Roman" panose="02020603050405020304" pitchFamily="18" charset="0"/>
                <a:cs typeface="Times New Roman" panose="02020603050405020304" pitchFamily="18" charset="0"/>
              </a:rPr>
              <a:t>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a:p>
            <a:pPr algn="just"/>
            <a:endParaRPr lang="en-US" sz="5400" b="1" dirty="0">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670560" y="3791900"/>
            <a:ext cx="9144000" cy="692218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1033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CHÚA ĐÊM NAY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1. Con mở bàn tay dâng Chúa hôm nay, chút sương đọng trên máng cỏ đọa đày. Chút gió trong ngày tình yêu ngự đến, chút lời nỉ non tiếng Mẹ ru say.</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5594635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CHÚA ĐÊM NAY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ĐK. Dâng gió sương mùa đông, dâng hoa mùa xuân nồng, một đời là bao mùa sống. Xin Chúa trên trời cao, hôm nay vào cõi đời, đổ tràn ân phúc cho người.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6494550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CHÚA ĐÊM NAY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2. Con gửi hồn theo sương khói đêm vui, tiến dâng lời kinh bé nhỏ một đời. Xin ơn của Trời dìu đưa ngày tháng. Chút tình mùa đông sẽ nở xuân tươi.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07524706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CHÚA ĐÊM NAY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ĐK. Dâng gió sương mùa đông, dâng hoa mùa xuân nồng, một đời là bao mùa sống. Xin Chúa trên trời cao, hôm nay vào cõi đời, đổ tràn ân phúc cho người.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54003008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7552"/>
            <a:ext cx="9144000" cy="5105400"/>
          </a:xfrm>
        </p:spPr>
        <p:txBody>
          <a:bodyPr>
            <a:noAutofit/>
          </a:bodyPr>
          <a:lstStyle/>
          <a:p>
            <a:pPr algn="just"/>
            <a:r>
              <a:rPr lang="vi-VN" sz="5400" b="1" dirty="0">
                <a:latin typeface="Times New Roman" panose="02020603050405020304" pitchFamily="18" charset="0"/>
                <a:cs typeface="Times New Roman" panose="02020603050405020304" pitchFamily="18" charset="0"/>
              </a:rPr>
              <a:t>Mọi dân trên khắp cùng cõi trái đất, đã nhìn thấy ơn cứu độ của Thiên Chúa chúng ta.</a:t>
            </a:r>
          </a:p>
        </p:txBody>
      </p:sp>
    </p:spTree>
    <p:extLst>
      <p:ext uri="{BB962C8B-B14F-4D97-AF65-F5344CB8AC3E}">
        <p14:creationId xmlns:p14="http://schemas.microsoft.com/office/powerpoint/2010/main" val="34548025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ĐK: Vui mừng tràn lan con dâng lên điệu hát cung đàn. Con ngợi ca Vua Cả muôn vàn, xuống trần vì yêu thế nhân.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21617328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Hợp cùng Thiên Sứ đây đoàn con ca hòa chúc tụng. Vinh danh Thiên Chúa trên trời, bình an dưới thế cho người chính tâm</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51801036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1/ Tôn vinh Ngôi Lời Con Cha trên trời rạng ngời muôn nơi. Như ánh mặt trời soi chiếu cuộc đời tăm tối mênh mang.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53563563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Tình Ngài cao sáng cho nhân gian ngập tràn bình an. Tình Ngài tươi mới cho muôn người kính yêu ca ngợi.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33276281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ĐK: Vui mừng tràn lan con dâng lên điệu hát cung đàn. Con ngợi ca Vua Cả muôn vàn, xuống trần vì yêu thế nhân.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941076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Hợp cùng Thiên Sứ đây đoàn con ca hòa chúc tụng. Vinh danh Thiên Chúa trên trời, bình an dưới thế cho người chính tâm</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28910742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2/ Chúa đã xuống đời đem ơn cứu độ cho người mọi nơi. Tha thiết kêu mời hãy đón nhận Ngài ai sống chơi vơi.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49087021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Là niềm hạnh phúc cho ai đang một lòng chờ mong. Là niềm vui sống cho muôn người vẫn luôn hy vọng.</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21421015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ĐK: Vui mừng tràn lan con dâng lên điệu hát cung đàn. Con ngợi ca Vua Cả muôn vàn, xuống trần vì yêu thế nhân.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20696646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Hợp cùng Thiên Sứ đây đoàn con ca hòa chúc tụng. Vinh danh Thiên Chúa trên trời, bình an dưới thế cho người chính tâm</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34466716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3/ Trong tin yêu Ngài, ta bước trên đường không ngại đau thương. Cho dẫu nguy nan hay những trái ngang có Chúa vững vàng.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07645034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Ngài đã giáng thế cho nhân gian tìm được lẽ sống. Tình trời với đất đã giao hòa hát lên khúc ca.</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84644109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ĐK: Vui mừng tràn lan con dâng lên điệu hát cung đàn. Con ngợi ca Vua Cả muôn vàn, xuống trần vì yêu thế nhân.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1206578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MỪNG GIÁNG SINH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Hợp cùng Thiên Sứ đây đoàn con ca hòa chúc tụng. Vinh danh Thiên Chúa trên trời, bình an dưới thế cho người chính tâm</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21185087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2E5EB-9627-480D-9D72-026C767D8674}"/>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id="{3C96591B-836D-40C0-BAD6-E2E734341FC6}"/>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771689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1. Chuyện một năm xưa giữa nơi hang lừa chiên, Mẹ đặt con trên máng cỏ khô. Tiếng ru hời giấc ngủ cho con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28399391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Chốn hoang sơ thay lầu son gác vàng. Chốn hoang tàn nơi Chúa chọn làm ngai, chỉ vì thương con mà Chúa phải lầm than.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5584550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ĐK. Con xin dâng lên Chúa với cung đàn tiếng nhạc réo rắc âm vang vọng thành những lời ngợi ca.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8823407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2975"/>
            <a:ext cx="9144000" cy="6391564"/>
          </a:xfrm>
        </p:spPr>
        <p:txBody>
          <a:bodyPr>
            <a:noAutofit/>
          </a:bodyPr>
          <a:lstStyle/>
          <a:p>
            <a:pPr algn="just"/>
            <a:r>
              <a:rPr lang="vi-VN" sz="5400" b="1" dirty="0">
                <a:latin typeface="+mj-lt"/>
              </a:rPr>
              <a:t>Đây con xin cất tiếng câu ca hòa chúc tụng chung kết muôn tâm hồn mừng vui Chúa hạ sinh. Alleluia! Alleluia! Alleluia!</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16187506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2. Chuyện một năm xưa đến nay vẫn còn đây, một tình yêu ghi dấu chẳng phai. Chúa Ngôi Hai cứu chuộc nhân gian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62109839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Vẫn trao ban muôn hồng ân vô vàn. Vẫn tuôn tràn thương những người lầm than, tình Ngài thương con ôi thiết tha hòa chan.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05682653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ĐK. Con xin dâng lên Chúa với cung đàn tiếng nhạc réo rắc âm vang vọng thành những lời ngợi ca.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01240117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2975"/>
            <a:ext cx="9144000" cy="6391564"/>
          </a:xfrm>
        </p:spPr>
        <p:txBody>
          <a:bodyPr>
            <a:noAutofit/>
          </a:bodyPr>
          <a:lstStyle/>
          <a:p>
            <a:pPr algn="just"/>
            <a:r>
              <a:rPr lang="vi-VN" sz="5400" b="1" dirty="0">
                <a:latin typeface="+mj-lt"/>
              </a:rPr>
              <a:t>Đây con xin cất tiếng câu ca hòa chúc tụng chung kết muôn tâm hồn mừng vui Chúa hạ sinh. Alleluia! Alleluia! Alleluia!</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353907351"/>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3. Đời từ hôm nay có Chúa là niềm vui, tìm về bên hang đá người ơi lắng tâm hồn ngắm nhìn Giê-su.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4832339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20627"/>
            <a:ext cx="9144000" cy="7030720"/>
          </a:xfrm>
        </p:spPr>
        <p:txBody>
          <a:bodyPr>
            <a:noAutofit/>
          </a:bodyPr>
          <a:lstStyle/>
          <a:p>
            <a:pPr algn="just"/>
            <a:r>
              <a:rPr lang="vi-VN" sz="5400" b="1" dirty="0">
                <a:latin typeface="+mj-lt"/>
              </a:rPr>
              <a:t>Để cho con say tình yêu Chúa Trời, biết quên mình sống sáng ngời niềm tin, cuộc đời thanh cao trong khó nghèo trần gian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45497621"/>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0205"/>
            <a:ext cx="9144000" cy="6391564"/>
          </a:xfrm>
        </p:spPr>
        <p:txBody>
          <a:bodyPr>
            <a:noAutofit/>
          </a:bodyPr>
          <a:lstStyle/>
          <a:p>
            <a:pPr algn="just"/>
            <a:r>
              <a:rPr lang="vi-VN" sz="5400" b="1" dirty="0">
                <a:latin typeface="+mj-lt"/>
              </a:rPr>
              <a:t>ĐK. Con xin dâng lên Chúa với cung đàn tiếng nhạc réo rắc âm vang vọng thành những lời ngợi ca. </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91705504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CHUYỆN MỘT TÌNH TH</a:t>
            </a:r>
            <a:r>
              <a:rPr lang="vi-VN"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Ư</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ƠNG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2975"/>
            <a:ext cx="9144000" cy="6391564"/>
          </a:xfrm>
        </p:spPr>
        <p:txBody>
          <a:bodyPr>
            <a:noAutofit/>
          </a:bodyPr>
          <a:lstStyle/>
          <a:p>
            <a:pPr algn="just"/>
            <a:r>
              <a:rPr lang="vi-VN" sz="5400" b="1" dirty="0">
                <a:latin typeface="+mj-lt"/>
              </a:rPr>
              <a:t>Đây con xin cất tiếng câu ca hòa chúc tụng chung kết muôn tâm hồn mừng vui Chúa hạ sinh. Alleluia! Alleluia! Alleluia!</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453099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D0416-4427-49E5-B379-752BF6ABEB99}"/>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id="{22980067-F8B1-4B91-B303-F62ED92BB597}"/>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19191397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VÀO MỘT ĐÊM ĐÔNG (378)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67517"/>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rét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Ngôi</a:t>
            </a:r>
            <a:r>
              <a:rPr lang="en-US" sz="5400" b="1" dirty="0">
                <a:latin typeface="Times New Roman" panose="02020603050405020304" pitchFamily="18" charset="0"/>
                <a:cs typeface="Times New Roman" panose="02020603050405020304" pitchFamily="18" charset="0"/>
              </a:rPr>
              <a:t> Hai </a:t>
            </a:r>
            <a:r>
              <a:rPr lang="en-US" sz="5400" b="1" dirty="0" err="1">
                <a:latin typeface="Times New Roman" panose="02020603050405020304" pitchFamily="18" charset="0"/>
                <a:cs typeface="Times New Roman" panose="02020603050405020304" pitchFamily="18" charset="0"/>
              </a:rPr>
              <a:t>xuống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bờ</a:t>
            </a:r>
            <a:r>
              <a:rPr lang="en-US" sz="5400" b="1" dirty="0">
                <a:latin typeface="Times New Roman" panose="02020603050405020304" pitchFamily="18" charset="0"/>
                <a:cs typeface="Times New Roman" panose="02020603050405020304" pitchFamily="18" charset="0"/>
              </a:rPr>
              <a:t>. Ai </a:t>
            </a:r>
            <a:r>
              <a:rPr lang="en-US" sz="5400" b="1" dirty="0" err="1">
                <a:latin typeface="Times New Roman" panose="02020603050405020304" pitchFamily="18" charset="0"/>
                <a:cs typeface="Times New Roman" panose="02020603050405020304" pitchFamily="18" charset="0"/>
              </a:rPr>
              <a:t>kia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hờ</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916036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VÀO MỘT ĐÊM ĐÔNG (378)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khuya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tú</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chập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loan tin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chốn</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48566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VÀO MỘT ĐÊM ĐÔNG (378)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hang </a:t>
            </a:r>
            <a:r>
              <a:rPr lang="en-US" sz="5400" b="1" dirty="0" err="1">
                <a:latin typeface="Times New Roman" panose="02020603050405020304" pitchFamily="18" charset="0"/>
                <a:cs typeface="Times New Roman" panose="02020603050405020304" pitchFamily="18" charset="0"/>
              </a:rPr>
              <a:t>Bê-lem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Ngôi</a:t>
            </a:r>
            <a:r>
              <a:rPr lang="en-US" sz="5400" b="1" dirty="0">
                <a:latin typeface="Times New Roman" panose="02020603050405020304" pitchFamily="18" charset="0"/>
                <a:cs typeface="Times New Roman" panose="02020603050405020304" pitchFamily="18" charset="0"/>
              </a:rPr>
              <a:t> Hai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lâu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56006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VÀO MỘT ĐÊM ĐÔNG (378)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67517"/>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rét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Ngôi</a:t>
            </a:r>
            <a:r>
              <a:rPr lang="en-US" sz="5400" b="1" dirty="0">
                <a:latin typeface="Times New Roman" panose="02020603050405020304" pitchFamily="18" charset="0"/>
                <a:cs typeface="Times New Roman" panose="02020603050405020304" pitchFamily="18" charset="0"/>
              </a:rPr>
              <a:t> Hai </a:t>
            </a:r>
            <a:r>
              <a:rPr lang="en-US" sz="5400" b="1" dirty="0" err="1">
                <a:latin typeface="Times New Roman" panose="02020603050405020304" pitchFamily="18" charset="0"/>
                <a:cs typeface="Times New Roman" panose="02020603050405020304" pitchFamily="18" charset="0"/>
              </a:rPr>
              <a:t>xuống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chăng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bờ</a:t>
            </a:r>
            <a:r>
              <a:rPr lang="en-US" sz="5400" b="1" dirty="0">
                <a:latin typeface="Times New Roman" panose="02020603050405020304" pitchFamily="18" charset="0"/>
                <a:cs typeface="Times New Roman" panose="02020603050405020304" pitchFamily="18" charset="0"/>
              </a:rPr>
              <a:t>. Ai </a:t>
            </a:r>
            <a:r>
              <a:rPr lang="en-US" sz="5400" b="1" dirty="0" err="1">
                <a:latin typeface="Times New Roman" panose="02020603050405020304" pitchFamily="18" charset="0"/>
                <a:cs typeface="Times New Roman" panose="02020603050405020304" pitchFamily="18" charset="0"/>
              </a:rPr>
              <a:t>kia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hờ</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305784"/>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3889</TotalTime>
  <Words>1999</Words>
  <Application>Microsoft Office PowerPoint</Application>
  <PresentationFormat>On-screen Show (4:3)</PresentationFormat>
  <Paragraphs>100</Paragraphs>
  <Slides>53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CHÚA ĐÃ SINH RA (TT)</vt:lpstr>
      <vt:lpstr>Nhập Lễ                                     CHÚA ĐÃ SINH RA (TT)</vt:lpstr>
      <vt:lpstr>Nhập Lễ                                     CHÚA ĐÃ SINH RA (TT)</vt:lpstr>
      <vt:lpstr>Nhập Lễ                                     CHÚA ĐÃ SINH RA (TT)</vt:lpstr>
      <vt:lpstr>Nhập Lễ                                     CHÚA ĐÃ SINH RA (TT)</vt:lpstr>
      <vt:lpstr>Nhập Lễ                                     CHÚA ĐÃ SINH RA (TT)</vt:lpstr>
      <vt:lpstr>Nhập Lễ                                     CHÚA ĐÃ SINH RA (TT)</vt:lpstr>
      <vt:lpstr>PowerPoint Presentation</vt:lpstr>
      <vt:lpstr>PowerPoint Presentation</vt:lpstr>
      <vt:lpstr>Dâng Lễ                                      DÂNG CHÚA ĐÊM NAY (PXC)</vt:lpstr>
      <vt:lpstr>Dâng Lễ                                      DÂNG CHÚA ĐÊM NAY (PXC)</vt:lpstr>
      <vt:lpstr>Dâng Lễ                                      DÂNG CHÚA ĐÊM NAY (PXC)</vt:lpstr>
      <vt:lpstr>Dâng Lễ                                      DÂNG CHÚA ĐÊM NAY (PXC)</vt:lpstr>
      <vt:lpstr>CA HIỆP LỄ</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Hiệp Lễ                                       CA MỪNG GIÁNG SINH (TN)</vt:lpstr>
      <vt:lpstr>PowerPoint Presentation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Hiệp Lễ                       CHUYỆN MỘT TÌNH THƯƠNG (TN)</vt:lpstr>
      <vt:lpstr>PowerPoint Presentation</vt:lpstr>
      <vt:lpstr>Kết lễ                                    VÀO MỘT ĐÊM ĐÔNG (378)</vt:lpstr>
      <vt:lpstr>Kết lễ                                    VÀO MỘT ĐÊM ĐÔNG (378)</vt:lpstr>
      <vt:lpstr>Kết lễ                                    VÀO MỘT ĐÊM ĐÔNG (378)</vt:lpstr>
      <vt:lpstr>Kết lễ                                    VÀO MỘT ĐÊM ĐÔNG (378)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Anh Tran</cp:lastModifiedBy>
  <cp:revision>1303</cp:revision>
  <dcterms:created xsi:type="dcterms:W3CDTF">2018-09-17T12:52:44Z</dcterms:created>
  <dcterms:modified xsi:type="dcterms:W3CDTF">2020-12-25T09:04:33Z</dcterms:modified>
</cp:coreProperties>
</file>