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4112" r:id="rId2"/>
    <p:sldId id="4113" r:id="rId3"/>
    <p:sldId id="4114" r:id="rId4"/>
    <p:sldId id="4115" r:id="rId5"/>
    <p:sldId id="4116" r:id="rId6"/>
    <p:sldId id="4117" r:id="rId7"/>
    <p:sldId id="4372" r:id="rId8"/>
    <p:sldId id="1448" r:id="rId9"/>
    <p:sldId id="1449" r:id="rId10"/>
    <p:sldId id="5207" r:id="rId11"/>
    <p:sldId id="5016" r:id="rId12"/>
    <p:sldId id="5017" r:id="rId13"/>
    <p:sldId id="4162" r:id="rId14"/>
    <p:sldId id="4163" r:id="rId15"/>
    <p:sldId id="4164" r:id="rId16"/>
    <p:sldId id="5178" r:id="rId17"/>
    <p:sldId id="5208" r:id="rId18"/>
    <p:sldId id="5209" r:id="rId19"/>
    <p:sldId id="5210" r:id="rId20"/>
    <p:sldId id="5213" r:id="rId21"/>
    <p:sldId id="5214" r:id="rId22"/>
    <p:sldId id="5215" r:id="rId23"/>
    <p:sldId id="5216" r:id="rId24"/>
    <p:sldId id="5217" r:id="rId25"/>
    <p:sldId id="5218" r:id="rId26"/>
    <p:sldId id="5219" r:id="rId27"/>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p:scale>
          <a:sx n="66" d="100"/>
          <a:sy n="66" d="100"/>
        </p:scale>
        <p:origin x="-720" y="-15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25/03/2021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4D914E-6825-4475-A990-0303B744F5B1}" type="slidenum">
              <a:rPr lang="vi-VN" smtClean="0"/>
              <a:pPr/>
              <a:t>1</a:t>
            </a:fld>
            <a:endParaRPr lang="vi-VN"/>
          </a:p>
        </p:txBody>
      </p:sp>
    </p:spTree>
    <p:extLst>
      <p:ext uri="{BB962C8B-B14F-4D97-AF65-F5344CB8AC3E}">
        <p14:creationId xmlns:p14="http://schemas.microsoft.com/office/powerpoint/2010/main" val="988898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25/03/2021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25/03/2021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2174263447"/>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105735167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47929422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685872896"/>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a:t>
            </a:r>
            <a:r>
              <a:rPr lang="vi-VN" sz="5400" b="1">
                <a:latin typeface="Times New Roman" panose="02020603050405020304" pitchFamily="18" charset="0"/>
                <a:cs typeface="Times New Roman" panose="02020603050405020304" pitchFamily="18" charset="0"/>
              </a:rPr>
              <a:t>tình thương và </a:t>
            </a:r>
            <a:r>
              <a:rPr lang="vi-VN" sz="5400" b="1" dirty="0">
                <a:latin typeface="Times New Roman" panose="02020603050405020304" pitchFamily="18" charset="0"/>
                <a:cs typeface="Times New Roman" panose="02020603050405020304" pitchFamily="18" charset="0"/>
              </a:rPr>
              <a:t>lòng nhiệt thành quảng đại, </a:t>
            </a:r>
          </a:p>
        </p:txBody>
      </p:sp>
    </p:spTree>
    <p:extLst>
      <p:ext uri="{BB962C8B-B14F-4D97-AF65-F5344CB8AC3E}">
        <p14:creationId xmlns:p14="http://schemas.microsoft.com/office/powerpoint/2010/main" val="215754935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97269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5707EB-D7C8-4315-861E-0C0D881BA228}"/>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580A1A79-EAAF-4BC4-8937-5CA2ACF0C6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64965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LẠY BÀ ĐẦY ƠN 212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716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Kính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đầy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phúc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ở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thế</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hệ</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cất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ca </a:t>
            </a:r>
            <a:r>
              <a:rPr lang="en-US" sz="5400" b="1" dirty="0" err="1">
                <a:solidFill>
                  <a:schemeClr val="tx1"/>
                </a:solidFill>
                <a:latin typeface="Times New Roman" pitchFamily="18" charset="0"/>
                <a:cs typeface="Times New Roman" pitchFamily="18" charset="0"/>
              </a:rPr>
              <a:t>mừng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danh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thánh</a:t>
            </a:r>
            <a:r>
              <a:rPr lang="en-US" sz="5400" b="1" dirty="0">
                <a:solidFill>
                  <a:schemeClr val="tx1"/>
                </a:solidFill>
                <a:latin typeface="Times New Roman" pitchFamily="18" charset="0"/>
                <a:cs typeface="Times New Roman" pitchFamily="18" charset="0"/>
              </a:rPr>
              <a:t> Maria</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95689325"/>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LẠY BÀ ĐẦY ƠN 212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30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1. </a:t>
            </a:r>
            <a:r>
              <a:rPr lang="en-US" sz="5400" b="1" dirty="0">
                <a:latin typeface="Times New Roman" pitchFamily="18" charset="0"/>
                <a:cs typeface="Times New Roman" pitchFamily="18" charset="0"/>
              </a:rPr>
              <a:t>X</a:t>
            </a:r>
            <a:r>
              <a:rPr lang="en-US" sz="5400" b="1" dirty="0">
                <a:solidFill>
                  <a:schemeClr val="tx1"/>
                </a:solidFill>
                <a:latin typeface="Times New Roman" pitchFamily="18" charset="0"/>
                <a:cs typeface="Times New Roman" pitchFamily="18" charset="0"/>
              </a:rPr>
              <a:t>in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nhạc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vinh</a:t>
            </a:r>
            <a:r>
              <a:rPr lang="en-US" sz="5400" b="1" dirty="0">
                <a:solidFill>
                  <a:schemeClr val="tx1"/>
                </a:solidFill>
                <a:latin typeface="Times New Roman" pitchFamily="18" charset="0"/>
                <a:cs typeface="Times New Roman" pitchFamily="18" charset="0"/>
              </a:rPr>
              <a:t>. Xin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thơ</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thắm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Quì</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chớm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bình</a:t>
            </a:r>
            <a:r>
              <a:rPr lang="en-US" sz="5400" b="1" dirty="0">
                <a:solidFill>
                  <a:schemeClr val="tx1"/>
                </a:solidFill>
                <a:latin typeface="Times New Roman" pitchFamily="18" charset="0"/>
                <a:cs typeface="Times New Roman" pitchFamily="18" charset="0"/>
              </a:rPr>
              <a:t> minh.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chiều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về</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chắp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tay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cầu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kinh</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01749088"/>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LẠY BÀ ĐẦY ƠN 212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716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Kính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đầy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phúc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ở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thế</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hệ</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cất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ca </a:t>
            </a:r>
            <a:r>
              <a:rPr lang="en-US" sz="5400" b="1" dirty="0" err="1">
                <a:solidFill>
                  <a:schemeClr val="tx1"/>
                </a:solidFill>
                <a:latin typeface="Times New Roman" pitchFamily="18" charset="0"/>
                <a:cs typeface="Times New Roman" pitchFamily="18" charset="0"/>
              </a:rPr>
              <a:t>mừng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danh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thánh</a:t>
            </a:r>
            <a:r>
              <a:rPr lang="en-US" sz="5400" b="1" dirty="0">
                <a:solidFill>
                  <a:schemeClr val="tx1"/>
                </a:solidFill>
                <a:latin typeface="Times New Roman" pitchFamily="18" charset="0"/>
                <a:cs typeface="Times New Roman" pitchFamily="18" charset="0"/>
              </a:rPr>
              <a:t> Maria</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43206720"/>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46164"/>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ý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2014905"/>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23923"/>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TUNG HÔ TIN MỪNG</a:t>
            </a:r>
          </a:p>
          <a:p>
            <a:pPr algn="just"/>
            <a:r>
              <a:rPr lang="en-US" sz="5400" b="1" dirty="0" err="1">
                <a:latin typeface="Times New Roman" panose="02020603050405020304" pitchFamily="18" charset="0"/>
                <a:cs typeface="Times New Roman" panose="02020603050405020304" pitchFamily="18" charset="0"/>
              </a:rPr>
              <a:t>Ngôi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đang</a:t>
            </a:r>
            <a:r>
              <a:rPr lang="en-US" sz="5400" b="1" dirty="0">
                <a:latin typeface="Times New Roman" panose="02020603050405020304" pitchFamily="18" charset="0"/>
                <a:cs typeface="Times New Roman" panose="02020603050405020304" pitchFamily="18" charset="0"/>
              </a:rPr>
              <a:t> </a:t>
            </a:r>
            <a:r>
              <a:rPr lang="en-US" sz="5400" b="1" err="1">
                <a:latin typeface="Times New Roman" panose="02020603050405020304" pitchFamily="18" charset="0"/>
                <a:cs typeface="Times New Roman" panose="02020603050405020304" pitchFamily="18" charset="0"/>
              </a:rPr>
              <a:t>cư</a:t>
            </a:r>
            <a:r>
              <a:rPr lang="en-US" sz="5400" b="1">
                <a:latin typeface="Times New Roman" panose="02020603050405020304" pitchFamily="18" charset="0"/>
                <a:cs typeface="Times New Roman" panose="02020603050405020304" pitchFamily="18" charset="0"/>
              </a:rPr>
              <a:t> </a:t>
            </a:r>
            <a:r>
              <a:rPr lang="en-US" sz="5400" b="1" smtClean="0">
                <a:latin typeface="Times New Roman" panose="02020603050405020304" pitchFamily="18" charset="0"/>
                <a:cs typeface="Times New Roman" panose="02020603050405020304" pitchFamily="18" charset="0"/>
              </a:rPr>
              <a:t>ngự </a:t>
            </a:r>
            <a:r>
              <a:rPr lang="en-US" sz="5400" b="1" dirty="0" err="1">
                <a:latin typeface="Times New Roman" panose="02020603050405020304" pitchFamily="18" charset="0"/>
                <a:cs typeface="Times New Roman" panose="02020603050405020304" pitchFamily="18" charset="0"/>
              </a:rPr>
              <a:t>giữa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thấy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trị</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VỚI MẸ CON DÂNG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09725"/>
            <a:ext cx="9144000" cy="6391564"/>
          </a:xfrm>
        </p:spPr>
        <p:txBody>
          <a:bodyPr>
            <a:noAutofit/>
          </a:bodyPr>
          <a:lstStyle/>
          <a:p>
            <a:pPr algn="just"/>
            <a:r>
              <a:rPr lang="en-US" sz="5400" b="1" dirty="0">
                <a:latin typeface="Times New Roman" pitchFamily="18" charset="0"/>
                <a:cs typeface="Times New Roman" pitchFamily="18" charset="0"/>
              </a:rPr>
              <a:t>1. Maria </a:t>
            </a:r>
            <a:r>
              <a:rPr lang="en-US" sz="5400" b="1" dirty="0" err="1">
                <a:latin typeface="Times New Roman" pitchFamily="18" charset="0"/>
                <a:cs typeface="Times New Roman" pitchFamily="18" charset="0"/>
              </a:rPr>
              <a:t>hãy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vật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nhìn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hấp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hối</a:t>
            </a:r>
            <a:r>
              <a:rPr lang="en-US" sz="5400" b="1" dirty="0">
                <a:latin typeface="Times New Roman" pitchFamily="18" charset="0"/>
                <a:cs typeface="Times New Roman" pitchFamily="18" charset="0"/>
              </a:rPr>
              <a:t>. </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4268117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VỚI MẸ CON DÂNG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27170"/>
            <a:ext cx="9144000" cy="6391564"/>
          </a:xfrm>
        </p:spPr>
        <p:txBody>
          <a:bodyPr>
            <a:noAutofit/>
          </a:bodyPr>
          <a:lstStyle/>
          <a:p>
            <a:pPr algn="just"/>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giá</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máu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tràn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tiếng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thở</a:t>
            </a:r>
            <a:r>
              <a:rPr lang="en-US" sz="5400" b="1" dirty="0">
                <a:latin typeface="Times New Roman" pitchFamily="18" charset="0"/>
                <a:cs typeface="Times New Roman" pitchFamily="18" charset="0"/>
              </a:rPr>
              <a:t> than </a:t>
            </a:r>
            <a:r>
              <a:rPr lang="en-US" sz="5400" b="1" dirty="0" err="1">
                <a:latin typeface="Times New Roman" pitchFamily="18" charset="0"/>
                <a:cs typeface="Times New Roman" pitchFamily="18" charset="0"/>
              </a:rPr>
              <a:t>ôm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nài</a:t>
            </a:r>
            <a:r>
              <a:rPr lang="en-US" sz="5400" b="1" dirty="0">
                <a:latin typeface="Times New Roman" pitchFamily="18" charset="0"/>
                <a:cs typeface="Times New Roman" pitchFamily="18" charset="0"/>
              </a:rPr>
              <a:t> van. </a:t>
            </a:r>
            <a:r>
              <a:rPr lang="en-US" sz="5400" b="1" dirty="0" err="1">
                <a:latin typeface="Times New Roman" pitchFamily="18" charset="0"/>
                <a:cs typeface="Times New Roman" pitchFamily="18" charset="0"/>
              </a:rPr>
              <a:t>Ngước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mắt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hướng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chung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loang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máu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đào</a:t>
            </a:r>
            <a:endParaRPr lang="vi-VN" sz="5400" b="1" dirty="0">
              <a:latin typeface="Times New Roman" pitchFamily="18" charset="0"/>
              <a:cs typeface="Times New Roman" pitchFamily="18" charset="0"/>
            </a:endParaRPr>
          </a:p>
          <a:p>
            <a:pPr algn="just"/>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55583187"/>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VỚI MẸ CON DÂNG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với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và</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Máu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Giê-su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rượu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ngọt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hiệp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chung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72597344"/>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35520"/>
            <a:ext cx="9144000" cy="5615940"/>
          </a:xfrm>
        </p:spPr>
        <p:txBody>
          <a:bodyPr>
            <a:noAutofit/>
          </a:bodyPr>
          <a:lstStyle/>
          <a:p>
            <a:pPr algn="just"/>
            <a:r>
              <a:rPr lang="en-US" sz="5400" b="1" smtClean="0">
                <a:latin typeface="Times New Roman" panose="02020603050405020304" pitchFamily="18" charset="0"/>
                <a:cs typeface="Times New Roman" panose="02020603050405020304" pitchFamily="18" charset="0"/>
              </a:rPr>
              <a:t>Này đây trinh nữ sẽ thụ thai và sinh hạ con trai, đặ tên là Emmanuel.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0482171"/>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76164202"/>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73768"/>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1. Con </a:t>
            </a:r>
            <a:r>
              <a:rPr lang="en-US" sz="5400" b="1" dirty="0" err="1">
                <a:solidFill>
                  <a:schemeClr val="tx1"/>
                </a:solidFill>
                <a:latin typeface="Times New Roman" pitchFamily="18" charset="0"/>
                <a:cs typeface="Times New Roman" pitchFamily="18" charset="0"/>
              </a:rPr>
              <a:t>vui</a:t>
            </a:r>
            <a:r>
              <a:rPr lang="en-US" sz="5400" b="1" dirty="0">
                <a:solidFill>
                  <a:schemeClr val="tx1"/>
                </a:solidFill>
                <a:latin typeface="Times New Roman" pitchFamily="18" charset="0"/>
                <a:cs typeface="Times New Roman" pitchFamily="18" charset="0"/>
              </a:rPr>
              <a:t> say </a:t>
            </a:r>
            <a:r>
              <a:rPr lang="en-US" sz="5400" b="1" dirty="0" err="1">
                <a:solidFill>
                  <a:schemeClr val="tx1"/>
                </a:solidFill>
                <a:latin typeface="Times New Roman" pitchFamily="18" charset="0"/>
                <a:cs typeface="Times New Roman" pitchFamily="18" charset="0"/>
              </a:rPr>
              <a:t>đáp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bước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theo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Tâm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tư</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trọn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niềm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khổ</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đau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đen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tối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để</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biết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yêu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nhiều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hơn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rao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chính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làm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nhân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chứng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Phúc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Âm</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40325401"/>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87558831"/>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679128"/>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2. </a:t>
            </a:r>
            <a:r>
              <a:rPr lang="en-US" sz="5400" b="1" dirty="0" err="1">
                <a:solidFill>
                  <a:schemeClr val="tx1"/>
                </a:solidFill>
                <a:latin typeface="Times New Roman" pitchFamily="18" charset="0"/>
                <a:cs typeface="Times New Roman" pitchFamily="18" charset="0"/>
              </a:rPr>
              <a:t>Yêu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thương</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đã</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đã</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chọn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gọi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Nuôi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thân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đỡ</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trông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coi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bước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đường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gìn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giữ</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yêu</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cho</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đáp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Ngài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mãi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tín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trung</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7565016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0657785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811208"/>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3. Cho con </a:t>
            </a:r>
            <a:r>
              <a:rPr lang="en-US" sz="5400" b="1" dirty="0" err="1">
                <a:solidFill>
                  <a:schemeClr val="tx1"/>
                </a:solidFill>
                <a:latin typeface="Times New Roman" pitchFamily="18" charset="0"/>
                <a:cs typeface="Times New Roman" pitchFamily="18" charset="0"/>
              </a:rPr>
              <a:t>luôn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sống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hiền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hòa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biết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đem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niềm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vui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solidFill>
                  <a:schemeClr val="tx1"/>
                </a:solidFill>
                <a:latin typeface="Times New Roman" pitchFamily="18" charset="0"/>
                <a:cs typeface="Times New Roman" pitchFamily="18" charset="0"/>
              </a:rPr>
              <a:t>. Cho con </a:t>
            </a:r>
            <a:r>
              <a:rPr lang="en-US" sz="5400" b="1" dirty="0" err="1">
                <a:solidFill>
                  <a:schemeClr val="tx1"/>
                </a:solidFill>
                <a:latin typeface="Times New Roman" pitchFamily="18" charset="0"/>
                <a:cs typeface="Times New Roman" pitchFamily="18" charset="0"/>
              </a:rPr>
              <a:t>biết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quên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để</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hiến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thân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vì</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yêu</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cho</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chết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một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lễ</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toàn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thiêu</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cho</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vững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một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niềm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lòng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mãi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mãi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mến</a:t>
            </a:r>
            <a:r>
              <a:rPr lang="en-US" sz="5400" b="1" dirty="0">
                <a:solidFill>
                  <a:schemeClr val="tx1"/>
                </a:solidFill>
                <a:latin typeface="Times New Roman" pitchFamily="18" charset="0"/>
                <a:cs typeface="Times New Roman" pitchFamily="18" charset="0"/>
              </a:rPr>
              <a:t> tin.</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6331959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1860162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NÀY CON XIN ĐẾN (TY)</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xin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Lưỡi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môi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tẩy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giờ</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6344096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CAN-VÊ CHIỀU</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vi-VN" sz="5400" b="1" dirty="0">
                <a:latin typeface="+mj-lt"/>
              </a:rPr>
              <a:t>1. Mẹ in bóng trên đồi cao, nghiêng mình xót xa niềm đau. Thôi giờ mất con còn đâu. Mẹ nhìn theo xác con yêu, nằm trên thánh giá tiêu điều, Can - vê chiều tịch liêu.</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06691151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CAN-VÊ CHIỀU</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10432"/>
            <a:ext cx="9144000" cy="6391564"/>
          </a:xfrm>
        </p:spPr>
        <p:txBody>
          <a:bodyPr>
            <a:noAutofit/>
          </a:bodyPr>
          <a:lstStyle/>
          <a:p>
            <a:pPr algn="just"/>
            <a:r>
              <a:rPr lang="vi-VN" sz="5400" b="1" dirty="0">
                <a:latin typeface="+mj-lt"/>
              </a:rPr>
              <a:t>ĐK. Gạt nước mắt thương đau rã rời; Mẹ vẫn nói xin vâng muôn đời. Thương con người lỗi tội, Mẹ hiệp thông Cứu chuộc Mẹ 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059780806"/>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1F1F1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4454</TotalTime>
  <Words>1089</Words>
  <Application>Microsoft Office PowerPoint</Application>
  <PresentationFormat>On-screen Show (4:3)</PresentationFormat>
  <Paragraphs>51</Paragraphs>
  <Slides>26</Slides>
  <Notes>1</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Kết lễ                                            LẠY BÀ ĐẦY ƠN 212</vt:lpstr>
      <vt:lpstr>Kết lễ                                            LẠY BÀ ĐẦY ƠN 212</vt:lpstr>
      <vt:lpstr>Kết lễ                                            LẠY BÀ ĐẦY ƠN 212</vt:lpstr>
      <vt:lpstr>PowerPoint Presentation</vt:lpstr>
      <vt:lpstr>PowerPoint Presentation</vt:lpstr>
      <vt:lpstr>Dâng Lễ                                     VỚI MẸ CON DÂNG (TT)</vt:lpstr>
      <vt:lpstr>Dâng Lễ                                     VỚI MẸ CON DÂNG (TT)</vt:lpstr>
      <vt:lpstr>Dâng Lễ                                     VỚI MẸ CON DÂNG (TT)</vt:lpstr>
      <vt:lpstr>CA HIỆP LỄ</vt:lpstr>
      <vt:lpstr>Hiệp Lễ                                     NÀY CON XIN ĐẾN (TY)</vt:lpstr>
      <vt:lpstr>Hiệp Lễ                                     NÀY CON XIN ĐẾN (TY)</vt:lpstr>
      <vt:lpstr>Hiệp Lễ                                     NÀY CON XIN ĐẾN (TY)</vt:lpstr>
      <vt:lpstr>Hiệp Lễ                                     NÀY CON XIN ĐẾN (TY)</vt:lpstr>
      <vt:lpstr>Hiệp Lễ                                     NÀY CON XIN ĐẾN (TY)</vt:lpstr>
      <vt:lpstr>Hiệp Lễ                                     NÀY CON XIN ĐẾN (TY)</vt:lpstr>
      <vt:lpstr>Hiệp Lễ                                     NÀY CON XIN ĐẾN (TY)</vt:lpstr>
      <vt:lpstr>Hiệp Lễ                                     NÀY CON XIN ĐẾN (TY)</vt:lpstr>
      <vt:lpstr>Kết Lễ                                      CAN-VÊ CHIỀU</vt:lpstr>
      <vt:lpstr>Kết Lễ                                      CAN-VÊ CHIỀU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 </dc:title>
  <dc:creator>Anh Tran</dc:creator>
  <cp:lastModifiedBy>Admin</cp:lastModifiedBy>
  <cp:revision>1424</cp:revision>
  <dcterms:created xsi:type="dcterms:W3CDTF">2018-09-17T12:52:44Z</dcterms:created>
  <dcterms:modified xsi:type="dcterms:W3CDTF">2021-03-24T22:32:18Z</dcterms:modified>
</cp:coreProperties>
</file>