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2"/>
  </p:notesMasterIdLst>
  <p:sldIdLst>
    <p:sldId id="4112" r:id="rId2"/>
    <p:sldId id="4113" r:id="rId3"/>
    <p:sldId id="4114" r:id="rId4"/>
    <p:sldId id="4115" r:id="rId5"/>
    <p:sldId id="4116" r:id="rId6"/>
    <p:sldId id="4117" r:id="rId7"/>
    <p:sldId id="4372" r:id="rId8"/>
    <p:sldId id="1003" r:id="rId9"/>
    <p:sldId id="1004" r:id="rId10"/>
    <p:sldId id="5050" r:id="rId11"/>
    <p:sldId id="1006" r:id="rId12"/>
    <p:sldId id="5051" r:id="rId13"/>
    <p:sldId id="1008" r:id="rId14"/>
    <p:sldId id="5052" r:id="rId15"/>
    <p:sldId id="4653" r:id="rId16"/>
    <p:sldId id="4654" r:id="rId17"/>
    <p:sldId id="4021" r:id="rId18"/>
    <p:sldId id="4022" r:id="rId19"/>
    <p:sldId id="4252" r:id="rId20"/>
    <p:sldId id="5032" r:id="rId21"/>
    <p:sldId id="5031" r:id="rId22"/>
    <p:sldId id="5033" r:id="rId23"/>
    <p:sldId id="5034" r:id="rId24"/>
    <p:sldId id="5043" r:id="rId25"/>
    <p:sldId id="5044" r:id="rId26"/>
    <p:sldId id="5035" r:id="rId27"/>
    <p:sldId id="5036" r:id="rId28"/>
    <p:sldId id="5045" r:id="rId29"/>
    <p:sldId id="5046" r:id="rId30"/>
    <p:sldId id="5037" r:id="rId31"/>
    <p:sldId id="5038" r:id="rId32"/>
    <p:sldId id="5047" r:id="rId33"/>
    <p:sldId id="5048" r:id="rId34"/>
    <p:sldId id="5039" r:id="rId35"/>
    <p:sldId id="5040" r:id="rId36"/>
    <p:sldId id="5041" r:id="rId37"/>
    <p:sldId id="5042" r:id="rId38"/>
    <p:sldId id="3109" r:id="rId39"/>
    <p:sldId id="3515" r:id="rId40"/>
    <p:sldId id="5049" r:id="rId41"/>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591" autoAdjust="0"/>
    <p:restoredTop sz="94660"/>
  </p:normalViewPr>
  <p:slideViewPr>
    <p:cSldViewPr snapToGrid="0">
      <p:cViewPr>
        <p:scale>
          <a:sx n="50" d="100"/>
          <a:sy n="50" d="100"/>
        </p:scale>
        <p:origin x="2525" y="648"/>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10/02/2021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1E4D914E-6825-4475-A990-0303B744F5B1}" type="slidenum">
              <a:rPr lang="vi-VN" smtClean="0"/>
              <a:pPr/>
              <a:t>1</a:t>
            </a:fld>
            <a:endParaRPr lang="vi-VN"/>
          </a:p>
        </p:txBody>
      </p:sp>
    </p:spTree>
    <p:extLst>
      <p:ext uri="{BB962C8B-B14F-4D97-AF65-F5344CB8AC3E}">
        <p14:creationId xmlns:p14="http://schemas.microsoft.com/office/powerpoint/2010/main" val="9888987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8</a:t>
            </a:fld>
            <a:endParaRPr lang="en-US"/>
          </a:p>
        </p:txBody>
      </p:sp>
    </p:spTree>
    <p:extLst>
      <p:ext uri="{BB962C8B-B14F-4D97-AF65-F5344CB8AC3E}">
        <p14:creationId xmlns:p14="http://schemas.microsoft.com/office/powerpoint/2010/main" val="19988259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9</a:t>
            </a:fld>
            <a:endParaRPr lang="en-US"/>
          </a:p>
        </p:txBody>
      </p:sp>
    </p:spTree>
    <p:extLst>
      <p:ext uri="{BB962C8B-B14F-4D97-AF65-F5344CB8AC3E}">
        <p14:creationId xmlns:p14="http://schemas.microsoft.com/office/powerpoint/2010/main" val="7950617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10</a:t>
            </a:fld>
            <a:endParaRPr lang="en-US"/>
          </a:p>
        </p:txBody>
      </p:sp>
    </p:spTree>
    <p:extLst>
      <p:ext uri="{BB962C8B-B14F-4D97-AF65-F5344CB8AC3E}">
        <p14:creationId xmlns:p14="http://schemas.microsoft.com/office/powerpoint/2010/main" val="29784249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11</a:t>
            </a:fld>
            <a:endParaRPr lang="en-US"/>
          </a:p>
        </p:txBody>
      </p:sp>
    </p:spTree>
    <p:extLst>
      <p:ext uri="{BB962C8B-B14F-4D97-AF65-F5344CB8AC3E}">
        <p14:creationId xmlns:p14="http://schemas.microsoft.com/office/powerpoint/2010/main" val="65913568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12</a:t>
            </a:fld>
            <a:endParaRPr lang="en-US"/>
          </a:p>
        </p:txBody>
      </p:sp>
    </p:spTree>
    <p:extLst>
      <p:ext uri="{BB962C8B-B14F-4D97-AF65-F5344CB8AC3E}">
        <p14:creationId xmlns:p14="http://schemas.microsoft.com/office/powerpoint/2010/main" val="25669918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13</a:t>
            </a:fld>
            <a:endParaRPr lang="en-US"/>
          </a:p>
        </p:txBody>
      </p:sp>
    </p:spTree>
    <p:extLst>
      <p:ext uri="{BB962C8B-B14F-4D97-AF65-F5344CB8AC3E}">
        <p14:creationId xmlns:p14="http://schemas.microsoft.com/office/powerpoint/2010/main" val="5630502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14</a:t>
            </a:fld>
            <a:endParaRPr lang="en-US"/>
          </a:p>
        </p:txBody>
      </p:sp>
    </p:spTree>
    <p:extLst>
      <p:ext uri="{BB962C8B-B14F-4D97-AF65-F5344CB8AC3E}">
        <p14:creationId xmlns:p14="http://schemas.microsoft.com/office/powerpoint/2010/main" val="9912648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10/02/2021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10/02/2021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10/02/2021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10/02/2021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10/02/2021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10/02/2021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10/02/2021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10/02/2021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10/02/2021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10/02/2021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10/02/2021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10/02/2021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2174263447"/>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1057351675"/>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479294224"/>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6858728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a:t>
            </a:r>
            <a:r>
              <a:rPr lang="vi-VN" sz="5400" b="1">
                <a:latin typeface="Times New Roman" panose="02020603050405020304" pitchFamily="18" charset="0"/>
                <a:cs typeface="Times New Roman" panose="02020603050405020304" pitchFamily="18" charset="0"/>
              </a:rPr>
              <a:t>tình thương và </a:t>
            </a:r>
            <a:r>
              <a:rPr lang="vi-VN" sz="5400" b="1" dirty="0">
                <a:latin typeface="Times New Roman" panose="02020603050405020304" pitchFamily="18" charset="0"/>
                <a:cs typeface="Times New Roman" panose="02020603050405020304" pitchFamily="18" charset="0"/>
              </a:rPr>
              <a:t>lòng nhiệt thành quảng đại, </a:t>
            </a:r>
          </a:p>
        </p:txBody>
      </p:sp>
    </p:spTree>
    <p:extLst>
      <p:ext uri="{BB962C8B-B14F-4D97-AF65-F5344CB8AC3E}">
        <p14:creationId xmlns:p14="http://schemas.microsoft.com/office/powerpoint/2010/main" val="2157549357"/>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24972696"/>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5707EB-D7C8-4315-861E-0C0D881BA22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80A1A79-EAAF-4BC4-8937-5CA2ACF0C6C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46496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24000"/>
            <a:ext cx="8991600" cy="624840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hân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hoan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chúng</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về</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đây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mang</a:t>
            </a:r>
            <a:r>
              <a:rPr lang="en-US" sz="5400" b="1" dirty="0">
                <a:solidFill>
                  <a:schemeClr val="tx1"/>
                </a:solidFill>
                <a:latin typeface="Times New Roman" pitchFamily="18" charset="0"/>
                <a:cs typeface="Times New Roman" pitchFamily="18" charset="0"/>
              </a:rPr>
              <a:t> tin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mơ</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ước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nồng</a:t>
            </a:r>
            <a:r>
              <a:rPr lang="en-US" sz="5400" b="1" dirty="0">
                <a:solidFill>
                  <a:schemeClr val="tx1"/>
                </a:solidFill>
                <a:latin typeface="Times New Roman" pitchFamily="18" charset="0"/>
                <a:cs typeface="Times New Roman" pitchFamily="18" charset="0"/>
              </a:rPr>
              <a:t> say </a:t>
            </a:r>
            <a:r>
              <a:rPr lang="en-US" sz="5400" b="1" dirty="0" err="1">
                <a:solidFill>
                  <a:schemeClr val="tx1"/>
                </a:solidFill>
                <a:latin typeface="Times New Roman" pitchFamily="18" charset="0"/>
                <a:cs typeface="Times New Roman" pitchFamily="18" charset="0"/>
              </a:rPr>
              <a:t>cùng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hợp</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tiếng</a:t>
            </a:r>
            <a:r>
              <a:rPr lang="en-US" sz="5400" b="1" dirty="0">
                <a:solidFill>
                  <a:schemeClr val="tx1"/>
                </a:solidFill>
                <a:latin typeface="Times New Roman" pitchFamily="18" charset="0"/>
                <a:cs typeface="Times New Roman" pitchFamily="18" charset="0"/>
              </a:rPr>
              <a:t> ca, </a:t>
            </a:r>
            <a:r>
              <a:rPr lang="en-US" sz="5400" b="1" dirty="0" err="1">
                <a:solidFill>
                  <a:schemeClr val="tx1"/>
                </a:solidFill>
                <a:latin typeface="Times New Roman" pitchFamily="18" charset="0"/>
                <a:cs typeface="Times New Roman" pitchFamily="18" charset="0"/>
              </a:rPr>
              <a:t>tạ</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ơn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tha</a:t>
            </a:r>
            <a:r>
              <a:rPr lang="en-US" sz="5400" b="1" dirty="0">
                <a:solidFill>
                  <a:schemeClr val="tx1"/>
                </a:solidFill>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CHUNG LỜI TẠ ƠN 16</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355070271"/>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71600"/>
            <a:ext cx="8991600" cy="6248400"/>
          </a:xfrm>
        </p:spPr>
        <p:txBody>
          <a:bodyPr>
            <a:noAutofit/>
          </a:bodyPr>
          <a:lstStyle/>
          <a:p>
            <a:pPr algn="just"/>
            <a:r>
              <a:rPr lang="en-US" sz="5400" b="1" dirty="0">
                <a:solidFill>
                  <a:schemeClr val="tx1"/>
                </a:solidFill>
                <a:latin typeface="Times New Roman" pitchFamily="18" charset="0"/>
                <a:cs typeface="Times New Roman" pitchFamily="18" charset="0"/>
              </a:rPr>
              <a:t>1. </a:t>
            </a:r>
            <a:r>
              <a:rPr lang="en-US" sz="5400" b="1" dirty="0" err="1">
                <a:solidFill>
                  <a:schemeClr val="tx1"/>
                </a:solidFill>
                <a:latin typeface="Times New Roman" pitchFamily="18" charset="0"/>
                <a:cs typeface="Times New Roman" pitchFamily="18" charset="0"/>
              </a:rPr>
              <a:t>Bao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năm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tháng</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hằng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ước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mơ</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về</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hát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khúc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tạ</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ơn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ôi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giây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phút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chan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hòa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ân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cõi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lòng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dâng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tràn</a:t>
            </a:r>
            <a:r>
              <a:rPr lang="en-US" sz="5400" b="1" dirty="0">
                <a:solidFill>
                  <a:schemeClr val="tx1"/>
                </a:solidFill>
                <a:latin typeface="Times New Roman" pitchFamily="18" charset="0"/>
                <a:cs typeface="Times New Roman" pitchFamily="18" charset="0"/>
              </a:rPr>
              <a:t> ý </a:t>
            </a:r>
            <a:r>
              <a:rPr lang="en-US" sz="5400" b="1" dirty="0" err="1">
                <a:solidFill>
                  <a:schemeClr val="tx1"/>
                </a:solidFill>
                <a:latin typeface="Times New Roman" pitchFamily="18" charset="0"/>
                <a:cs typeface="Times New Roman" pitchFamily="18" charset="0"/>
              </a:rPr>
              <a:t>xuân</a:t>
            </a:r>
            <a:r>
              <a:rPr lang="en-US" sz="5400" b="1" dirty="0">
                <a:solidFill>
                  <a:schemeClr val="tx1"/>
                </a:solidFill>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CHUNG LỜI TẠ ƠN 16</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059356627"/>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24000"/>
            <a:ext cx="8991600" cy="624840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hân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hoan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chúng</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về</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đây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mang</a:t>
            </a:r>
            <a:r>
              <a:rPr lang="en-US" sz="5400" b="1" dirty="0">
                <a:solidFill>
                  <a:schemeClr val="tx1"/>
                </a:solidFill>
                <a:latin typeface="Times New Roman" pitchFamily="18" charset="0"/>
                <a:cs typeface="Times New Roman" pitchFamily="18" charset="0"/>
              </a:rPr>
              <a:t> tin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mơ</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ước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nồng</a:t>
            </a:r>
            <a:r>
              <a:rPr lang="en-US" sz="5400" b="1" dirty="0">
                <a:solidFill>
                  <a:schemeClr val="tx1"/>
                </a:solidFill>
                <a:latin typeface="Times New Roman" pitchFamily="18" charset="0"/>
                <a:cs typeface="Times New Roman" pitchFamily="18" charset="0"/>
              </a:rPr>
              <a:t> say </a:t>
            </a:r>
            <a:r>
              <a:rPr lang="en-US" sz="5400" b="1" dirty="0" err="1">
                <a:solidFill>
                  <a:schemeClr val="tx1"/>
                </a:solidFill>
                <a:latin typeface="Times New Roman" pitchFamily="18" charset="0"/>
                <a:cs typeface="Times New Roman" pitchFamily="18" charset="0"/>
              </a:rPr>
              <a:t>cùng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hợp</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tiếng</a:t>
            </a:r>
            <a:r>
              <a:rPr lang="en-US" sz="5400" b="1" dirty="0">
                <a:solidFill>
                  <a:schemeClr val="tx1"/>
                </a:solidFill>
                <a:latin typeface="Times New Roman" pitchFamily="18" charset="0"/>
                <a:cs typeface="Times New Roman" pitchFamily="18" charset="0"/>
              </a:rPr>
              <a:t> ca, </a:t>
            </a:r>
            <a:r>
              <a:rPr lang="en-US" sz="5400" b="1" dirty="0" err="1">
                <a:solidFill>
                  <a:schemeClr val="tx1"/>
                </a:solidFill>
                <a:latin typeface="Times New Roman" pitchFamily="18" charset="0"/>
                <a:cs typeface="Times New Roman" pitchFamily="18" charset="0"/>
              </a:rPr>
              <a:t>tạ</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ơn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tha</a:t>
            </a:r>
            <a:r>
              <a:rPr lang="en-US" sz="5400" b="1" dirty="0">
                <a:solidFill>
                  <a:schemeClr val="tx1"/>
                </a:solidFill>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CHUNG LỜI TẠ ƠN 16</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26369530"/>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838200"/>
            <a:ext cx="8991600" cy="6248400"/>
          </a:xfrm>
        </p:spPr>
        <p:txBody>
          <a:bodyPr>
            <a:noAutofit/>
          </a:bodyPr>
          <a:lstStyle/>
          <a:p>
            <a:pPr algn="just"/>
            <a:r>
              <a:rPr lang="en-US" sz="5400" b="1" dirty="0">
                <a:solidFill>
                  <a:schemeClr val="tx1"/>
                </a:solidFill>
                <a:latin typeface="Times New Roman" pitchFamily="18" charset="0"/>
                <a:cs typeface="Times New Roman" pitchFamily="18" charset="0"/>
              </a:rPr>
              <a:t>2. </a:t>
            </a:r>
            <a:r>
              <a:rPr lang="en-US" sz="5400" b="1" dirty="0" err="1">
                <a:solidFill>
                  <a:schemeClr val="tx1"/>
                </a:solidFill>
                <a:latin typeface="Times New Roman" pitchFamily="18" charset="0"/>
                <a:cs typeface="Times New Roman" pitchFamily="18" charset="0"/>
              </a:rPr>
              <a:t>Như</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nai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khát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nguồn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nước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hồn</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khát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chính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sướng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trở</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về</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cung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cõi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lòng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vuông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tròn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ước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mong</a:t>
            </a:r>
            <a:r>
              <a:rPr lang="en-US" sz="5400" b="1" dirty="0">
                <a:solidFill>
                  <a:schemeClr val="tx1"/>
                </a:solidFill>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CHUNG LỜI TẠ ƠN 16</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389850544"/>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24000"/>
            <a:ext cx="8991600" cy="624840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hân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hoan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chúng</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về</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đây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mang</a:t>
            </a:r>
            <a:r>
              <a:rPr lang="en-US" sz="5400" b="1" dirty="0">
                <a:solidFill>
                  <a:schemeClr val="tx1"/>
                </a:solidFill>
                <a:latin typeface="Times New Roman" pitchFamily="18" charset="0"/>
                <a:cs typeface="Times New Roman" pitchFamily="18" charset="0"/>
              </a:rPr>
              <a:t> tin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mơ</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ước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nồng</a:t>
            </a:r>
            <a:r>
              <a:rPr lang="en-US" sz="5400" b="1" dirty="0">
                <a:solidFill>
                  <a:schemeClr val="tx1"/>
                </a:solidFill>
                <a:latin typeface="Times New Roman" pitchFamily="18" charset="0"/>
                <a:cs typeface="Times New Roman" pitchFamily="18" charset="0"/>
              </a:rPr>
              <a:t> say </a:t>
            </a:r>
            <a:r>
              <a:rPr lang="en-US" sz="5400" b="1" dirty="0" err="1">
                <a:solidFill>
                  <a:schemeClr val="tx1"/>
                </a:solidFill>
                <a:latin typeface="Times New Roman" pitchFamily="18" charset="0"/>
                <a:cs typeface="Times New Roman" pitchFamily="18" charset="0"/>
              </a:rPr>
              <a:t>cùng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hợp</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tiếng</a:t>
            </a:r>
            <a:r>
              <a:rPr lang="en-US" sz="5400" b="1" dirty="0">
                <a:solidFill>
                  <a:schemeClr val="tx1"/>
                </a:solidFill>
                <a:latin typeface="Times New Roman" pitchFamily="18" charset="0"/>
                <a:cs typeface="Times New Roman" pitchFamily="18" charset="0"/>
              </a:rPr>
              <a:t> ca, </a:t>
            </a:r>
            <a:r>
              <a:rPr lang="en-US" sz="5400" b="1" dirty="0" err="1">
                <a:solidFill>
                  <a:schemeClr val="tx1"/>
                </a:solidFill>
                <a:latin typeface="Times New Roman" pitchFamily="18" charset="0"/>
                <a:cs typeface="Times New Roman" pitchFamily="18" charset="0"/>
              </a:rPr>
              <a:t>tạ</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ơn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tha</a:t>
            </a:r>
            <a:r>
              <a:rPr lang="en-US" sz="5400" b="1" dirty="0">
                <a:solidFill>
                  <a:schemeClr val="tx1"/>
                </a:solidFill>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CHUNG LỜI TẠ ƠN 16</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223742763"/>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66800"/>
            <a:ext cx="8991600" cy="6248400"/>
          </a:xfrm>
        </p:spPr>
        <p:txBody>
          <a:bodyPr>
            <a:noAutofit/>
          </a:bodyPr>
          <a:lstStyle/>
          <a:p>
            <a:pPr algn="just"/>
            <a:r>
              <a:rPr lang="en-US" sz="5400" b="1" dirty="0">
                <a:solidFill>
                  <a:schemeClr val="tx1"/>
                </a:solidFill>
                <a:latin typeface="Times New Roman" pitchFamily="18" charset="0"/>
                <a:cs typeface="Times New Roman" pitchFamily="18" charset="0"/>
              </a:rPr>
              <a:t>3. Xin </a:t>
            </a:r>
            <a:r>
              <a:rPr lang="en-US" sz="5400" b="1" dirty="0" err="1">
                <a:solidFill>
                  <a:schemeClr val="tx1"/>
                </a:solidFill>
                <a:latin typeface="Times New Roman" pitchFamily="18" charset="0"/>
                <a:cs typeface="Times New Roman" pitchFamily="18" charset="0"/>
              </a:rPr>
              <a:t>hiệp</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nhất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chúng</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nối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đoàn</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xin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dâng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một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khúc</a:t>
            </a:r>
            <a:r>
              <a:rPr lang="en-US" sz="5400" b="1" dirty="0">
                <a:solidFill>
                  <a:schemeClr val="tx1"/>
                </a:solidFill>
                <a:latin typeface="Times New Roman" pitchFamily="18" charset="0"/>
                <a:cs typeface="Times New Roman" pitchFamily="18" charset="0"/>
              </a:rPr>
              <a:t> ca, </a:t>
            </a:r>
            <a:r>
              <a:rPr lang="en-US" sz="5400" b="1" dirty="0" err="1">
                <a:solidFill>
                  <a:schemeClr val="tx1"/>
                </a:solidFill>
                <a:latin typeface="Times New Roman" pitchFamily="18" charset="0"/>
                <a:cs typeface="Times New Roman" pitchFamily="18" charset="0"/>
              </a:rPr>
              <a:t>lời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cảm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tạ</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tha</a:t>
            </a:r>
            <a:r>
              <a:rPr lang="en-US" sz="5400" b="1" dirty="0">
                <a:solidFill>
                  <a:schemeClr val="tx1"/>
                </a:solidFill>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CHUNG LỜI TẠ ƠN 16</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537967120"/>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24000"/>
            <a:ext cx="8991600" cy="624840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hân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hoan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chúng</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về</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đây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mang</a:t>
            </a:r>
            <a:r>
              <a:rPr lang="en-US" sz="5400" b="1" dirty="0">
                <a:solidFill>
                  <a:schemeClr val="tx1"/>
                </a:solidFill>
                <a:latin typeface="Times New Roman" pitchFamily="18" charset="0"/>
                <a:cs typeface="Times New Roman" pitchFamily="18" charset="0"/>
              </a:rPr>
              <a:t> tin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mơ</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ước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nồng</a:t>
            </a:r>
            <a:r>
              <a:rPr lang="en-US" sz="5400" b="1" dirty="0">
                <a:solidFill>
                  <a:schemeClr val="tx1"/>
                </a:solidFill>
                <a:latin typeface="Times New Roman" pitchFamily="18" charset="0"/>
                <a:cs typeface="Times New Roman" pitchFamily="18" charset="0"/>
              </a:rPr>
              <a:t> say </a:t>
            </a:r>
            <a:r>
              <a:rPr lang="en-US" sz="5400" b="1" dirty="0" err="1">
                <a:solidFill>
                  <a:schemeClr val="tx1"/>
                </a:solidFill>
                <a:latin typeface="Times New Roman" pitchFamily="18" charset="0"/>
                <a:cs typeface="Times New Roman" pitchFamily="18" charset="0"/>
              </a:rPr>
              <a:t>cùng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hợp</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tiếng</a:t>
            </a:r>
            <a:r>
              <a:rPr lang="en-US" sz="5400" b="1" dirty="0">
                <a:solidFill>
                  <a:schemeClr val="tx1"/>
                </a:solidFill>
                <a:latin typeface="Times New Roman" pitchFamily="18" charset="0"/>
                <a:cs typeface="Times New Roman" pitchFamily="18" charset="0"/>
              </a:rPr>
              <a:t> ca, </a:t>
            </a:r>
            <a:r>
              <a:rPr lang="en-US" sz="5400" b="1" dirty="0" err="1">
                <a:solidFill>
                  <a:schemeClr val="tx1"/>
                </a:solidFill>
                <a:latin typeface="Times New Roman" pitchFamily="18" charset="0"/>
                <a:cs typeface="Times New Roman" pitchFamily="18" charset="0"/>
              </a:rPr>
              <a:t>tạ</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ơn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tha</a:t>
            </a:r>
            <a:r>
              <a:rPr lang="en-US" sz="5400" b="1" dirty="0">
                <a:solidFill>
                  <a:schemeClr val="tx1"/>
                </a:solidFill>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CHUNG LỜI TẠ ƠN 16</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754349202"/>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01133"/>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trọn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17629888"/>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68871"/>
            <a:ext cx="9144000" cy="6527485"/>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 All…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việc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trọng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thật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tôn</a:t>
            </a:r>
            <a:r>
              <a:rPr lang="en-US" sz="5400" b="1" dirty="0">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76192502"/>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TẤM LÒNG (93)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16864"/>
            <a:ext cx="9144000" cy="5105400"/>
          </a:xfrm>
        </p:spPr>
        <p:txBody>
          <a:bodyPr>
            <a:noAutofit/>
          </a:bodyPr>
          <a:lstStyle/>
          <a:p>
            <a:pPr algn="just"/>
            <a:r>
              <a:rPr lang="en-US" sz="5400" b="1" dirty="0">
                <a:solidFill>
                  <a:schemeClr val="tx1"/>
                </a:solidFill>
                <a:latin typeface="Times New Roman" pitchFamily="18" charset="0"/>
                <a:cs typeface="Times New Roman" pitchFamily="18" charset="0"/>
              </a:rPr>
              <a:t>1. </a:t>
            </a:r>
            <a:r>
              <a:rPr lang="vi-VN" sz="5400" b="1" dirty="0">
                <a:latin typeface="Times New Roman" pitchFamily="18" charset="0"/>
                <a:cs typeface="Times New Roman" pitchFamily="18" charset="0"/>
              </a:rPr>
              <a:t>Xin dâng Người đôi bàn tay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mưa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kiếp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Xin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nặng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vai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em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bé</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nhỏ</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niềm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phúc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mai</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78271876"/>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91768"/>
            <a:ext cx="9144000" cy="51054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Tấm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chứa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nỗi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niềm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cuộc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Chén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chất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tâm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tư</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tuy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đơn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nghèo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nhưng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trọn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
        <p:nvSpPr>
          <p:cNvPr id="4" name="Title 1"/>
          <p:cNvSpPr txBox="1">
            <a:spLocks/>
          </p:cNvSpPr>
          <p:nvPr/>
        </p:nvSpPr>
        <p:spPr>
          <a:xfrm>
            <a:off x="0" y="1456"/>
            <a:ext cx="9144000" cy="533400"/>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TẤM LÒNG (93)</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247798210"/>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TẤM LÒNG (93)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1440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2. Xin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rồi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đau</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thắm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tươi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màu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con.</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93424805"/>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91768"/>
            <a:ext cx="9144000" cy="51054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Tấm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chứa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nỗi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niềm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cuộc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Chén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chất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tâm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tư</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tuy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đơn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nghèo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nhưng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trọn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
        <p:nvSpPr>
          <p:cNvPr id="4" name="Title 1"/>
          <p:cNvSpPr txBox="1">
            <a:spLocks/>
          </p:cNvSpPr>
          <p:nvPr/>
        </p:nvSpPr>
        <p:spPr>
          <a:xfrm>
            <a:off x="0" y="1456"/>
            <a:ext cx="9144000" cy="533400"/>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TẤM LÒNG (93)</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964641885"/>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42060"/>
            <a:ext cx="9144000" cy="561594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lấy</a:t>
            </a:r>
            <a:r>
              <a:rPr lang="en-US" sz="5400" b="1" dirty="0">
                <a:latin typeface="Times New Roman" panose="02020603050405020304" pitchFamily="18" charset="0"/>
                <a:cs typeface="Times New Roman" panose="02020603050405020304" pitchFamily="18" charset="0"/>
              </a:rPr>
              <a:t> chi </a:t>
            </a:r>
            <a:r>
              <a:rPr lang="en-US" sz="5400" b="1" dirty="0" err="1">
                <a:latin typeface="Times New Roman" panose="02020603050405020304" pitchFamily="18" charset="0"/>
                <a:cs typeface="Times New Roman" panose="02020603050405020304" pitchFamily="18" charset="0"/>
              </a:rPr>
              <a:t>đền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đáp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chén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16270859"/>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634799"/>
            <a:ext cx="9144000" cy="4219339"/>
          </a:xfrm>
        </p:spPr>
        <p:txBody>
          <a:bodyPr>
            <a:noAutofit/>
          </a:bodyPr>
          <a:lstStyle/>
          <a:p>
            <a:pPr algn="just"/>
            <a:r>
              <a:rPr lang="vi-VN" sz="5400" b="1" dirty="0">
                <a:latin typeface="+mj-lt"/>
              </a:rPr>
              <a:t>1</a:t>
            </a:r>
            <a:r>
              <a:rPr lang="en-US" sz="5400" b="1" dirty="0">
                <a:latin typeface="+mj-lt"/>
              </a:rPr>
              <a:t>.</a:t>
            </a:r>
            <a:r>
              <a:rPr lang="vi-VN" sz="5400" b="1" dirty="0">
                <a:latin typeface="+mj-lt"/>
              </a:rPr>
              <a:t> Khúc cảm tạ từ đó âm ba vọng ngân, rộn rã trong tim ngày đêm, tán dương Tình Yêu Thiên Chúa.</a:t>
            </a:r>
            <a:endParaRPr lang="vi-VN" sz="5400" b="1" dirty="0">
              <a:solidFill>
                <a:schemeClr val="tx1"/>
              </a:solidFill>
              <a:latin typeface="+mj-lt"/>
              <a:cs typeface="Times New Roman" pitchFamily="18" charset="0"/>
            </a:endParaRPr>
          </a:p>
        </p:txBody>
      </p:sp>
      <p:sp>
        <p:nvSpPr>
          <p:cNvPr id="4" name="Title 1"/>
          <p:cNvSpPr txBox="1">
            <a:spLocks/>
          </p:cNvSpPr>
          <p:nvPr/>
        </p:nvSpPr>
        <p:spPr>
          <a:xfrm>
            <a:off x="0" y="1456"/>
            <a:ext cx="9144000" cy="533400"/>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KHÚC CẢM TẠ (93)</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712604579"/>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634799"/>
            <a:ext cx="9144000" cy="4219339"/>
          </a:xfrm>
        </p:spPr>
        <p:txBody>
          <a:bodyPr>
            <a:noAutofit/>
          </a:bodyPr>
          <a:lstStyle/>
          <a:p>
            <a:pPr algn="just"/>
            <a:r>
              <a:rPr lang="vi-VN" sz="5400" b="1" dirty="0">
                <a:latin typeface="+mj-lt"/>
              </a:rPr>
              <a:t>Suốt một đời con tắm mát trong tình Cha, giữa trưa sa mạc cháy da, Chúa như nguồn nước chan hòa.</a:t>
            </a:r>
            <a:endParaRPr lang="vi-VN" sz="5400" b="1" dirty="0">
              <a:solidFill>
                <a:schemeClr val="tx1"/>
              </a:solidFill>
              <a:latin typeface="+mj-lt"/>
              <a:cs typeface="Times New Roman" pitchFamily="18" charset="0"/>
            </a:endParaRPr>
          </a:p>
        </p:txBody>
      </p:sp>
      <p:sp>
        <p:nvSpPr>
          <p:cNvPr id="4" name="Title 1"/>
          <p:cNvSpPr txBox="1">
            <a:spLocks/>
          </p:cNvSpPr>
          <p:nvPr/>
        </p:nvSpPr>
        <p:spPr>
          <a:xfrm>
            <a:off x="0" y="1456"/>
            <a:ext cx="9144000" cy="533400"/>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KHÚC CẢM TẠ (93)</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772499100"/>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634799"/>
            <a:ext cx="9144000" cy="4219339"/>
          </a:xfrm>
        </p:spPr>
        <p:txBody>
          <a:bodyPr>
            <a:noAutofit/>
          </a:bodyPr>
          <a:lstStyle/>
          <a:p>
            <a:pPr algn="just"/>
            <a:r>
              <a:rPr lang="vi-VN" sz="5400" b="1" dirty="0">
                <a:latin typeface="+mj-lt"/>
              </a:rPr>
              <a:t>ĐK:</a:t>
            </a:r>
            <a:r>
              <a:rPr lang="en-US" sz="5400" b="1" dirty="0">
                <a:latin typeface="+mj-lt"/>
              </a:rPr>
              <a:t> </a:t>
            </a:r>
            <a:r>
              <a:rPr lang="vi-VN" sz="5400" b="1" dirty="0">
                <a:latin typeface="+mj-lt"/>
              </a:rPr>
              <a:t>Xin dâng lên Chúa tiếng yêu ngọt ngào. Nguyện ghi nhớ Thánh ân Ngài trao. Nguyện theo chân Chúa đi qua.</a:t>
            </a:r>
            <a:endParaRPr lang="vi-VN" sz="5400" b="1" dirty="0">
              <a:solidFill>
                <a:schemeClr val="tx1"/>
              </a:solidFill>
              <a:latin typeface="+mj-lt"/>
              <a:cs typeface="Times New Roman" pitchFamily="18" charset="0"/>
            </a:endParaRPr>
          </a:p>
        </p:txBody>
      </p:sp>
      <p:sp>
        <p:nvSpPr>
          <p:cNvPr id="4" name="Title 1"/>
          <p:cNvSpPr txBox="1">
            <a:spLocks/>
          </p:cNvSpPr>
          <p:nvPr/>
        </p:nvSpPr>
        <p:spPr>
          <a:xfrm>
            <a:off x="0" y="1456"/>
            <a:ext cx="9144000" cy="533400"/>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KHÚC CẢM TẠ (93)</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821144568"/>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15568"/>
            <a:ext cx="9144000" cy="5105400"/>
          </a:xfrm>
        </p:spPr>
        <p:txBody>
          <a:bodyPr>
            <a:noAutofit/>
          </a:bodyPr>
          <a:lstStyle/>
          <a:p>
            <a:pPr algn="just"/>
            <a:r>
              <a:rPr lang="vi-VN" sz="5400" b="1" dirty="0">
                <a:latin typeface="+mj-lt"/>
              </a:rPr>
              <a:t>Đồi Ta-bo hay thập giá. Ôi tình yêu Chúa mênh mang trần đời. Tình yêu Chúa bao la trùng khơi.</a:t>
            </a:r>
            <a:r>
              <a:rPr lang="en-US" sz="5400" b="1" dirty="0">
                <a:latin typeface="+mj-lt"/>
              </a:rPr>
              <a:t> </a:t>
            </a:r>
            <a:r>
              <a:rPr lang="vi-VN" sz="5400" b="1" dirty="0">
                <a:latin typeface="+mj-lt"/>
              </a:rPr>
              <a:t>Thuyền hồn con mãi êm trôi. Hưởng Tình Yêu ôi tuyệt vời</a:t>
            </a:r>
            <a:r>
              <a:rPr lang="en-US" sz="5400" b="1" dirty="0">
                <a:latin typeface="+mj-lt"/>
              </a:rPr>
              <a:t>.</a:t>
            </a:r>
            <a:endParaRPr lang="vi-VN" sz="5400" b="1" dirty="0">
              <a:solidFill>
                <a:schemeClr val="tx1"/>
              </a:solidFill>
              <a:latin typeface="+mj-lt"/>
              <a:cs typeface="Times New Roman" pitchFamily="18" charset="0"/>
            </a:endParaRPr>
          </a:p>
        </p:txBody>
      </p:sp>
      <p:sp>
        <p:nvSpPr>
          <p:cNvPr id="4" name="Title 1"/>
          <p:cNvSpPr txBox="1">
            <a:spLocks/>
          </p:cNvSpPr>
          <p:nvPr/>
        </p:nvSpPr>
        <p:spPr>
          <a:xfrm>
            <a:off x="0" y="1456"/>
            <a:ext cx="9144000" cy="533400"/>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KHÚC CẢM TẠ (93)</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479183294"/>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634799"/>
            <a:ext cx="9144000" cy="4219339"/>
          </a:xfrm>
        </p:spPr>
        <p:txBody>
          <a:bodyPr>
            <a:noAutofit/>
          </a:bodyPr>
          <a:lstStyle/>
          <a:p>
            <a:pPr algn="just"/>
            <a:r>
              <a:rPr lang="vi-VN" sz="5400" b="1" dirty="0">
                <a:latin typeface="+mj-lt"/>
              </a:rPr>
              <a:t>2.</a:t>
            </a:r>
            <a:r>
              <a:rPr lang="en-US" sz="5400" b="1" dirty="0">
                <a:latin typeface="+mj-lt"/>
              </a:rPr>
              <a:t> </a:t>
            </a:r>
            <a:r>
              <a:rPr lang="vi-VN" sz="5400" b="1" dirty="0">
                <a:latin typeface="+mj-lt"/>
              </a:rPr>
              <a:t>Tiếng gọi nào rộn rã vang trong chiều mơ, vồn vã cánh tay Ngài đưa, dắt con vào miền thương nhớ.</a:t>
            </a:r>
            <a:endParaRPr lang="vi-VN" sz="5400" b="1" dirty="0">
              <a:solidFill>
                <a:schemeClr val="tx1"/>
              </a:solidFill>
              <a:latin typeface="+mj-lt"/>
              <a:cs typeface="Times New Roman" pitchFamily="18" charset="0"/>
            </a:endParaRPr>
          </a:p>
        </p:txBody>
      </p:sp>
      <p:sp>
        <p:nvSpPr>
          <p:cNvPr id="4" name="Title 1"/>
          <p:cNvSpPr txBox="1">
            <a:spLocks/>
          </p:cNvSpPr>
          <p:nvPr/>
        </p:nvSpPr>
        <p:spPr>
          <a:xfrm>
            <a:off x="0" y="1456"/>
            <a:ext cx="9144000" cy="533400"/>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KHÚC CẢM TẠ (93)</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517023429"/>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634799"/>
            <a:ext cx="9144000" cy="4219339"/>
          </a:xfrm>
        </p:spPr>
        <p:txBody>
          <a:bodyPr>
            <a:noAutofit/>
          </a:bodyPr>
          <a:lstStyle/>
          <a:p>
            <a:pPr algn="just"/>
            <a:r>
              <a:rPr lang="vi-VN" sz="5400" b="1" dirty="0">
                <a:latin typeface="+mj-lt"/>
              </a:rPr>
              <a:t>Chén rượu đào Ngài chuốc chứa chan ngày nao, bánh thơm ân huệ Chúa trao, tháng năm tình mến dâng trào.</a:t>
            </a:r>
            <a:endParaRPr lang="vi-VN" sz="5400" b="1" dirty="0">
              <a:solidFill>
                <a:schemeClr val="tx1"/>
              </a:solidFill>
              <a:latin typeface="+mj-lt"/>
              <a:cs typeface="Times New Roman" pitchFamily="18" charset="0"/>
            </a:endParaRPr>
          </a:p>
        </p:txBody>
      </p:sp>
      <p:sp>
        <p:nvSpPr>
          <p:cNvPr id="4" name="Title 1"/>
          <p:cNvSpPr txBox="1">
            <a:spLocks/>
          </p:cNvSpPr>
          <p:nvPr/>
        </p:nvSpPr>
        <p:spPr>
          <a:xfrm>
            <a:off x="0" y="1456"/>
            <a:ext cx="9144000" cy="533400"/>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KHÚC CẢM TẠ (93)</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331206252"/>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634799"/>
            <a:ext cx="9144000" cy="4219339"/>
          </a:xfrm>
        </p:spPr>
        <p:txBody>
          <a:bodyPr>
            <a:noAutofit/>
          </a:bodyPr>
          <a:lstStyle/>
          <a:p>
            <a:pPr algn="just"/>
            <a:r>
              <a:rPr lang="vi-VN" sz="5400" b="1" dirty="0">
                <a:latin typeface="+mj-lt"/>
              </a:rPr>
              <a:t>ĐK:</a:t>
            </a:r>
            <a:r>
              <a:rPr lang="en-US" sz="5400" b="1" dirty="0">
                <a:latin typeface="+mj-lt"/>
              </a:rPr>
              <a:t> </a:t>
            </a:r>
            <a:r>
              <a:rPr lang="vi-VN" sz="5400" b="1" dirty="0">
                <a:latin typeface="+mj-lt"/>
              </a:rPr>
              <a:t>Xin dâng lên Chúa tiếng yêu ngọt ngào. Nguyện ghi nhớ Thánh ân Ngài trao. Nguyện theo chân Chúa đi qua.</a:t>
            </a:r>
            <a:endParaRPr lang="vi-VN" sz="5400" b="1" dirty="0">
              <a:solidFill>
                <a:schemeClr val="tx1"/>
              </a:solidFill>
              <a:latin typeface="+mj-lt"/>
              <a:cs typeface="Times New Roman" pitchFamily="18" charset="0"/>
            </a:endParaRPr>
          </a:p>
        </p:txBody>
      </p:sp>
      <p:sp>
        <p:nvSpPr>
          <p:cNvPr id="4" name="Title 1"/>
          <p:cNvSpPr txBox="1">
            <a:spLocks/>
          </p:cNvSpPr>
          <p:nvPr/>
        </p:nvSpPr>
        <p:spPr>
          <a:xfrm>
            <a:off x="0" y="1456"/>
            <a:ext cx="9144000" cy="533400"/>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KHÚC CẢM TẠ (93)</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370847814"/>
      </p:ext>
    </p:ext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15568"/>
            <a:ext cx="9144000" cy="5105400"/>
          </a:xfrm>
        </p:spPr>
        <p:txBody>
          <a:bodyPr>
            <a:noAutofit/>
          </a:bodyPr>
          <a:lstStyle/>
          <a:p>
            <a:pPr algn="just"/>
            <a:r>
              <a:rPr lang="vi-VN" sz="5400" b="1" dirty="0">
                <a:latin typeface="+mj-lt"/>
              </a:rPr>
              <a:t>Đồi Ta-bo hay thập giá. Ôi tình yêu Chúa mênh mang trần đời. Tình yêu Chúa bao la trùng khơi.</a:t>
            </a:r>
            <a:r>
              <a:rPr lang="en-US" sz="5400" b="1" dirty="0">
                <a:latin typeface="+mj-lt"/>
              </a:rPr>
              <a:t> </a:t>
            </a:r>
            <a:r>
              <a:rPr lang="vi-VN" sz="5400" b="1" dirty="0">
                <a:latin typeface="+mj-lt"/>
              </a:rPr>
              <a:t>Thuyền hồn con mãi êm trôi. Hưởng Tình Yêu ôi tuyệt vời</a:t>
            </a:r>
            <a:r>
              <a:rPr lang="en-US" sz="5400" b="1" dirty="0">
                <a:latin typeface="+mj-lt"/>
              </a:rPr>
              <a:t>.</a:t>
            </a:r>
            <a:endParaRPr lang="vi-VN" sz="5400" b="1" dirty="0">
              <a:solidFill>
                <a:schemeClr val="tx1"/>
              </a:solidFill>
              <a:latin typeface="+mj-lt"/>
              <a:cs typeface="Times New Roman" pitchFamily="18" charset="0"/>
            </a:endParaRPr>
          </a:p>
        </p:txBody>
      </p:sp>
      <p:sp>
        <p:nvSpPr>
          <p:cNvPr id="4" name="Title 1"/>
          <p:cNvSpPr txBox="1">
            <a:spLocks/>
          </p:cNvSpPr>
          <p:nvPr/>
        </p:nvSpPr>
        <p:spPr>
          <a:xfrm>
            <a:off x="0" y="1456"/>
            <a:ext cx="9144000" cy="533400"/>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KHÚC CẢM TẠ (93)</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293848990"/>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634799"/>
            <a:ext cx="9144000" cy="4219339"/>
          </a:xfrm>
        </p:spPr>
        <p:txBody>
          <a:bodyPr>
            <a:noAutofit/>
          </a:bodyPr>
          <a:lstStyle/>
          <a:p>
            <a:pPr algn="just"/>
            <a:r>
              <a:rPr lang="vi-VN" sz="5400" b="1" dirty="0">
                <a:latin typeface="+mj-lt"/>
              </a:rPr>
              <a:t>3. Đến đời đời Ngài vẫn yêu con mà thôi, Ngài vẫn yêu con chẳng nguôi, dẫu cho trần gian tan biến.</a:t>
            </a:r>
            <a:endParaRPr lang="vi-VN" sz="5400" b="1" dirty="0">
              <a:solidFill>
                <a:schemeClr val="tx1"/>
              </a:solidFill>
              <a:latin typeface="+mj-lt"/>
              <a:cs typeface="Times New Roman" pitchFamily="18" charset="0"/>
            </a:endParaRPr>
          </a:p>
        </p:txBody>
      </p:sp>
      <p:sp>
        <p:nvSpPr>
          <p:cNvPr id="4" name="Title 1"/>
          <p:cNvSpPr txBox="1">
            <a:spLocks/>
          </p:cNvSpPr>
          <p:nvPr/>
        </p:nvSpPr>
        <p:spPr>
          <a:xfrm>
            <a:off x="0" y="1456"/>
            <a:ext cx="9144000" cy="533400"/>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KHÚC CẢM TẠ (93)</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029444034"/>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634799"/>
            <a:ext cx="9144000" cy="4219339"/>
          </a:xfrm>
        </p:spPr>
        <p:txBody>
          <a:bodyPr>
            <a:noAutofit/>
          </a:bodyPr>
          <a:lstStyle/>
          <a:p>
            <a:pPr algn="just"/>
            <a:r>
              <a:rPr lang="vi-VN" sz="5400" b="1" dirty="0">
                <a:latin typeface="+mj-lt"/>
              </a:rPr>
              <a:t>Chúa là nguồn hạnh phúc mến yêu của con, có chi hơn được Chúa thương, thế gian thành cõi thiên đường.</a:t>
            </a:r>
            <a:endParaRPr lang="vi-VN" sz="5400" b="1" dirty="0">
              <a:solidFill>
                <a:schemeClr val="tx1"/>
              </a:solidFill>
              <a:latin typeface="+mj-lt"/>
              <a:cs typeface="Times New Roman" pitchFamily="18" charset="0"/>
            </a:endParaRPr>
          </a:p>
        </p:txBody>
      </p:sp>
      <p:sp>
        <p:nvSpPr>
          <p:cNvPr id="4" name="Title 1"/>
          <p:cNvSpPr txBox="1">
            <a:spLocks/>
          </p:cNvSpPr>
          <p:nvPr/>
        </p:nvSpPr>
        <p:spPr>
          <a:xfrm>
            <a:off x="0" y="1456"/>
            <a:ext cx="9144000" cy="533400"/>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KHÚC CẢM TẠ (93)</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496270166"/>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634799"/>
            <a:ext cx="9144000" cy="4219339"/>
          </a:xfrm>
        </p:spPr>
        <p:txBody>
          <a:bodyPr>
            <a:noAutofit/>
          </a:bodyPr>
          <a:lstStyle/>
          <a:p>
            <a:pPr algn="just"/>
            <a:r>
              <a:rPr lang="vi-VN" sz="5400" b="1" dirty="0">
                <a:latin typeface="+mj-lt"/>
              </a:rPr>
              <a:t>ĐK:</a:t>
            </a:r>
            <a:r>
              <a:rPr lang="en-US" sz="5400" b="1" dirty="0">
                <a:latin typeface="+mj-lt"/>
              </a:rPr>
              <a:t> </a:t>
            </a:r>
            <a:r>
              <a:rPr lang="vi-VN" sz="5400" b="1" dirty="0">
                <a:latin typeface="+mj-lt"/>
              </a:rPr>
              <a:t>Xin dâng lên Chúa tiếng yêu ngọt ngào. Nguyện ghi nhớ Thánh ân Ngài trao. Nguyện theo chân Chúa đi qua.</a:t>
            </a:r>
            <a:endParaRPr lang="vi-VN" sz="5400" b="1" dirty="0">
              <a:solidFill>
                <a:schemeClr val="tx1"/>
              </a:solidFill>
              <a:latin typeface="+mj-lt"/>
              <a:cs typeface="Times New Roman" pitchFamily="18" charset="0"/>
            </a:endParaRPr>
          </a:p>
        </p:txBody>
      </p:sp>
      <p:sp>
        <p:nvSpPr>
          <p:cNvPr id="4" name="Title 1"/>
          <p:cNvSpPr txBox="1">
            <a:spLocks/>
          </p:cNvSpPr>
          <p:nvPr/>
        </p:nvSpPr>
        <p:spPr>
          <a:xfrm>
            <a:off x="0" y="1456"/>
            <a:ext cx="9144000" cy="533400"/>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KHÚC CẢM TẠ (93)</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464113503"/>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15568"/>
            <a:ext cx="9144000" cy="5105400"/>
          </a:xfrm>
        </p:spPr>
        <p:txBody>
          <a:bodyPr>
            <a:noAutofit/>
          </a:bodyPr>
          <a:lstStyle/>
          <a:p>
            <a:pPr algn="just"/>
            <a:r>
              <a:rPr lang="vi-VN" sz="5400" b="1" dirty="0">
                <a:latin typeface="+mj-lt"/>
              </a:rPr>
              <a:t>Đồi Ta-bo hay thập giá. Ôi tình yêu Chúa mênh mang trần đời. Tình yêu Chúa bao la trùng khơi.</a:t>
            </a:r>
            <a:r>
              <a:rPr lang="en-US" sz="5400" b="1" dirty="0">
                <a:latin typeface="+mj-lt"/>
              </a:rPr>
              <a:t> </a:t>
            </a:r>
            <a:r>
              <a:rPr lang="vi-VN" sz="5400" b="1" dirty="0">
                <a:latin typeface="+mj-lt"/>
              </a:rPr>
              <a:t>Thuyền hồn con mãi êm trôi. Hưởng Tình Yêu ôi tuyệt vời</a:t>
            </a:r>
            <a:r>
              <a:rPr lang="en-US" sz="5400" b="1" dirty="0">
                <a:latin typeface="+mj-lt"/>
              </a:rPr>
              <a:t>.</a:t>
            </a:r>
            <a:endParaRPr lang="vi-VN" sz="5400" b="1" dirty="0">
              <a:solidFill>
                <a:schemeClr val="tx1"/>
              </a:solidFill>
              <a:latin typeface="+mj-lt"/>
              <a:cs typeface="Times New Roman" pitchFamily="18" charset="0"/>
            </a:endParaRPr>
          </a:p>
        </p:txBody>
      </p:sp>
      <p:sp>
        <p:nvSpPr>
          <p:cNvPr id="4" name="Title 1"/>
          <p:cNvSpPr txBox="1">
            <a:spLocks/>
          </p:cNvSpPr>
          <p:nvPr/>
        </p:nvSpPr>
        <p:spPr>
          <a:xfrm>
            <a:off x="0" y="1456"/>
            <a:ext cx="9144000" cy="533400"/>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KHÚC CẢM TẠ (93)</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780221084"/>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634799"/>
            <a:ext cx="9144000" cy="4219339"/>
          </a:xfrm>
        </p:spPr>
        <p:txBody>
          <a:bodyPr>
            <a:noAutofit/>
          </a:bodyPr>
          <a:lstStyle/>
          <a:p>
            <a:pPr algn="just"/>
            <a:r>
              <a:rPr lang="vi-VN" sz="5400" b="1" dirty="0">
                <a:latin typeface="+mj-lt"/>
              </a:rPr>
              <a:t>4. Nếu ngày nào Ngài lãng quên con một giây, lạy Chúa cho con giờ đây trút linh hồn trong tay Chúa.</a:t>
            </a:r>
            <a:endParaRPr lang="vi-VN" sz="5400" b="1" dirty="0">
              <a:solidFill>
                <a:schemeClr val="tx1"/>
              </a:solidFill>
              <a:latin typeface="+mj-lt"/>
              <a:cs typeface="Times New Roman" pitchFamily="18" charset="0"/>
            </a:endParaRPr>
          </a:p>
        </p:txBody>
      </p:sp>
      <p:sp>
        <p:nvSpPr>
          <p:cNvPr id="4" name="Title 1"/>
          <p:cNvSpPr txBox="1">
            <a:spLocks/>
          </p:cNvSpPr>
          <p:nvPr/>
        </p:nvSpPr>
        <p:spPr>
          <a:xfrm>
            <a:off x="0" y="1456"/>
            <a:ext cx="9144000" cy="533400"/>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KHÚC CẢM TẠ (93)</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567684863"/>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634799"/>
            <a:ext cx="9144000" cy="4219339"/>
          </a:xfrm>
        </p:spPr>
        <p:txBody>
          <a:bodyPr>
            <a:noAutofit/>
          </a:bodyPr>
          <a:lstStyle/>
          <a:p>
            <a:pPr algn="just"/>
            <a:r>
              <a:rPr lang="vi-VN" sz="5400" b="1" dirty="0">
                <a:latin typeface="+mj-lt"/>
              </a:rPr>
              <a:t>Nếu ngày nào trần thế khiến con mải mê, Chúa ơi xin đừng chối chê, hãy thương dìu bước con về.</a:t>
            </a:r>
            <a:endParaRPr lang="vi-VN" sz="5400" b="1" dirty="0">
              <a:solidFill>
                <a:schemeClr val="tx1"/>
              </a:solidFill>
              <a:latin typeface="+mj-lt"/>
              <a:cs typeface="Times New Roman" pitchFamily="18" charset="0"/>
            </a:endParaRPr>
          </a:p>
        </p:txBody>
      </p:sp>
      <p:sp>
        <p:nvSpPr>
          <p:cNvPr id="4" name="Title 1"/>
          <p:cNvSpPr txBox="1">
            <a:spLocks/>
          </p:cNvSpPr>
          <p:nvPr/>
        </p:nvSpPr>
        <p:spPr>
          <a:xfrm>
            <a:off x="0" y="1456"/>
            <a:ext cx="9144000" cy="533400"/>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KHÚC CẢM TẠ (93)</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981584873"/>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634799"/>
            <a:ext cx="9144000" cy="4219339"/>
          </a:xfrm>
        </p:spPr>
        <p:txBody>
          <a:bodyPr>
            <a:noAutofit/>
          </a:bodyPr>
          <a:lstStyle/>
          <a:p>
            <a:pPr algn="just"/>
            <a:r>
              <a:rPr lang="vi-VN" sz="5400" b="1" dirty="0">
                <a:latin typeface="+mj-lt"/>
              </a:rPr>
              <a:t>ĐK:</a:t>
            </a:r>
            <a:r>
              <a:rPr lang="en-US" sz="5400" b="1" dirty="0">
                <a:latin typeface="+mj-lt"/>
              </a:rPr>
              <a:t> </a:t>
            </a:r>
            <a:r>
              <a:rPr lang="vi-VN" sz="5400" b="1" dirty="0">
                <a:latin typeface="+mj-lt"/>
              </a:rPr>
              <a:t>Xin dâng lên Chúa tiếng yêu ngọt ngào. Nguyện ghi nhớ Thánh ân Ngài trao. Nguyện theo chân Chúa đi qua.</a:t>
            </a:r>
            <a:endParaRPr lang="vi-VN" sz="5400" b="1" dirty="0">
              <a:solidFill>
                <a:schemeClr val="tx1"/>
              </a:solidFill>
              <a:latin typeface="+mj-lt"/>
              <a:cs typeface="Times New Roman" pitchFamily="18" charset="0"/>
            </a:endParaRPr>
          </a:p>
        </p:txBody>
      </p:sp>
      <p:sp>
        <p:nvSpPr>
          <p:cNvPr id="4" name="Title 1"/>
          <p:cNvSpPr txBox="1">
            <a:spLocks/>
          </p:cNvSpPr>
          <p:nvPr/>
        </p:nvSpPr>
        <p:spPr>
          <a:xfrm>
            <a:off x="0" y="1456"/>
            <a:ext cx="9144000" cy="533400"/>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KHÚC CẢM TẠ (93)</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827015185"/>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15568"/>
            <a:ext cx="9144000" cy="5105400"/>
          </a:xfrm>
        </p:spPr>
        <p:txBody>
          <a:bodyPr>
            <a:noAutofit/>
          </a:bodyPr>
          <a:lstStyle/>
          <a:p>
            <a:pPr algn="just"/>
            <a:r>
              <a:rPr lang="vi-VN" sz="5400" b="1" dirty="0">
                <a:latin typeface="+mj-lt"/>
              </a:rPr>
              <a:t>Đồi Ta-bo hay thập giá. Ôi tình yêu Chúa mênh mang trần đời. Tình yêu Chúa bao la trùng khơi.</a:t>
            </a:r>
            <a:r>
              <a:rPr lang="en-US" sz="5400" b="1" dirty="0">
                <a:latin typeface="+mj-lt"/>
              </a:rPr>
              <a:t> </a:t>
            </a:r>
            <a:r>
              <a:rPr lang="vi-VN" sz="5400" b="1" dirty="0">
                <a:latin typeface="+mj-lt"/>
              </a:rPr>
              <a:t>Thuyền hồn con mãi êm trôi. Hưởng Tình Yêu ôi tuyệt vời</a:t>
            </a:r>
            <a:r>
              <a:rPr lang="en-US" sz="5400" b="1" dirty="0">
                <a:latin typeface="+mj-lt"/>
              </a:rPr>
              <a:t>.</a:t>
            </a:r>
            <a:endParaRPr lang="vi-VN" sz="5400" b="1" dirty="0">
              <a:solidFill>
                <a:schemeClr val="tx1"/>
              </a:solidFill>
              <a:latin typeface="+mj-lt"/>
              <a:cs typeface="Times New Roman" pitchFamily="18" charset="0"/>
            </a:endParaRPr>
          </a:p>
        </p:txBody>
      </p:sp>
      <p:sp>
        <p:nvSpPr>
          <p:cNvPr id="4" name="Title 1"/>
          <p:cNvSpPr txBox="1">
            <a:spLocks/>
          </p:cNvSpPr>
          <p:nvPr/>
        </p:nvSpPr>
        <p:spPr>
          <a:xfrm>
            <a:off x="0" y="1456"/>
            <a:ext cx="9144000" cy="533400"/>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KHÚC CẢM TẠ (93)</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210367543"/>
      </p:ext>
    </p:extLst>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TẠ ƠN CHÚA VỚI MẸ 309</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82608"/>
            <a:ext cx="9144000" cy="5105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Chúng</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tạ</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ơn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uy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quyền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toàn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năng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yêu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nào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biết</a:t>
            </a:r>
            <a:r>
              <a:rPr lang="en-US" sz="5400" b="1" dirty="0">
                <a:solidFill>
                  <a:schemeClr val="tx1"/>
                </a:solidFill>
                <a:latin typeface="Times New Roman" panose="02020603050405020304" pitchFamily="18" charset="0"/>
                <a:cs typeface="Times New Roman" panose="02020603050405020304" pitchFamily="18" charset="0"/>
              </a:rPr>
              <a:t> chi </a:t>
            </a:r>
            <a:r>
              <a:rPr lang="en-US" sz="5400" b="1" dirty="0" err="1">
                <a:solidFill>
                  <a:schemeClr val="tx1"/>
                </a:solidFill>
                <a:latin typeface="Times New Roman" panose="02020603050405020304" pitchFamily="18" charset="0"/>
                <a:cs typeface="Times New Roman" panose="02020603050405020304" pitchFamily="18" charset="0"/>
              </a:rPr>
              <a:t>báo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đền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khắp</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vũ</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trụ</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đất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vinh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quang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chiếu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hiển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trị</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7262951"/>
      </p:ext>
    </p:extLst>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TẠ ƠN CHÚA VỚI MẸ 309</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09600"/>
            <a:ext cx="9144000" cy="5105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1. </a:t>
            </a:r>
            <a:r>
              <a:rPr lang="en-US" sz="5400" b="1" dirty="0" err="1">
                <a:solidFill>
                  <a:schemeClr val="tx1"/>
                </a:solidFill>
                <a:latin typeface="Times New Roman" panose="02020603050405020304" pitchFamily="18" charset="0"/>
                <a:cs typeface="Times New Roman" panose="02020603050405020304" pitchFamily="18" charset="0"/>
              </a:rPr>
              <a:t>Vì</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đã</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chất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chứa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trong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tim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Mẹ</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hiền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luôn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trìu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mãi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cứu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giúp</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chở</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che</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nguyện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cầu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phúc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vẫn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nhờ</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Mẹ</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khổ</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đau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cũng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nhờ</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Mẹ</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nhờ</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Mẹ</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thương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trót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tạ</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ơn</a:t>
            </a:r>
            <a:r>
              <a:rPr lang="en-US" sz="5400" b="1" dirty="0">
                <a:solidFill>
                  <a:schemeClr val="tx1"/>
                </a:solidFill>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29077730"/>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TẠ ƠN CHÚA VỚI MẸ 309</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82608"/>
            <a:ext cx="9144000" cy="5105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Chúng</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tạ</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ơn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uy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quyền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toàn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năng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yêu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nào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biết</a:t>
            </a:r>
            <a:r>
              <a:rPr lang="en-US" sz="5400" b="1" dirty="0">
                <a:solidFill>
                  <a:schemeClr val="tx1"/>
                </a:solidFill>
                <a:latin typeface="Times New Roman" panose="02020603050405020304" pitchFamily="18" charset="0"/>
                <a:cs typeface="Times New Roman" panose="02020603050405020304" pitchFamily="18" charset="0"/>
              </a:rPr>
              <a:t> chi </a:t>
            </a:r>
            <a:r>
              <a:rPr lang="en-US" sz="5400" b="1" dirty="0" err="1">
                <a:solidFill>
                  <a:schemeClr val="tx1"/>
                </a:solidFill>
                <a:latin typeface="Times New Roman" panose="02020603050405020304" pitchFamily="18" charset="0"/>
                <a:cs typeface="Times New Roman" panose="02020603050405020304" pitchFamily="18" charset="0"/>
              </a:rPr>
              <a:t>báo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đền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khắp</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vũ</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trụ</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đất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vinh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quang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chiếu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hiển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trị</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47472961"/>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4100</TotalTime>
  <Words>1599</Words>
  <Application>Microsoft Office PowerPoint</Application>
  <PresentationFormat>On-screen Show (4:3)</PresentationFormat>
  <Paragraphs>86</Paragraphs>
  <Slides>40</Slides>
  <Notes>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40</vt:i4>
      </vt:variant>
    </vt:vector>
  </HeadingPairs>
  <TitlesOfParts>
    <vt:vector size="45" baseType="lpstr">
      <vt:lpstr>Arial</vt:lpstr>
      <vt:lpstr>Calibri</vt:lpstr>
      <vt:lpstr>Calibri Light</vt:lpstr>
      <vt:lpstr>Times New Roman</vt: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CHUNG LỜI TẠ ƠN 16</vt:lpstr>
      <vt:lpstr>Nhập Lễ                                        CHUNG LỜI TẠ ƠN 16</vt:lpstr>
      <vt:lpstr>Nhập Lễ                                        CHUNG LỜI TẠ ƠN 16</vt:lpstr>
      <vt:lpstr>Nhập Lễ                                        CHUNG LỜI TẠ ƠN 16</vt:lpstr>
      <vt:lpstr>Nhập Lễ                                        CHUNG LỜI TẠ ƠN 16</vt:lpstr>
      <vt:lpstr>Nhập Lễ                                        CHUNG LỜI TẠ ƠN 16</vt:lpstr>
      <vt:lpstr>Nhập Lễ                                        CHUNG LỜI TẠ ƠN 16</vt:lpstr>
      <vt:lpstr>PowerPoint Presentation</vt:lpstr>
      <vt:lpstr>PowerPoint Presentation</vt:lpstr>
      <vt:lpstr>Dâng lễ                                                   TẤM LÒNG (93)</vt:lpstr>
      <vt:lpstr>PowerPoint Presentation</vt:lpstr>
      <vt:lpstr>Dâng Lễ                                     TẤM LÒNG (93)</vt:lpstr>
      <vt:lpstr>PowerPoint Presentation</vt:lpstr>
      <vt:lpstr>CA HIỆP LỄ</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Kết lễ                                           TẠ ƠN CHÚA VỚI MẸ 309</vt:lpstr>
      <vt:lpstr>Kết lễ                                           TẠ ƠN CHÚA VỚI MẸ 309</vt:lpstr>
      <vt:lpstr>Kết lễ                                           TẠ ƠN CHÚA VỚI MẸ 309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 </dc:title>
  <dc:creator>Anh Tran</dc:creator>
  <cp:lastModifiedBy>Anh</cp:lastModifiedBy>
  <cp:revision>1360</cp:revision>
  <dcterms:created xsi:type="dcterms:W3CDTF">2018-09-17T12:52:44Z</dcterms:created>
  <dcterms:modified xsi:type="dcterms:W3CDTF">2021-02-10T15:42:22Z</dcterms:modified>
</cp:coreProperties>
</file>