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4810" r:id="rId2"/>
    <p:sldId id="4811" r:id="rId3"/>
    <p:sldId id="4812" r:id="rId4"/>
    <p:sldId id="4813" r:id="rId5"/>
    <p:sldId id="4814" r:id="rId6"/>
    <p:sldId id="4815" r:id="rId7"/>
    <p:sldId id="5163" r:id="rId8"/>
    <p:sldId id="1924" r:id="rId9"/>
    <p:sldId id="1925" r:id="rId10"/>
    <p:sldId id="5209" r:id="rId11"/>
    <p:sldId id="5016" r:id="rId12"/>
    <p:sldId id="5017" r:id="rId13"/>
    <p:sldId id="3771" r:id="rId14"/>
    <p:sldId id="3772" r:id="rId15"/>
    <p:sldId id="5210" r:id="rId16"/>
    <p:sldId id="4106" r:id="rId17"/>
    <p:sldId id="1115" r:id="rId18"/>
    <p:sldId id="1116" r:id="rId19"/>
    <p:sldId id="5211" r:id="rId20"/>
    <p:sldId id="1118" r:id="rId21"/>
    <p:sldId id="5212" r:id="rId22"/>
    <p:sldId id="1120" r:id="rId23"/>
    <p:sldId id="5213" r:id="rId24"/>
    <p:sldId id="5214" r:id="rId25"/>
    <p:sldId id="3732" r:id="rId26"/>
    <p:sldId id="3735" r:id="rId27"/>
    <p:sldId id="5215" r:id="rId2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varScale="1">
        <p:scale>
          <a:sx n="86" d="100"/>
          <a:sy n="86" d="100"/>
        </p:scale>
        <p:origin x="1618" y="4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19/04/2021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15560238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39240227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16464195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19/04/2021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19/04/2021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594" y="9144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Ngay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ta.</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THIẾT THA 31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7041457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192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1. Xin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nâng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dắt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dìu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Xin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say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THIẾT THA 31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6127801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594" y="9144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Ngay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ta.</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THIẾT THA 31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7535228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70538"/>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63226"/>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that”. All…All…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NÀY TỪNG GIỌT RƯỢU 91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5097474"/>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NÀY TỪNG GIỌT RƯỢU 91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vẹn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Cúi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nuôi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993878"/>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NÀY TỪNG GIỌT RƯỢU 91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8817008"/>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77066"/>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tin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TA LÀ BÁNH HẰNG SỐNG 217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6391564"/>
          </a:xfrm>
        </p:spPr>
        <p:txBody>
          <a:bodyPr>
            <a:noAutofit/>
          </a:bodyPr>
          <a:lstStyle/>
          <a:p>
            <a:pPr algn="just"/>
            <a:r>
              <a:rPr lang="vi-VN" sz="5400" b="1" dirty="0">
                <a:solidFill>
                  <a:schemeClr val="tx1"/>
                </a:solidFill>
                <a:latin typeface="+mj-lt"/>
              </a:rPr>
              <a:t>ĐK: Ta là Bánh hằng sống, là Bánh ban xuống bởi trời. Ta là Bánh trường sinh, ai ăn sẽ sống muôn đời.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865800582"/>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TA LÀ BÁNH HẰNG SỐNG 217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0886" y="914400"/>
            <a:ext cx="9144000" cy="6391564"/>
          </a:xfrm>
        </p:spPr>
        <p:txBody>
          <a:bodyPr>
            <a:noAutofit/>
          </a:bodyPr>
          <a:lstStyle/>
          <a:p>
            <a:pPr algn="just"/>
            <a:r>
              <a:rPr lang="vi-VN" sz="5400" b="1" dirty="0">
                <a:solidFill>
                  <a:schemeClr val="tx1"/>
                </a:solidFill>
                <a:latin typeface="+mj-lt"/>
              </a:rPr>
              <a:t>1. Đây Mình Ta chính là của ăn, và Máu Ta thật là của uống. Người ăn Bánh này không còn đói khát chi, người uống Máu này sẽ được trường sinh.</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537156897"/>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TA LÀ BÁNH HẰNG SỐNG 217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6391564"/>
          </a:xfrm>
        </p:spPr>
        <p:txBody>
          <a:bodyPr>
            <a:noAutofit/>
          </a:bodyPr>
          <a:lstStyle/>
          <a:p>
            <a:pPr algn="just"/>
            <a:r>
              <a:rPr lang="vi-VN" sz="5400" b="1" dirty="0">
                <a:solidFill>
                  <a:schemeClr val="tx1"/>
                </a:solidFill>
                <a:latin typeface="+mj-lt"/>
              </a:rPr>
              <a:t>ĐK: Ta là Bánh hằng sống, là Bánh ban xuống bởi trời. Ta là Bánh trường sinh, ai ăn sẽ sống muôn đời.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268174887"/>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TA LÀ BÁNH HẰNG SỐNG 217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3000"/>
            <a:ext cx="9144000" cy="6391564"/>
          </a:xfrm>
        </p:spPr>
        <p:txBody>
          <a:bodyPr>
            <a:noAutofit/>
          </a:bodyPr>
          <a:lstStyle/>
          <a:p>
            <a:pPr algn="just"/>
            <a:r>
              <a:rPr lang="vi-VN" sz="5400" b="1" dirty="0">
                <a:solidFill>
                  <a:schemeClr val="tx1"/>
                </a:solidFill>
                <a:latin typeface="+mj-lt"/>
              </a:rPr>
              <a:t>2. Đây Mình Ta chính là của ăn, và Máu Ta thật là của uống. Người không lãnh nhận ăn Thịt uống Máu Ta, sẽ chết hao mòn muôn đời trầm luân.</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210206978"/>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TA LÀ BÁNH HẰNG SỐNG 217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6391564"/>
          </a:xfrm>
        </p:spPr>
        <p:txBody>
          <a:bodyPr>
            <a:noAutofit/>
          </a:bodyPr>
          <a:lstStyle/>
          <a:p>
            <a:pPr algn="just"/>
            <a:r>
              <a:rPr lang="vi-VN" sz="5400" b="1" dirty="0">
                <a:solidFill>
                  <a:schemeClr val="tx1"/>
                </a:solidFill>
                <a:latin typeface="+mj-lt"/>
              </a:rPr>
              <a:t>ĐK: Ta là Bánh hằng sống, là Bánh ban xuống bởi trời. Ta là Bánh trường sinh, ai ăn sẽ sống muôn đời.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05968999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TA LÀ BÁNH HẰNG SỐNG 217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0886" y="914400"/>
            <a:ext cx="9144000" cy="6391564"/>
          </a:xfrm>
        </p:spPr>
        <p:txBody>
          <a:bodyPr>
            <a:noAutofit/>
          </a:bodyPr>
          <a:lstStyle/>
          <a:p>
            <a:pPr algn="just"/>
            <a:r>
              <a:rPr lang="vi-VN" sz="5400" b="1" dirty="0">
                <a:solidFill>
                  <a:schemeClr val="tx1"/>
                </a:solidFill>
                <a:latin typeface="+mj-lt"/>
              </a:rPr>
              <a:t>3. Đây Mình Ta chính là của ăn, và Máu Ta thật là của uống. Dù cho đất trời theo ngày tháng biến thay, lời Chúa ban truyền muôn đời không phai.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636862585"/>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TA LÀ BÁNH HẰNG SỐNG 217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6391564"/>
          </a:xfrm>
        </p:spPr>
        <p:txBody>
          <a:bodyPr>
            <a:noAutofit/>
          </a:bodyPr>
          <a:lstStyle/>
          <a:p>
            <a:pPr algn="just"/>
            <a:r>
              <a:rPr lang="vi-VN" sz="5400" b="1" dirty="0">
                <a:solidFill>
                  <a:schemeClr val="tx1"/>
                </a:solidFill>
                <a:latin typeface="+mj-lt"/>
              </a:rPr>
              <a:t>ĐK: Ta là Bánh hằng sống, là Bánh ban xuống bởi trời. Ta là Bánh trường sinh, ai ăn sẽ sống muôn đời.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406037095"/>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752E51-675C-4A8D-B1E8-D8AABC379B5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60CD22C-DBF8-4715-8597-979951A6D71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476318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NÀO HÃY MỪNG VUI (433)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5593624"/>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NÀO HÃY MỪNG VUI (433)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8539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Vác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1605928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NÀO HÃY MỪNG VUI (433)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75283763"/>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5980</TotalTime>
  <Words>1116</Words>
  <Application>Microsoft Office PowerPoint</Application>
  <PresentationFormat>On-screen Show (4:3)</PresentationFormat>
  <Paragraphs>53</Paragraphs>
  <Slides>27</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NIỀM VUI THIẾT THA 31 </vt:lpstr>
      <vt:lpstr>Nhập Lễ                                        NIỀM VUI THIẾT THA 31 </vt:lpstr>
      <vt:lpstr>Nhập Lễ                                        NIỀM VUI THIẾT THA 31 </vt:lpstr>
      <vt:lpstr>PowerPoint Presentation</vt:lpstr>
      <vt:lpstr>PowerPoint Presentation</vt:lpstr>
      <vt:lpstr>Dâng Lễ                                    NÀY TỪNG GIỌT RƯỢU 91</vt:lpstr>
      <vt:lpstr>Dâng Lễ                                    NÀY TỪNG GIỌT RƯỢU 91</vt:lpstr>
      <vt:lpstr>Dâng Lễ                                    NÀY TỪNG GIỌT RƯỢU 91</vt:lpstr>
      <vt:lpstr>CA HIỆP LỄ</vt:lpstr>
      <vt:lpstr>Hiệp Lễ                                TA LÀ BÁNH HẰNG SỐNG 217</vt:lpstr>
      <vt:lpstr>Hiệp Lễ                                TA LÀ BÁNH HẰNG SỐNG 217</vt:lpstr>
      <vt:lpstr>Hiệp Lễ                                TA LÀ BÁNH HẰNG SỐNG 217</vt:lpstr>
      <vt:lpstr>Hiệp Lễ                                TA LÀ BÁNH HẰNG SỐNG 217</vt:lpstr>
      <vt:lpstr>Hiệp Lễ                                TA LÀ BÁNH HẰNG SỐNG 217</vt:lpstr>
      <vt:lpstr>Hiệp Lễ                                TA LÀ BÁNH HẰNG SỐNG 217</vt:lpstr>
      <vt:lpstr>Hiệp Lễ                                TA LÀ BÁNH HẰNG SỐNG 217</vt:lpstr>
      <vt:lpstr>PowerPoint Presentation</vt:lpstr>
      <vt:lpstr>Nhập Lễ                NÀO HÃY MỪNG VUI (433)</vt:lpstr>
      <vt:lpstr>Nhập Lễ                NÀO HÃY MỪNG VUI (433)</vt:lpstr>
      <vt:lpstr>Nhập Lễ                NÀO HÃY MỪNG VUI (433)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1516</cp:revision>
  <dcterms:created xsi:type="dcterms:W3CDTF">2018-09-17T12:52:44Z</dcterms:created>
  <dcterms:modified xsi:type="dcterms:W3CDTF">2021-04-19T14:53:48Z</dcterms:modified>
</cp:coreProperties>
</file>