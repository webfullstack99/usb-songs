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28"/>
  </p:notesMasterIdLst>
  <p:sldIdLst>
    <p:sldId id="4112" r:id="rId2"/>
    <p:sldId id="4113" r:id="rId3"/>
    <p:sldId id="4114" r:id="rId4"/>
    <p:sldId id="4115" r:id="rId5"/>
    <p:sldId id="4116" r:id="rId6"/>
    <p:sldId id="4117" r:id="rId7"/>
    <p:sldId id="4372" r:id="rId8"/>
    <p:sldId id="4442" r:id="rId9"/>
    <p:sldId id="4450" r:id="rId10"/>
    <p:sldId id="5107" r:id="rId11"/>
    <p:sldId id="4569" r:id="rId12"/>
    <p:sldId id="5108" r:id="rId13"/>
    <p:sldId id="4653" r:id="rId14"/>
    <p:sldId id="4654" r:id="rId15"/>
    <p:sldId id="4027" r:id="rId16"/>
    <p:sldId id="4042" r:id="rId17"/>
    <p:sldId id="4028" r:id="rId18"/>
    <p:sldId id="5109" r:id="rId19"/>
    <p:sldId id="964" r:id="rId20"/>
    <p:sldId id="5110" r:id="rId21"/>
    <p:sldId id="5111" r:id="rId22"/>
    <p:sldId id="5113" r:id="rId23"/>
    <p:sldId id="5112" r:id="rId24"/>
    <p:sldId id="5114" r:id="rId25"/>
    <p:sldId id="5093" r:id="rId26"/>
    <p:sldId id="5096" r:id="rId27"/>
  </p:sldIdLst>
  <p:sldSz cx="9144000" cy="6858000" type="screen4x3"/>
  <p:notesSz cx="6858000" cy="9144000"/>
  <p:defaultTextStyle>
    <a:defPPr>
      <a:defRPr lang="vi-V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2591" autoAdjust="0"/>
    <p:restoredTop sz="94660"/>
  </p:normalViewPr>
  <p:slideViewPr>
    <p:cSldViewPr snapToGrid="0">
      <p:cViewPr>
        <p:scale>
          <a:sx n="33" d="100"/>
          <a:sy n="33" d="100"/>
        </p:scale>
        <p:origin x="3029" y="1022"/>
      </p:cViewPr>
      <p:guideLst>
        <p:guide orient="horz" pos="2160"/>
        <p:guide pos="288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vi-VN"/>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C25985F-86E8-4AA6-9352-571FAE95264D}" type="datetimeFigureOut">
              <a:rPr lang="vi-VN" smtClean="0"/>
              <a:pPr/>
              <a:t>15/02/2021</a:t>
            </a:fld>
            <a:endParaRPr lang="vi-VN"/>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vi-VN"/>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vi-VN"/>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vi-VN"/>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E4D914E-6825-4475-A990-0303B744F5B1}" type="slidenum">
              <a:rPr lang="vi-VN" smtClean="0"/>
              <a:pPr/>
              <a:t>‹#›</a:t>
            </a:fld>
            <a:endParaRPr lang="vi-VN"/>
          </a:p>
        </p:txBody>
      </p:sp>
    </p:spTree>
    <p:extLst>
      <p:ext uri="{BB962C8B-B14F-4D97-AF65-F5344CB8AC3E}">
        <p14:creationId xmlns:p14="http://schemas.microsoft.com/office/powerpoint/2010/main" val="48312852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1E4D914E-6825-4475-A990-0303B744F5B1}" type="slidenum">
              <a:rPr lang="vi-VN" smtClean="0"/>
              <a:pPr/>
              <a:t>1</a:t>
            </a:fld>
            <a:endParaRPr lang="vi-VN"/>
          </a:p>
        </p:txBody>
      </p:sp>
    </p:spTree>
    <p:extLst>
      <p:ext uri="{BB962C8B-B14F-4D97-AF65-F5344CB8AC3E}">
        <p14:creationId xmlns:p14="http://schemas.microsoft.com/office/powerpoint/2010/main" val="98889877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122363"/>
            <a:ext cx="7772400" cy="2387600"/>
          </a:xfrm>
        </p:spPr>
        <p:txBody>
          <a:bodyPr anchor="b"/>
          <a:lstStyle>
            <a:lvl1pPr algn="ctr">
              <a:defRPr sz="6000"/>
            </a:lvl1pPr>
          </a:lstStyle>
          <a:p>
            <a:r>
              <a:rPr lang="en-US"/>
              <a:t>Click to edit Master title style</a:t>
            </a:r>
            <a:endParaRPr lang="en-US" dirty="0"/>
          </a:p>
        </p:txBody>
      </p:sp>
      <p:sp>
        <p:nvSpPr>
          <p:cNvPr id="3" name="Subtitle 2"/>
          <p:cNvSpPr>
            <a:spLocks noGrp="1"/>
          </p:cNvSpPr>
          <p:nvPr>
            <p:ph type="subTitle" idx="1"/>
          </p:nvPr>
        </p:nvSpPr>
        <p:spPr>
          <a:xfrm>
            <a:off x="1143000" y="3602038"/>
            <a:ext cx="6858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0569F2D7-2394-463B-99AA-3447397976B2}" type="datetimeFigureOut">
              <a:rPr lang="vi-VN" smtClean="0"/>
              <a:pPr/>
              <a:t>15/02/2021</a:t>
            </a:fld>
            <a:endParaRPr lang="vi-VN"/>
          </a:p>
        </p:txBody>
      </p:sp>
      <p:sp>
        <p:nvSpPr>
          <p:cNvPr id="5" name="Footer Placeholder 4"/>
          <p:cNvSpPr>
            <a:spLocks noGrp="1"/>
          </p:cNvSpPr>
          <p:nvPr>
            <p:ph type="ftr" sz="quarter" idx="11"/>
          </p:nvPr>
        </p:nvSpPr>
        <p:spPr/>
        <p:txBody>
          <a:bodyPr/>
          <a:lstStyle/>
          <a:p>
            <a:endParaRPr lang="vi-VN"/>
          </a:p>
        </p:txBody>
      </p:sp>
      <p:sp>
        <p:nvSpPr>
          <p:cNvPr id="6" name="Slide Number Placeholder 5"/>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278661771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0569F2D7-2394-463B-99AA-3447397976B2}" type="datetimeFigureOut">
              <a:rPr lang="vi-VN" smtClean="0"/>
              <a:pPr/>
              <a:t>15/02/2021</a:t>
            </a:fld>
            <a:endParaRPr lang="vi-VN"/>
          </a:p>
        </p:txBody>
      </p:sp>
      <p:sp>
        <p:nvSpPr>
          <p:cNvPr id="5" name="Footer Placeholder 4"/>
          <p:cNvSpPr>
            <a:spLocks noGrp="1"/>
          </p:cNvSpPr>
          <p:nvPr>
            <p:ph type="ftr" sz="quarter" idx="11"/>
          </p:nvPr>
        </p:nvSpPr>
        <p:spPr/>
        <p:txBody>
          <a:bodyPr/>
          <a:lstStyle/>
          <a:p>
            <a:endParaRPr lang="vi-VN"/>
          </a:p>
        </p:txBody>
      </p:sp>
      <p:sp>
        <p:nvSpPr>
          <p:cNvPr id="6" name="Slide Number Placeholder 5"/>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401438519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23888" y="1709739"/>
            <a:ext cx="7886700" cy="2852737"/>
          </a:xfrm>
        </p:spPr>
        <p:txBody>
          <a:bodyPr anchor="b"/>
          <a:lstStyle>
            <a:lvl1pPr>
              <a:defRPr sz="6000"/>
            </a:lvl1pPr>
          </a:lstStyle>
          <a:p>
            <a:r>
              <a:rPr lang="en-US"/>
              <a:t>Click to edit Master title style</a:t>
            </a:r>
            <a:endParaRPr lang="en-US" dirty="0"/>
          </a:p>
        </p:txBody>
      </p:sp>
      <p:sp>
        <p:nvSpPr>
          <p:cNvPr id="3" name="Text Placeholder 2"/>
          <p:cNvSpPr>
            <a:spLocks noGrp="1"/>
          </p:cNvSpPr>
          <p:nvPr>
            <p:ph type="body" idx="1"/>
          </p:nvPr>
        </p:nvSpPr>
        <p:spPr>
          <a:xfrm>
            <a:off x="623888" y="4589464"/>
            <a:ext cx="7886700" cy="1500187"/>
          </a:xfrm>
        </p:spPr>
        <p:txBody>
          <a:bodyPr/>
          <a:lstStyle>
            <a:lvl1pPr marL="0" indent="0">
              <a:buNone/>
              <a:defRPr sz="2400">
                <a:solidFill>
                  <a:schemeClr val="tx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0569F2D7-2394-463B-99AA-3447397976B2}" type="datetimeFigureOut">
              <a:rPr lang="vi-VN" smtClean="0"/>
              <a:pPr/>
              <a:t>15/02/2021</a:t>
            </a:fld>
            <a:endParaRPr lang="vi-VN"/>
          </a:p>
        </p:txBody>
      </p:sp>
      <p:sp>
        <p:nvSpPr>
          <p:cNvPr id="5" name="Footer Placeholder 4"/>
          <p:cNvSpPr>
            <a:spLocks noGrp="1"/>
          </p:cNvSpPr>
          <p:nvPr>
            <p:ph type="ftr" sz="quarter" idx="11"/>
          </p:nvPr>
        </p:nvSpPr>
        <p:spPr/>
        <p:txBody>
          <a:bodyPr/>
          <a:lstStyle/>
          <a:p>
            <a:endParaRPr lang="vi-VN"/>
          </a:p>
        </p:txBody>
      </p:sp>
      <p:sp>
        <p:nvSpPr>
          <p:cNvPr id="6" name="Slide Number Placeholder 5"/>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104988175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628650" y="1825625"/>
            <a:ext cx="38862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4629150" y="1825625"/>
            <a:ext cx="38862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0569F2D7-2394-463B-99AA-3447397976B2}" type="datetimeFigureOut">
              <a:rPr lang="vi-VN" smtClean="0"/>
              <a:pPr/>
              <a:t>15/02/2021</a:t>
            </a:fld>
            <a:endParaRPr lang="vi-VN"/>
          </a:p>
        </p:txBody>
      </p:sp>
      <p:sp>
        <p:nvSpPr>
          <p:cNvPr id="6" name="Footer Placeholder 5"/>
          <p:cNvSpPr>
            <a:spLocks noGrp="1"/>
          </p:cNvSpPr>
          <p:nvPr>
            <p:ph type="ftr" sz="quarter" idx="11"/>
          </p:nvPr>
        </p:nvSpPr>
        <p:spPr/>
        <p:txBody>
          <a:bodyPr/>
          <a:lstStyle/>
          <a:p>
            <a:endParaRPr lang="vi-VN"/>
          </a:p>
        </p:txBody>
      </p:sp>
      <p:sp>
        <p:nvSpPr>
          <p:cNvPr id="7" name="Slide Number Placeholder 6"/>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165905179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29841" y="365126"/>
            <a:ext cx="7886700" cy="1325563"/>
          </a:xfrm>
        </p:spPr>
        <p:txBody>
          <a:bodyPr/>
          <a:lstStyle/>
          <a:p>
            <a:r>
              <a:rPr lang="en-US"/>
              <a:t>Click to edit Master title style</a:t>
            </a:r>
            <a:endParaRPr lang="en-US" dirty="0"/>
          </a:p>
        </p:txBody>
      </p:sp>
      <p:sp>
        <p:nvSpPr>
          <p:cNvPr id="3" name="Text Placeholder 2"/>
          <p:cNvSpPr>
            <a:spLocks noGrp="1"/>
          </p:cNvSpPr>
          <p:nvPr>
            <p:ph type="body" idx="1"/>
          </p:nvPr>
        </p:nvSpPr>
        <p:spPr>
          <a:xfrm>
            <a:off x="629842" y="1681163"/>
            <a:ext cx="3868340"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p:cNvSpPr>
            <a:spLocks noGrp="1"/>
          </p:cNvSpPr>
          <p:nvPr>
            <p:ph sz="half" idx="2"/>
          </p:nvPr>
        </p:nvSpPr>
        <p:spPr>
          <a:xfrm>
            <a:off x="629842" y="2505075"/>
            <a:ext cx="3868340"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4629150" y="1681163"/>
            <a:ext cx="3887391"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p:cNvSpPr>
            <a:spLocks noGrp="1"/>
          </p:cNvSpPr>
          <p:nvPr>
            <p:ph sz="quarter" idx="4"/>
          </p:nvPr>
        </p:nvSpPr>
        <p:spPr>
          <a:xfrm>
            <a:off x="4629150" y="2505075"/>
            <a:ext cx="3887391"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0569F2D7-2394-463B-99AA-3447397976B2}" type="datetimeFigureOut">
              <a:rPr lang="vi-VN" smtClean="0"/>
              <a:pPr/>
              <a:t>15/02/2021</a:t>
            </a:fld>
            <a:endParaRPr lang="vi-VN"/>
          </a:p>
        </p:txBody>
      </p:sp>
      <p:sp>
        <p:nvSpPr>
          <p:cNvPr id="8" name="Footer Placeholder 7"/>
          <p:cNvSpPr>
            <a:spLocks noGrp="1"/>
          </p:cNvSpPr>
          <p:nvPr>
            <p:ph type="ftr" sz="quarter" idx="11"/>
          </p:nvPr>
        </p:nvSpPr>
        <p:spPr/>
        <p:txBody>
          <a:bodyPr/>
          <a:lstStyle/>
          <a:p>
            <a:endParaRPr lang="vi-VN"/>
          </a:p>
        </p:txBody>
      </p:sp>
      <p:sp>
        <p:nvSpPr>
          <p:cNvPr id="9" name="Slide Number Placeholder 8"/>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334762892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0569F2D7-2394-463B-99AA-3447397976B2}" type="datetimeFigureOut">
              <a:rPr lang="vi-VN" smtClean="0"/>
              <a:pPr/>
              <a:t>15/02/2021</a:t>
            </a:fld>
            <a:endParaRPr lang="vi-VN"/>
          </a:p>
        </p:txBody>
      </p:sp>
      <p:sp>
        <p:nvSpPr>
          <p:cNvPr id="4" name="Footer Placeholder 3"/>
          <p:cNvSpPr>
            <a:spLocks noGrp="1"/>
          </p:cNvSpPr>
          <p:nvPr>
            <p:ph type="ftr" sz="quarter" idx="11"/>
          </p:nvPr>
        </p:nvSpPr>
        <p:spPr/>
        <p:txBody>
          <a:bodyPr/>
          <a:lstStyle/>
          <a:p>
            <a:endParaRPr lang="vi-VN"/>
          </a:p>
        </p:txBody>
      </p:sp>
      <p:sp>
        <p:nvSpPr>
          <p:cNvPr id="5" name="Slide Number Placeholder 4"/>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86212779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0569F2D7-2394-463B-99AA-3447397976B2}" type="datetimeFigureOut">
              <a:rPr lang="vi-VN" smtClean="0"/>
              <a:pPr/>
              <a:t>15/02/2021</a:t>
            </a:fld>
            <a:endParaRPr lang="vi-VN"/>
          </a:p>
        </p:txBody>
      </p:sp>
      <p:sp>
        <p:nvSpPr>
          <p:cNvPr id="3" name="Footer Placeholder 2"/>
          <p:cNvSpPr>
            <a:spLocks noGrp="1"/>
          </p:cNvSpPr>
          <p:nvPr>
            <p:ph type="ftr" sz="quarter" idx="11"/>
          </p:nvPr>
        </p:nvSpPr>
        <p:spPr/>
        <p:txBody>
          <a:bodyPr/>
          <a:lstStyle/>
          <a:p>
            <a:endParaRPr lang="vi-VN"/>
          </a:p>
        </p:txBody>
      </p:sp>
      <p:sp>
        <p:nvSpPr>
          <p:cNvPr id="4" name="Slide Number Placeholder 3"/>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271493882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457200"/>
            <a:ext cx="2949178" cy="1600200"/>
          </a:xfrm>
        </p:spPr>
        <p:txBody>
          <a:bodyPr anchor="b"/>
          <a:lstStyle>
            <a:lvl1pPr>
              <a:defRPr sz="3200"/>
            </a:lvl1pPr>
          </a:lstStyle>
          <a:p>
            <a:r>
              <a:rPr lang="en-US"/>
              <a:t>Click to edit Master title style</a:t>
            </a:r>
            <a:endParaRPr lang="en-US" dirty="0"/>
          </a:p>
        </p:txBody>
      </p:sp>
      <p:sp>
        <p:nvSpPr>
          <p:cNvPr id="3" name="Content Placeholder 2"/>
          <p:cNvSpPr>
            <a:spLocks noGrp="1"/>
          </p:cNvSpPr>
          <p:nvPr>
            <p:ph idx="1"/>
          </p:nvPr>
        </p:nvSpPr>
        <p:spPr>
          <a:xfrm>
            <a:off x="3887391" y="987426"/>
            <a:ext cx="462915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629841" y="2057400"/>
            <a:ext cx="2949178"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0569F2D7-2394-463B-99AA-3447397976B2}" type="datetimeFigureOut">
              <a:rPr lang="vi-VN" smtClean="0"/>
              <a:pPr/>
              <a:t>15/02/2021</a:t>
            </a:fld>
            <a:endParaRPr lang="vi-VN"/>
          </a:p>
        </p:txBody>
      </p:sp>
      <p:sp>
        <p:nvSpPr>
          <p:cNvPr id="6" name="Footer Placeholder 5"/>
          <p:cNvSpPr>
            <a:spLocks noGrp="1"/>
          </p:cNvSpPr>
          <p:nvPr>
            <p:ph type="ftr" sz="quarter" idx="11"/>
          </p:nvPr>
        </p:nvSpPr>
        <p:spPr/>
        <p:txBody>
          <a:bodyPr/>
          <a:lstStyle/>
          <a:p>
            <a:endParaRPr lang="vi-VN"/>
          </a:p>
        </p:txBody>
      </p:sp>
      <p:sp>
        <p:nvSpPr>
          <p:cNvPr id="7" name="Slide Number Placeholder 6"/>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5483498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457200"/>
            <a:ext cx="2949178" cy="1600200"/>
          </a:xfrm>
        </p:spPr>
        <p:txBody>
          <a:bodyPr anchor="b"/>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3887391" y="987426"/>
            <a:ext cx="462915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629841" y="2057400"/>
            <a:ext cx="2949178"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0569F2D7-2394-463B-99AA-3447397976B2}" type="datetimeFigureOut">
              <a:rPr lang="vi-VN" smtClean="0"/>
              <a:pPr/>
              <a:t>15/02/2021</a:t>
            </a:fld>
            <a:endParaRPr lang="vi-VN"/>
          </a:p>
        </p:txBody>
      </p:sp>
      <p:sp>
        <p:nvSpPr>
          <p:cNvPr id="6" name="Footer Placeholder 5"/>
          <p:cNvSpPr>
            <a:spLocks noGrp="1"/>
          </p:cNvSpPr>
          <p:nvPr>
            <p:ph type="ftr" sz="quarter" idx="11"/>
          </p:nvPr>
        </p:nvSpPr>
        <p:spPr/>
        <p:txBody>
          <a:bodyPr/>
          <a:lstStyle/>
          <a:p>
            <a:endParaRPr lang="vi-VN"/>
          </a:p>
        </p:txBody>
      </p:sp>
      <p:sp>
        <p:nvSpPr>
          <p:cNvPr id="7" name="Slide Number Placeholder 6"/>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402527331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0569F2D7-2394-463B-99AA-3447397976B2}" type="datetimeFigureOut">
              <a:rPr lang="vi-VN" smtClean="0"/>
              <a:pPr/>
              <a:t>15/02/2021</a:t>
            </a:fld>
            <a:endParaRPr lang="vi-VN"/>
          </a:p>
        </p:txBody>
      </p:sp>
      <p:sp>
        <p:nvSpPr>
          <p:cNvPr id="5" name="Footer Placeholder 4"/>
          <p:cNvSpPr>
            <a:spLocks noGrp="1"/>
          </p:cNvSpPr>
          <p:nvPr>
            <p:ph type="ftr" sz="quarter" idx="11"/>
          </p:nvPr>
        </p:nvSpPr>
        <p:spPr/>
        <p:txBody>
          <a:bodyPr/>
          <a:lstStyle/>
          <a:p>
            <a:endParaRPr lang="vi-VN"/>
          </a:p>
        </p:txBody>
      </p:sp>
      <p:sp>
        <p:nvSpPr>
          <p:cNvPr id="6" name="Slide Number Placeholder 5"/>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356373232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543675" y="365125"/>
            <a:ext cx="1971675" cy="5811838"/>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628650" y="365125"/>
            <a:ext cx="5800725" cy="5811838"/>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0569F2D7-2394-463B-99AA-3447397976B2}" type="datetimeFigureOut">
              <a:rPr lang="vi-VN" smtClean="0"/>
              <a:pPr/>
              <a:t>15/02/2021</a:t>
            </a:fld>
            <a:endParaRPr lang="vi-VN"/>
          </a:p>
        </p:txBody>
      </p:sp>
      <p:sp>
        <p:nvSpPr>
          <p:cNvPr id="5" name="Footer Placeholder 4"/>
          <p:cNvSpPr>
            <a:spLocks noGrp="1"/>
          </p:cNvSpPr>
          <p:nvPr>
            <p:ph type="ftr" sz="quarter" idx="11"/>
          </p:nvPr>
        </p:nvSpPr>
        <p:spPr/>
        <p:txBody>
          <a:bodyPr/>
          <a:lstStyle/>
          <a:p>
            <a:endParaRPr lang="vi-VN"/>
          </a:p>
        </p:txBody>
      </p:sp>
      <p:sp>
        <p:nvSpPr>
          <p:cNvPr id="6" name="Slide Number Placeholder 5"/>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12667569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28650" y="365126"/>
            <a:ext cx="7886700" cy="1325563"/>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628650" y="1825625"/>
            <a:ext cx="7886700" cy="4351338"/>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628650" y="6356351"/>
            <a:ext cx="20574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0569F2D7-2394-463B-99AA-3447397976B2}" type="datetimeFigureOut">
              <a:rPr lang="vi-VN" smtClean="0"/>
              <a:pPr/>
              <a:t>15/02/2021</a:t>
            </a:fld>
            <a:endParaRPr lang="vi-VN"/>
          </a:p>
        </p:txBody>
      </p:sp>
      <p:sp>
        <p:nvSpPr>
          <p:cNvPr id="5" name="Footer Placeholder 4"/>
          <p:cNvSpPr>
            <a:spLocks noGrp="1"/>
          </p:cNvSpPr>
          <p:nvPr>
            <p:ph type="ftr" sz="quarter" idx="3"/>
          </p:nvPr>
        </p:nvSpPr>
        <p:spPr>
          <a:xfrm>
            <a:off x="3028950" y="6356351"/>
            <a:ext cx="30861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vi-VN"/>
          </a:p>
        </p:txBody>
      </p:sp>
      <p:sp>
        <p:nvSpPr>
          <p:cNvPr id="6" name="Slide Number Placeholder 5"/>
          <p:cNvSpPr>
            <a:spLocks noGrp="1"/>
          </p:cNvSpPr>
          <p:nvPr>
            <p:ph type="sldNum" sz="quarter" idx="4"/>
          </p:nvPr>
        </p:nvSpPr>
        <p:spPr>
          <a:xfrm>
            <a:off x="6457950" y="6356351"/>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035F9DCF-6D91-4825-8894-8E6DFCB090D1}" type="slidenum">
              <a:rPr lang="vi-VN" smtClean="0"/>
              <a:pPr/>
              <a:t>‹#›</a:t>
            </a:fld>
            <a:endParaRPr lang="vi-VN"/>
          </a:p>
        </p:txBody>
      </p:sp>
    </p:spTree>
    <p:extLst>
      <p:ext uri="{BB962C8B-B14F-4D97-AF65-F5344CB8AC3E}">
        <p14:creationId xmlns:p14="http://schemas.microsoft.com/office/powerpoint/2010/main" val="3468737671"/>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Lạy Thiên Chúa Ba Ngôi toàn năng, chúng con đang họp nhau cầu nguyện, tha thiết nài xin cho cơn dịch bệnh mau chấm dứt. Lạy Chúa Cha giàu lòng thương xót, xin nhìn đến nỗi thống khổ của đoàn con trên khắp thế giới, </a:t>
            </a:r>
          </a:p>
        </p:txBody>
      </p:sp>
    </p:spTree>
    <p:extLst>
      <p:ext uri="{BB962C8B-B14F-4D97-AF65-F5344CB8AC3E}">
        <p14:creationId xmlns:p14="http://schemas.microsoft.com/office/powerpoint/2010/main" val="2174263447"/>
      </p:ext>
    </p:extLst>
  </p:cSld>
  <p:clrMapOvr>
    <a:masterClrMapping/>
  </p:clrMapOvr>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đặc biệt tại những nơi dịch bệnh đang hoành hành. Xin củng cố đức tin của chúng con, cho chúng con hoàn toàn tín thác vào tình yêu quan phòng của Cha. Lạy Chúa Giêsu là Đấng cứu độ duy nhất, </a:t>
            </a:r>
          </a:p>
        </p:txBody>
      </p:sp>
    </p:spTree>
    <p:extLst>
      <p:ext uri="{BB962C8B-B14F-4D97-AF65-F5344CB8AC3E}">
        <p14:creationId xmlns:p14="http://schemas.microsoft.com/office/powerpoint/2010/main" val="1057351675"/>
      </p:ext>
    </p:extLst>
  </p:cSld>
  <p:clrMapOvr>
    <a:masterClrMapping/>
  </p:clrMapOvr>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là vị lương y đầy quyền năng và lòng thương xót, xin thương cho các bệnh nhân sớm được chữa lành, và an ủi các gia đình đang gặp khó khăn thử thách. Xin cho lời chúng con khiêm tốn cầu nguyện, </a:t>
            </a:r>
          </a:p>
        </p:txBody>
      </p:sp>
    </p:spTree>
    <p:extLst>
      <p:ext uri="{BB962C8B-B14F-4D97-AF65-F5344CB8AC3E}">
        <p14:creationId xmlns:p14="http://schemas.microsoft.com/office/powerpoint/2010/main" val="1479294224"/>
      </p:ext>
    </p:extLst>
  </p:cSld>
  <p:clrMapOvr>
    <a:masterClrMapping/>
  </p:clrMapOvr>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được chạm tới trái tim nhân lành của Chúa, xin giảm bớt gánh nặng khổ đau, và cho chúng con cảm nhận được bàn tay Chúa đang ân cần nâng đỡ chúng con. Lạy Chúa Thánh Thần là nguồn sức mạnh tình yêu, </a:t>
            </a:r>
          </a:p>
        </p:txBody>
      </p:sp>
    </p:spTree>
    <p:extLst>
      <p:ext uri="{BB962C8B-B14F-4D97-AF65-F5344CB8AC3E}">
        <p14:creationId xmlns:p14="http://schemas.microsoft.com/office/powerpoint/2010/main" val="685872896"/>
      </p:ext>
    </p:extLst>
  </p:cSld>
  <p:clrMapOvr>
    <a:masterClrMapping/>
  </p:clrMapOvr>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xin soi sáng các vị hữu trách và những người có khả năng, giúp họ sớm tìm ra phương thuốc chữa trị dịch bệnh, xin ban cho các bác sĩ và nhân viên y tế, sức mạnh của </a:t>
            </a:r>
            <a:r>
              <a:rPr lang="vi-VN" sz="5400" b="1">
                <a:latin typeface="Times New Roman" panose="02020603050405020304" pitchFamily="18" charset="0"/>
                <a:cs typeface="Times New Roman" panose="02020603050405020304" pitchFamily="18" charset="0"/>
              </a:rPr>
              <a:t>tình thương và </a:t>
            </a:r>
            <a:r>
              <a:rPr lang="vi-VN" sz="5400" b="1" dirty="0">
                <a:latin typeface="Times New Roman" panose="02020603050405020304" pitchFamily="18" charset="0"/>
                <a:cs typeface="Times New Roman" panose="02020603050405020304" pitchFamily="18" charset="0"/>
              </a:rPr>
              <a:t>lòng nhiệt thành quảng đại, </a:t>
            </a:r>
          </a:p>
        </p:txBody>
      </p:sp>
    </p:spTree>
    <p:extLst>
      <p:ext uri="{BB962C8B-B14F-4D97-AF65-F5344CB8AC3E}">
        <p14:creationId xmlns:p14="http://schemas.microsoft.com/office/powerpoint/2010/main" val="2157549357"/>
      </p:ext>
    </p:extLst>
  </p:cSld>
  <p:clrMapOvr>
    <a:masterClrMapping/>
  </p:clrMapOvr>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luôn tận tâm tận lực phục vụ các bệnh nhân. Chúng con xin trao vào đôi tay từ mẫu của Mẹ Maria, những lời khẩn nguyện trong cơn đại nạn, nhờ lời Đức Mẹ chuyển cầu, xin Chúa nhận lời chúng con. Amen</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024972696"/>
      </p:ext>
    </p:extLst>
  </p:cSld>
  <p:clrMapOvr>
    <a:masterClrMapping/>
  </p:clrMapOvr>
  <p:transition/>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15707EB-D7C8-4315-861E-0C0D881BA228}"/>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580A1A79-EAAF-4BC4-8937-5CA2ACF0C6C3}"/>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344649657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Nhập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XIN BAN THẦN TRÍ (256)</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508414"/>
            <a:ext cx="9144000" cy="4641273"/>
          </a:xfrm>
        </p:spPr>
        <p:txBody>
          <a:bodyPr>
            <a:noAutofit/>
          </a:bodyPr>
          <a:lstStyle/>
          <a:p>
            <a:pPr algn="just"/>
            <a:r>
              <a:rPr lang="vi-VN" sz="5400" b="1" dirty="0">
                <a:latin typeface="Times New Roman" panose="02020603050405020304" pitchFamily="18" charset="0"/>
                <a:cs typeface="Times New Roman" panose="02020603050405020304" pitchFamily="18" charset="0"/>
              </a:rPr>
              <a:t>ĐK: Lạy Chúa, xin ban xuống trên chúng con Thần Trí tác tạo của Chúa. Người đổi mới tâm can, đổi mới muôn lòng</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340071676"/>
      </p:ext>
    </p:extLst>
  </p:cSld>
  <p:clrMapOvr>
    <a:masterClrMapping/>
  </p:clrMapOvr>
  <p:transition/>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Nhập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XIN BAN THẦN TRÍ (256)</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911169"/>
            <a:ext cx="9144000" cy="3835763"/>
          </a:xfrm>
        </p:spPr>
        <p:txBody>
          <a:bodyPr>
            <a:noAutofit/>
          </a:bodyPr>
          <a:lstStyle/>
          <a:p>
            <a:pPr algn="just"/>
            <a:r>
              <a:rPr lang="en-US" sz="5400" b="1" dirty="0">
                <a:latin typeface="Times New Roman" panose="02020603050405020304" pitchFamily="18" charset="0"/>
                <a:cs typeface="Times New Roman" panose="02020603050405020304" pitchFamily="18" charset="0"/>
              </a:rPr>
              <a:t>1. Ng</a:t>
            </a:r>
            <a:r>
              <a:rPr lang="vi-VN" sz="5400" b="1" dirty="0">
                <a:latin typeface="Times New Roman" panose="02020603050405020304" pitchFamily="18" charset="0"/>
                <a:cs typeface="Times New Roman" panose="02020603050405020304" pitchFamily="18" charset="0"/>
              </a:rPr>
              <a:t>ư</a:t>
            </a:r>
            <a:r>
              <a:rPr lang="en-US" sz="5400" b="1" dirty="0" err="1">
                <a:latin typeface="Times New Roman" panose="02020603050405020304" pitchFamily="18" charset="0"/>
                <a:cs typeface="Times New Roman" panose="02020603050405020304" pitchFamily="18" charset="0"/>
              </a:rPr>
              <a:t>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sẽ</a:t>
            </a:r>
            <a:r>
              <a:rPr lang="en-US" sz="5400" b="1" dirty="0">
                <a:latin typeface="Times New Roman" panose="02020603050405020304" pitchFamily="18" charset="0"/>
                <a:cs typeface="Times New Roman" panose="02020603050405020304" pitchFamily="18" charset="0"/>
              </a:rPr>
              <a:t> ban </a:t>
            </a:r>
            <a:r>
              <a:rPr lang="en-US" sz="5400" b="1" dirty="0" err="1">
                <a:latin typeface="Times New Roman" panose="02020603050405020304" pitchFamily="18" charset="0"/>
                <a:cs typeface="Times New Roman" panose="02020603050405020304" pitchFamily="18" charset="0"/>
              </a:rPr>
              <a:t>cho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chúng</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nhớ</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lại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hằng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sống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truyền</a:t>
            </a:r>
            <a:r>
              <a:rPr lang="en-US" sz="5400" b="1" dirty="0">
                <a:latin typeface="Times New Roman" panose="02020603050405020304" pitchFamily="18" charset="0"/>
                <a:cs typeface="Times New Roman" panose="02020603050405020304" pitchFamily="18" charset="0"/>
              </a:rPr>
              <a:t> ban</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438953623"/>
      </p:ext>
    </p:extLst>
  </p:cSld>
  <p:clrMapOvr>
    <a:masterClrMapping/>
  </p:clrMapOvr>
  <p:transition/>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Nhập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XIN BAN THẦN TRÍ (256)</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508414"/>
            <a:ext cx="9144000" cy="4641273"/>
          </a:xfrm>
        </p:spPr>
        <p:txBody>
          <a:bodyPr>
            <a:noAutofit/>
          </a:bodyPr>
          <a:lstStyle/>
          <a:p>
            <a:pPr algn="just"/>
            <a:r>
              <a:rPr lang="vi-VN" sz="5400" b="1" dirty="0">
                <a:latin typeface="Times New Roman" panose="02020603050405020304" pitchFamily="18" charset="0"/>
                <a:cs typeface="Times New Roman" panose="02020603050405020304" pitchFamily="18" charset="0"/>
              </a:rPr>
              <a:t>ĐK: Lạy Chúa, xin ban xuống trên chúng con Thần Trí tác tạo của Chúa. Người đổi mới tâm can, đổi mới muôn lòng</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303585316"/>
      </p:ext>
    </p:extLst>
  </p:cSld>
  <p:clrMapOvr>
    <a:masterClrMapping/>
  </p:clrMapOvr>
  <p:transition/>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Nhập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XIN BAN THẦN TRÍ (256)</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911169"/>
            <a:ext cx="9144000" cy="3835763"/>
          </a:xfrm>
        </p:spPr>
        <p:txBody>
          <a:bodyPr>
            <a:noAutofit/>
          </a:bodyPr>
          <a:lstStyle/>
          <a:p>
            <a:pPr algn="just"/>
            <a:r>
              <a:rPr lang="en-US" sz="5400" b="1" dirty="0">
                <a:latin typeface="Times New Roman" panose="02020603050405020304" pitchFamily="18" charset="0"/>
                <a:cs typeface="Times New Roman" panose="02020603050405020304" pitchFamily="18" charset="0"/>
              </a:rPr>
              <a:t>2. Ng</a:t>
            </a:r>
            <a:r>
              <a:rPr lang="vi-VN" sz="5400" b="1" dirty="0">
                <a:latin typeface="Times New Roman" panose="02020603050405020304" pitchFamily="18" charset="0"/>
                <a:cs typeface="Times New Roman" panose="02020603050405020304" pitchFamily="18" charset="0"/>
              </a:rPr>
              <a:t>ười sẽ ghi trong trái tim chính lề luật tình mến Chúa truyền ban.</a:t>
            </a:r>
          </a:p>
        </p:txBody>
      </p:sp>
    </p:spTree>
    <p:extLst>
      <p:ext uri="{BB962C8B-B14F-4D97-AF65-F5344CB8AC3E}">
        <p14:creationId xmlns:p14="http://schemas.microsoft.com/office/powerpoint/2010/main" val="2456420806"/>
      </p:ext>
    </p:extLst>
  </p:cSld>
  <p:clrMapOvr>
    <a:masterClrMapping/>
  </p:clrMapOvr>
  <p:transition/>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Nhập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XIN BAN THẦN TRÍ (256)</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508414"/>
            <a:ext cx="9144000" cy="4641273"/>
          </a:xfrm>
        </p:spPr>
        <p:txBody>
          <a:bodyPr>
            <a:noAutofit/>
          </a:bodyPr>
          <a:lstStyle/>
          <a:p>
            <a:pPr algn="just"/>
            <a:r>
              <a:rPr lang="vi-VN" sz="5400" b="1" dirty="0">
                <a:latin typeface="Times New Roman" panose="02020603050405020304" pitchFamily="18" charset="0"/>
                <a:cs typeface="Times New Roman" panose="02020603050405020304" pitchFamily="18" charset="0"/>
              </a:rPr>
              <a:t>ĐK: Lạy Chúa, xin ban xuống trên chúng con Thần Trí tác tạo của Chúa. Người đổi mới tâm can, đổi mới muôn lòng</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225908534"/>
      </p:ext>
    </p:extLst>
  </p:cSld>
  <p:clrMapOvr>
    <a:masterClrMapping/>
  </p:clrMapOvr>
  <p:transition/>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1101133"/>
            <a:ext cx="9144000" cy="8673524"/>
          </a:xfrm>
        </p:spPr>
        <p:txBody>
          <a:bodyPr>
            <a:noAutofit/>
          </a:bodyPr>
          <a:lstStyle/>
          <a:p>
            <a:r>
              <a:rPr lang="en-US" sz="6600" b="1" dirty="0" err="1">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Đáp</a:t>
            </a:r>
            <a:r>
              <a:rPr lang="en-US" sz="66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 Ca</a:t>
            </a:r>
          </a:p>
          <a:p>
            <a:pPr algn="just"/>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sẽ</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phúc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dân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Người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trong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cảnh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thái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bình</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117629888"/>
      </p:ext>
    </p:extLst>
  </p:cSld>
  <p:clrMapOvr>
    <a:masterClrMapping/>
  </p:clrMapOvr>
  <p:transition/>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642496"/>
            <a:ext cx="9144000" cy="7180234"/>
          </a:xfrm>
        </p:spPr>
        <p:txBody>
          <a:bodyPr>
            <a:noAutofit/>
          </a:bodyPr>
          <a:lstStyle/>
          <a:p>
            <a:r>
              <a:rPr lang="en-US" sz="5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Alleluia</a:t>
            </a:r>
          </a:p>
          <a:p>
            <a:pPr algn="just"/>
            <a:r>
              <a:rPr lang="en-US" sz="5400" b="1" dirty="0">
                <a:latin typeface="Times New Roman" panose="02020603050405020304" pitchFamily="18" charset="0"/>
                <a:cs typeface="Times New Roman" panose="02020603050405020304" pitchFamily="18" charset="0"/>
              </a:rPr>
              <a:t>All… All… Xin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cho</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hiểu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đường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lối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những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huấn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lệnh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của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và</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suy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gẫm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các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điều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lạ</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lùng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của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All…</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676192502"/>
      </p:ext>
    </p:extLst>
  </p:cSld>
  <p:clrMapOvr>
    <a:masterClrMapping/>
  </p:clrMapOvr>
  <p:transition/>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Nhập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DÂNG 2 (570)</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967359"/>
            <a:ext cx="9144000" cy="5105400"/>
          </a:xfrm>
        </p:spPr>
        <p:txBody>
          <a:bodyPr>
            <a:noAutofit/>
          </a:bodyPr>
          <a:lstStyle/>
          <a:p>
            <a:pPr algn="just"/>
            <a:r>
              <a:rPr lang="en-US" sz="5400" b="1" dirty="0">
                <a:latin typeface="Times New Roman" panose="02020603050405020304" pitchFamily="18" charset="0"/>
                <a:cs typeface="Times New Roman" panose="02020603050405020304" pitchFamily="18" charset="0"/>
              </a:rPr>
              <a:t>1. Con </a:t>
            </a:r>
            <a:r>
              <a:rPr lang="en-US" sz="5400" b="1" dirty="0" err="1">
                <a:latin typeface="Times New Roman" panose="02020603050405020304" pitchFamily="18" charset="0"/>
                <a:cs typeface="Times New Roman" panose="02020603050405020304" pitchFamily="18" charset="0"/>
              </a:rPr>
              <a:t>xin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tiến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dâng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rượu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bánh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nơi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nương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đồng</a:t>
            </a:r>
            <a:r>
              <a:rPr lang="en-US" sz="5400" b="1" dirty="0">
                <a:latin typeface="Times New Roman" panose="02020603050405020304" pitchFamily="18" charset="0"/>
                <a:cs typeface="Times New Roman" panose="02020603050405020304" pitchFamily="18" charset="0"/>
              </a:rPr>
              <a:t>. Do </a:t>
            </a:r>
            <a:r>
              <a:rPr lang="en-US" sz="5400" b="1" dirty="0" err="1">
                <a:latin typeface="Times New Roman" panose="02020603050405020304" pitchFamily="18" charset="0"/>
                <a:cs typeface="Times New Roman" panose="02020603050405020304" pitchFamily="18" charset="0"/>
              </a:rPr>
              <a:t>bông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thơm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và</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chín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sạch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trong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Đôi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tay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tháng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ngày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nắng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mưa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vun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trồng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Của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lễ</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tỏa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hương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quyện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áng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mây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hồng</a:t>
            </a:r>
            <a:r>
              <a:rPr lang="en-US" sz="5400" b="1" dirty="0">
                <a:latin typeface="Times New Roman" panose="02020603050405020304" pitchFamily="18" charset="0"/>
                <a:cs typeface="Times New Roman" panose="02020603050405020304" pitchFamily="18" charset="0"/>
              </a:rPr>
              <a:t>. </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84036961"/>
      </p:ext>
    </p:extLst>
  </p:cSld>
  <p:clrMapOvr>
    <a:masterClrMapping/>
  </p:clrMapOvr>
  <p:transition/>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Nhập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DÂNG 2 (570)</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967359"/>
            <a:ext cx="9144000" cy="5105400"/>
          </a:xfrm>
        </p:spPr>
        <p:txBody>
          <a:bodyPr>
            <a:noAutofit/>
          </a:bodyPr>
          <a:lstStyle/>
          <a:p>
            <a:pPr algn="just"/>
            <a:r>
              <a:rPr lang="en-US" sz="5400" b="1" dirty="0">
                <a:latin typeface="Times New Roman" panose="02020603050405020304" pitchFamily="18" charset="0"/>
                <a:cs typeface="Times New Roman" panose="02020603050405020304" pitchFamily="18" charset="0"/>
              </a:rPr>
              <a:t>ĐK: Con </a:t>
            </a:r>
            <a:r>
              <a:rPr lang="en-US" sz="5400" b="1" dirty="0" err="1">
                <a:latin typeface="Times New Roman" panose="02020603050405020304" pitchFamily="18" charset="0"/>
                <a:cs typeface="Times New Roman" panose="02020603050405020304" pitchFamily="18" charset="0"/>
              </a:rPr>
              <a:t>xin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dâng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Ngài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này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hiến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lễ</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tinh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tuyền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Cùng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tiếng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ngợi</a:t>
            </a:r>
            <a:r>
              <a:rPr lang="en-US" sz="5400" b="1" dirty="0">
                <a:latin typeface="Times New Roman" panose="02020603050405020304" pitchFamily="18" charset="0"/>
                <a:cs typeface="Times New Roman" panose="02020603050405020304" pitchFamily="18" charset="0"/>
              </a:rPr>
              <a:t> ca </a:t>
            </a:r>
            <a:r>
              <a:rPr lang="en-US" sz="5400" b="1" dirty="0" err="1">
                <a:latin typeface="Times New Roman" panose="02020603050405020304" pitchFamily="18" charset="0"/>
                <a:cs typeface="Times New Roman" panose="02020603050405020304" pitchFamily="18" charset="0"/>
              </a:rPr>
              <a:t>một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tình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khúc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dịu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êm</a:t>
            </a:r>
            <a:r>
              <a:rPr lang="en-US" sz="5400" b="1" dirty="0">
                <a:latin typeface="Times New Roman" panose="02020603050405020304" pitchFamily="18" charset="0"/>
                <a:cs typeface="Times New Roman" panose="02020603050405020304" pitchFamily="18" charset="0"/>
              </a:rPr>
              <a:t>. Xin Cha </a:t>
            </a:r>
            <a:r>
              <a:rPr lang="en-US" sz="5400" b="1" dirty="0" err="1">
                <a:latin typeface="Times New Roman" panose="02020603050405020304" pitchFamily="18" charset="0"/>
                <a:cs typeface="Times New Roman" panose="02020603050405020304" pitchFamily="18" charset="0"/>
              </a:rPr>
              <a:t>thương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nhận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trọn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niềm</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yêu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mến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Đến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muôn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nguyện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thề</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không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dám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quên</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206610639"/>
      </p:ext>
    </p:extLst>
  </p:cSld>
  <p:clrMapOvr>
    <a:masterClrMapping/>
  </p:clrMapOvr>
  <p:transition/>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Nhập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DÂNG 2 (570)</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095375"/>
            <a:ext cx="9144000" cy="5105400"/>
          </a:xfrm>
        </p:spPr>
        <p:txBody>
          <a:bodyPr>
            <a:noAutofit/>
          </a:bodyPr>
          <a:lstStyle/>
          <a:p>
            <a:pPr algn="just"/>
            <a:r>
              <a:rPr lang="en-US" sz="5400" b="1" dirty="0">
                <a:latin typeface="Times New Roman" panose="02020603050405020304" pitchFamily="18" charset="0"/>
                <a:cs typeface="Times New Roman" panose="02020603050405020304" pitchFamily="18" charset="0"/>
              </a:rPr>
              <a:t>2. Con </a:t>
            </a:r>
            <a:r>
              <a:rPr lang="en-US" sz="5400" b="1" dirty="0" err="1">
                <a:latin typeface="Times New Roman" panose="02020603050405020304" pitchFamily="18" charset="0"/>
                <a:cs typeface="Times New Roman" panose="02020603050405020304" pitchFamily="18" charset="0"/>
              </a:rPr>
              <a:t>xin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tiến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dâng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trọn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xác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thân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linh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hồn</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xin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tiến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dâng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hợp</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với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bánh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rượu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ngon</a:t>
            </a:r>
            <a:r>
              <a:rPr lang="en-US" sz="5400" b="1" dirty="0">
                <a:latin typeface="Times New Roman" panose="02020603050405020304" pitchFamily="18" charset="0"/>
                <a:cs typeface="Times New Roman" panose="02020603050405020304" pitchFamily="18" charset="0"/>
              </a:rPr>
              <a:t>. Xin </a:t>
            </a:r>
            <a:r>
              <a:rPr lang="en-US" sz="5400" b="1" dirty="0" err="1">
                <a:latin typeface="Times New Roman" panose="02020603050405020304" pitchFamily="18" charset="0"/>
                <a:cs typeface="Times New Roman" panose="02020603050405020304" pitchFamily="18" charset="0"/>
              </a:rPr>
              <a:t>thương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lành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lễ</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dâng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chân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thành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Rượu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bánh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trở</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nguồn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sống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nhân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trần</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944977811"/>
      </p:ext>
    </p:extLst>
  </p:cSld>
  <p:clrMapOvr>
    <a:masterClrMapping/>
  </p:clrMapOvr>
  <p:transition/>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Nhập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DÂNG 2 (570)</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967359"/>
            <a:ext cx="9144000" cy="5105400"/>
          </a:xfrm>
        </p:spPr>
        <p:txBody>
          <a:bodyPr>
            <a:noAutofit/>
          </a:bodyPr>
          <a:lstStyle/>
          <a:p>
            <a:pPr algn="just"/>
            <a:r>
              <a:rPr lang="en-US" sz="5400" b="1" dirty="0">
                <a:latin typeface="Times New Roman" panose="02020603050405020304" pitchFamily="18" charset="0"/>
                <a:cs typeface="Times New Roman" panose="02020603050405020304" pitchFamily="18" charset="0"/>
              </a:rPr>
              <a:t>ĐK: Con </a:t>
            </a:r>
            <a:r>
              <a:rPr lang="en-US" sz="5400" b="1" dirty="0" err="1">
                <a:latin typeface="Times New Roman" panose="02020603050405020304" pitchFamily="18" charset="0"/>
                <a:cs typeface="Times New Roman" panose="02020603050405020304" pitchFamily="18" charset="0"/>
              </a:rPr>
              <a:t>xin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dâng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Ngài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này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hiến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lễ</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tinh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tuyền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Cùng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tiếng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ngợi</a:t>
            </a:r>
            <a:r>
              <a:rPr lang="en-US" sz="5400" b="1" dirty="0">
                <a:latin typeface="Times New Roman" panose="02020603050405020304" pitchFamily="18" charset="0"/>
                <a:cs typeface="Times New Roman" panose="02020603050405020304" pitchFamily="18" charset="0"/>
              </a:rPr>
              <a:t> ca </a:t>
            </a:r>
            <a:r>
              <a:rPr lang="en-US" sz="5400" b="1" dirty="0" err="1">
                <a:latin typeface="Times New Roman" panose="02020603050405020304" pitchFamily="18" charset="0"/>
                <a:cs typeface="Times New Roman" panose="02020603050405020304" pitchFamily="18" charset="0"/>
              </a:rPr>
              <a:t>một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tình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khúc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dịu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êm</a:t>
            </a:r>
            <a:r>
              <a:rPr lang="en-US" sz="5400" b="1" dirty="0">
                <a:latin typeface="Times New Roman" panose="02020603050405020304" pitchFamily="18" charset="0"/>
                <a:cs typeface="Times New Roman" panose="02020603050405020304" pitchFamily="18" charset="0"/>
              </a:rPr>
              <a:t>. Xin Cha </a:t>
            </a:r>
            <a:r>
              <a:rPr lang="en-US" sz="5400" b="1" dirty="0" err="1">
                <a:latin typeface="Times New Roman" panose="02020603050405020304" pitchFamily="18" charset="0"/>
                <a:cs typeface="Times New Roman" panose="02020603050405020304" pitchFamily="18" charset="0"/>
              </a:rPr>
              <a:t>thương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nhận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trọn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niềm</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yêu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mến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Đến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muôn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nguyện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thề</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không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dám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quên</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894855706"/>
      </p:ext>
    </p:extLst>
  </p:cSld>
  <p:clrMapOvr>
    <a:masterClrMapping/>
  </p:clrMapOvr>
  <p:transition/>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464128"/>
            <a:ext cx="9144000" cy="6234545"/>
          </a:xfrm>
        </p:spPr>
        <p:txBody>
          <a:bodyPr>
            <a:normAutofit/>
          </a:bodyPr>
          <a:lstStyle/>
          <a:p>
            <a:pPr algn="just"/>
            <a:r>
              <a:rPr lang="en-US" sz="5400" b="1" dirty="0">
                <a:solidFill>
                  <a:srgbClr val="FF0000"/>
                </a:solidFill>
                <a:latin typeface="Times New Roman" pitchFamily="18" charset="0"/>
                <a:cs typeface="Times New Roman" pitchFamily="18" charset="0"/>
              </a:rPr>
              <a:t>CA HIỆP LỄ</a:t>
            </a:r>
          </a:p>
          <a:p>
            <a:pPr algn="just"/>
            <a:r>
              <a:rPr lang="en-US" sz="6000" b="1" dirty="0" err="1">
                <a:latin typeface="Times New Roman" pitchFamily="18" charset="0"/>
                <a:cs typeface="Times New Roman" pitchFamily="18" charset="0"/>
              </a:rPr>
              <a:t>Họ</a:t>
            </a:r>
            <a:r>
              <a:rPr lang="en-US" sz="6000" b="1" dirty="0">
                <a:latin typeface="Times New Roman" pitchFamily="18" charset="0"/>
                <a:cs typeface="Times New Roman" pitchFamily="18" charset="0"/>
              </a:rPr>
              <a:t> </a:t>
            </a:r>
            <a:r>
              <a:rPr lang="en-US" sz="6000" b="1" dirty="0" err="1">
                <a:latin typeface="Times New Roman" pitchFamily="18" charset="0"/>
                <a:cs typeface="Times New Roman" pitchFamily="18" charset="0"/>
              </a:rPr>
              <a:t>đã</a:t>
            </a:r>
            <a:r>
              <a:rPr lang="en-US" sz="6000" b="1" dirty="0">
                <a:latin typeface="Times New Roman" pitchFamily="18" charset="0"/>
                <a:cs typeface="Times New Roman" pitchFamily="18" charset="0"/>
              </a:rPr>
              <a:t> </a:t>
            </a:r>
            <a:r>
              <a:rPr lang="en-US" sz="6000" b="1" dirty="0" err="1">
                <a:latin typeface="Times New Roman" pitchFamily="18" charset="0"/>
                <a:cs typeface="Times New Roman" pitchFamily="18" charset="0"/>
              </a:rPr>
              <a:t>ăn</a:t>
            </a:r>
            <a:r>
              <a:rPr lang="en-US" sz="6000" b="1" dirty="0">
                <a:latin typeface="Times New Roman" pitchFamily="18" charset="0"/>
                <a:cs typeface="Times New Roman" pitchFamily="18" charset="0"/>
              </a:rPr>
              <a:t> </a:t>
            </a:r>
            <a:r>
              <a:rPr lang="en-US" sz="6000" b="1" dirty="0" err="1">
                <a:latin typeface="Times New Roman" pitchFamily="18" charset="0"/>
                <a:cs typeface="Times New Roman" pitchFamily="18" charset="0"/>
              </a:rPr>
              <a:t>và</a:t>
            </a:r>
            <a:r>
              <a:rPr lang="en-US" sz="6000" b="1" dirty="0">
                <a:latin typeface="Times New Roman" pitchFamily="18" charset="0"/>
                <a:cs typeface="Times New Roman" pitchFamily="18" charset="0"/>
              </a:rPr>
              <a:t> no </a:t>
            </a:r>
            <a:r>
              <a:rPr lang="en-US" sz="6000" b="1" dirty="0" err="1">
                <a:latin typeface="Times New Roman" pitchFamily="18" charset="0"/>
                <a:cs typeface="Times New Roman" pitchFamily="18" charset="0"/>
              </a:rPr>
              <a:t>phỉ</a:t>
            </a:r>
            <a:r>
              <a:rPr lang="en-US" sz="6000" b="1" dirty="0">
                <a:latin typeface="Times New Roman" pitchFamily="18" charset="0"/>
                <a:cs typeface="Times New Roman" pitchFamily="18" charset="0"/>
              </a:rPr>
              <a:t> </a:t>
            </a:r>
            <a:r>
              <a:rPr lang="en-US" sz="6000" b="1" dirty="0" err="1">
                <a:latin typeface="Times New Roman" pitchFamily="18" charset="0"/>
                <a:cs typeface="Times New Roman" pitchFamily="18" charset="0"/>
              </a:rPr>
              <a:t>hoàn</a:t>
            </a:r>
            <a:r>
              <a:rPr lang="en-US" sz="6000" b="1" dirty="0">
                <a:latin typeface="Times New Roman" pitchFamily="18" charset="0"/>
                <a:cs typeface="Times New Roman" pitchFamily="18" charset="0"/>
              </a:rPr>
              <a:t> </a:t>
            </a:r>
            <a:r>
              <a:rPr lang="en-US" sz="6000" b="1" dirty="0" err="1">
                <a:latin typeface="Times New Roman" pitchFamily="18" charset="0"/>
                <a:cs typeface="Times New Roman" pitchFamily="18" charset="0"/>
              </a:rPr>
              <a:t>toàn</a:t>
            </a:r>
            <a:r>
              <a:rPr lang="en-US" sz="6000" b="1" dirty="0">
                <a:latin typeface="Times New Roman" pitchFamily="18" charset="0"/>
                <a:cs typeface="Times New Roman" pitchFamily="18" charset="0"/>
              </a:rPr>
              <a:t>, </a:t>
            </a:r>
            <a:r>
              <a:rPr lang="en-US" sz="6000" b="1" dirty="0" err="1">
                <a:latin typeface="Times New Roman" pitchFamily="18" charset="0"/>
                <a:cs typeface="Times New Roman" pitchFamily="18" charset="0"/>
              </a:rPr>
              <a:t>và</a:t>
            </a:r>
            <a:r>
              <a:rPr lang="en-US" sz="6000" b="1" dirty="0">
                <a:latin typeface="Times New Roman" pitchFamily="18" charset="0"/>
                <a:cs typeface="Times New Roman" pitchFamily="18" charset="0"/>
              </a:rPr>
              <a:t> </a:t>
            </a:r>
            <a:r>
              <a:rPr lang="en-US" sz="6000" b="1" dirty="0" err="1">
                <a:latin typeface="Times New Roman" pitchFamily="18" charset="0"/>
                <a:cs typeface="Times New Roman" pitchFamily="18" charset="0"/>
              </a:rPr>
              <a:t>Chúa</a:t>
            </a:r>
            <a:r>
              <a:rPr lang="en-US" sz="6000" b="1" dirty="0">
                <a:latin typeface="Times New Roman" pitchFamily="18" charset="0"/>
                <a:cs typeface="Times New Roman" pitchFamily="18" charset="0"/>
              </a:rPr>
              <a:t> </a:t>
            </a:r>
            <a:r>
              <a:rPr lang="en-US" sz="6000" b="1" dirty="0" err="1">
                <a:latin typeface="Times New Roman" pitchFamily="18" charset="0"/>
                <a:cs typeface="Times New Roman" pitchFamily="18" charset="0"/>
              </a:rPr>
              <a:t>đã</a:t>
            </a:r>
            <a:r>
              <a:rPr lang="en-US" sz="6000" b="1" dirty="0">
                <a:latin typeface="Times New Roman" pitchFamily="18" charset="0"/>
                <a:cs typeface="Times New Roman" pitchFamily="18" charset="0"/>
              </a:rPr>
              <a:t> </a:t>
            </a:r>
            <a:r>
              <a:rPr lang="en-US" sz="6000" b="1" dirty="0" err="1">
                <a:latin typeface="Times New Roman" pitchFamily="18" charset="0"/>
                <a:cs typeface="Times New Roman" pitchFamily="18" charset="0"/>
              </a:rPr>
              <a:t>cho</a:t>
            </a:r>
            <a:r>
              <a:rPr lang="en-US" sz="6000" b="1" dirty="0">
                <a:latin typeface="Times New Roman" pitchFamily="18" charset="0"/>
                <a:cs typeface="Times New Roman" pitchFamily="18" charset="0"/>
              </a:rPr>
              <a:t> </a:t>
            </a:r>
            <a:r>
              <a:rPr lang="en-US" sz="6000" b="1" dirty="0" err="1">
                <a:latin typeface="Times New Roman" pitchFamily="18" charset="0"/>
                <a:cs typeface="Times New Roman" pitchFamily="18" charset="0"/>
              </a:rPr>
              <a:t>họ</a:t>
            </a:r>
            <a:r>
              <a:rPr lang="en-US" sz="6000" b="1" dirty="0">
                <a:latin typeface="Times New Roman" pitchFamily="18" charset="0"/>
                <a:cs typeface="Times New Roman" pitchFamily="18" charset="0"/>
              </a:rPr>
              <a:t> </a:t>
            </a:r>
            <a:r>
              <a:rPr lang="en-US" sz="6000" b="1" dirty="0" err="1">
                <a:latin typeface="Times New Roman" pitchFamily="18" charset="0"/>
                <a:cs typeface="Times New Roman" pitchFamily="18" charset="0"/>
              </a:rPr>
              <a:t>được</a:t>
            </a:r>
            <a:r>
              <a:rPr lang="en-US" sz="6000" b="1" dirty="0">
                <a:latin typeface="Times New Roman" pitchFamily="18" charset="0"/>
                <a:cs typeface="Times New Roman" pitchFamily="18" charset="0"/>
              </a:rPr>
              <a:t> </a:t>
            </a:r>
            <a:r>
              <a:rPr lang="en-US" sz="6000" b="1" dirty="0" err="1">
                <a:latin typeface="Times New Roman" pitchFamily="18" charset="0"/>
                <a:cs typeface="Times New Roman" pitchFamily="18" charset="0"/>
              </a:rPr>
              <a:t>thỏa</a:t>
            </a:r>
            <a:r>
              <a:rPr lang="en-US" sz="6000" b="1" dirty="0">
                <a:latin typeface="Times New Roman" pitchFamily="18" charset="0"/>
                <a:cs typeface="Times New Roman" pitchFamily="18" charset="0"/>
              </a:rPr>
              <a:t> </a:t>
            </a:r>
            <a:r>
              <a:rPr lang="en-US" sz="6000" b="1" dirty="0" err="1">
                <a:latin typeface="Times New Roman" pitchFamily="18" charset="0"/>
                <a:cs typeface="Times New Roman" pitchFamily="18" charset="0"/>
              </a:rPr>
              <a:t>lòng</a:t>
            </a:r>
            <a:r>
              <a:rPr lang="en-US" sz="6000" b="1" dirty="0">
                <a:latin typeface="Times New Roman" pitchFamily="18" charset="0"/>
                <a:cs typeface="Times New Roman" pitchFamily="18" charset="0"/>
              </a:rPr>
              <a:t> </a:t>
            </a:r>
            <a:r>
              <a:rPr lang="en-US" sz="6000" b="1" dirty="0" err="1">
                <a:latin typeface="Times New Roman" pitchFamily="18" charset="0"/>
                <a:cs typeface="Times New Roman" pitchFamily="18" charset="0"/>
              </a:rPr>
              <a:t>ao</a:t>
            </a:r>
            <a:r>
              <a:rPr lang="en-US" sz="6000" b="1" dirty="0">
                <a:latin typeface="Times New Roman" pitchFamily="18" charset="0"/>
                <a:cs typeface="Times New Roman" pitchFamily="18" charset="0"/>
              </a:rPr>
              <a:t> </a:t>
            </a:r>
            <a:r>
              <a:rPr lang="en-US" sz="6000" b="1" dirty="0" err="1">
                <a:latin typeface="Times New Roman" pitchFamily="18" charset="0"/>
                <a:cs typeface="Times New Roman" pitchFamily="18" charset="0"/>
              </a:rPr>
              <a:t>ước</a:t>
            </a:r>
            <a:r>
              <a:rPr lang="en-US" sz="6000" b="1" dirty="0">
                <a:latin typeface="Times New Roman" pitchFamily="18" charset="0"/>
                <a:cs typeface="Times New Roman" pitchFamily="18" charset="0"/>
              </a:rPr>
              <a:t>, </a:t>
            </a:r>
            <a:r>
              <a:rPr lang="en-US" sz="6000" b="1" dirty="0" err="1">
                <a:latin typeface="Times New Roman" pitchFamily="18" charset="0"/>
                <a:cs typeface="Times New Roman" pitchFamily="18" charset="0"/>
              </a:rPr>
              <a:t>nhưng</a:t>
            </a:r>
            <a:r>
              <a:rPr lang="en-US" sz="6000" b="1" dirty="0">
                <a:latin typeface="Times New Roman" pitchFamily="18" charset="0"/>
                <a:cs typeface="Times New Roman" pitchFamily="18" charset="0"/>
              </a:rPr>
              <a:t> </a:t>
            </a:r>
            <a:r>
              <a:rPr lang="en-US" sz="6000" b="1" dirty="0" err="1">
                <a:latin typeface="Times New Roman" pitchFamily="18" charset="0"/>
                <a:cs typeface="Times New Roman" pitchFamily="18" charset="0"/>
              </a:rPr>
              <a:t>họ</a:t>
            </a:r>
            <a:r>
              <a:rPr lang="en-US" sz="6000" b="1" dirty="0">
                <a:latin typeface="Times New Roman" pitchFamily="18" charset="0"/>
                <a:cs typeface="Times New Roman" pitchFamily="18" charset="0"/>
              </a:rPr>
              <a:t> </a:t>
            </a:r>
            <a:r>
              <a:rPr lang="en-US" sz="6000" b="1" dirty="0" err="1">
                <a:latin typeface="Times New Roman" pitchFamily="18" charset="0"/>
                <a:cs typeface="Times New Roman" pitchFamily="18" charset="0"/>
              </a:rPr>
              <a:t>vẫn</a:t>
            </a:r>
            <a:r>
              <a:rPr lang="en-US" sz="6000" b="1" dirty="0">
                <a:latin typeface="Times New Roman" pitchFamily="18" charset="0"/>
                <a:cs typeface="Times New Roman" pitchFamily="18" charset="0"/>
              </a:rPr>
              <a:t> </a:t>
            </a:r>
            <a:r>
              <a:rPr lang="en-US" sz="6000" b="1" dirty="0" err="1">
                <a:latin typeface="Times New Roman" pitchFamily="18" charset="0"/>
                <a:cs typeface="Times New Roman" pitchFamily="18" charset="0"/>
              </a:rPr>
              <a:t>chưa</a:t>
            </a:r>
            <a:r>
              <a:rPr lang="en-US" sz="6000" b="1" dirty="0">
                <a:latin typeface="Times New Roman" pitchFamily="18" charset="0"/>
                <a:cs typeface="Times New Roman" pitchFamily="18" charset="0"/>
              </a:rPr>
              <a:t> </a:t>
            </a:r>
            <a:r>
              <a:rPr lang="en-US" sz="6000" b="1" dirty="0" err="1">
                <a:latin typeface="Times New Roman" pitchFamily="18" charset="0"/>
                <a:cs typeface="Times New Roman" pitchFamily="18" charset="0"/>
              </a:rPr>
              <a:t>hết</a:t>
            </a:r>
            <a:r>
              <a:rPr lang="en-US" sz="6000" b="1" dirty="0">
                <a:latin typeface="Times New Roman" pitchFamily="18" charset="0"/>
                <a:cs typeface="Times New Roman" pitchFamily="18" charset="0"/>
              </a:rPr>
              <a:t> </a:t>
            </a:r>
            <a:r>
              <a:rPr lang="en-US" sz="6000" b="1" dirty="0" err="1">
                <a:latin typeface="Times New Roman" pitchFamily="18" charset="0"/>
                <a:cs typeface="Times New Roman" pitchFamily="18" charset="0"/>
              </a:rPr>
              <a:t>thèm</a:t>
            </a:r>
            <a:r>
              <a:rPr lang="en-US" sz="6000" b="1" dirty="0">
                <a:latin typeface="Times New Roman" pitchFamily="18" charset="0"/>
                <a:cs typeface="Times New Roman" pitchFamily="18" charset="0"/>
              </a:rPr>
              <a:t> </a:t>
            </a:r>
            <a:r>
              <a:rPr lang="en-US" sz="6000" b="1" dirty="0" err="1">
                <a:latin typeface="Times New Roman" pitchFamily="18" charset="0"/>
                <a:cs typeface="Times New Roman" pitchFamily="18" charset="0"/>
              </a:rPr>
              <a:t>thuồng</a:t>
            </a:r>
            <a:r>
              <a:rPr lang="en-US" sz="6000" b="1" dirty="0">
                <a:latin typeface="Times New Roman" pitchFamily="18" charset="0"/>
                <a:cs typeface="Times New Roman" pitchFamily="18" charset="0"/>
              </a:rPr>
              <a:t>.</a:t>
            </a:r>
            <a:endParaRPr lang="en-US" sz="6000" b="1" dirty="0">
              <a:solidFill>
                <a:schemeClr val="tx1"/>
              </a:solidFill>
              <a:latin typeface="Times New Roman" pitchFamily="18" charset="0"/>
              <a:cs typeface="Times New Roman" pitchFamily="18" charset="0"/>
            </a:endParaRPr>
          </a:p>
        </p:txBody>
      </p:sp>
    </p:spTree>
    <p:extLst>
      <p:ext uri="{BB962C8B-B14F-4D97-AF65-F5344CB8AC3E}">
        <p14:creationId xmlns:p14="http://schemas.microsoft.com/office/powerpoint/2010/main" val="199941994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XIN DẪN ĐƯA CON (KL)</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259895"/>
            <a:ext cx="9144000" cy="4219339"/>
          </a:xfrm>
        </p:spPr>
        <p:txBody>
          <a:bodyPr>
            <a:noAutofit/>
          </a:bodyPr>
          <a:lstStyle/>
          <a:p>
            <a:pPr algn="just"/>
            <a:r>
              <a:rPr lang="en-US" sz="5400" b="1" dirty="0">
                <a:latin typeface="Times New Roman" panose="02020603050405020304" pitchFamily="18" charset="0"/>
                <a:cs typeface="Times New Roman" panose="02020603050405020304" pitchFamily="18" charset="0"/>
              </a:rPr>
              <a:t>Đ</a:t>
            </a:r>
            <a:r>
              <a:rPr lang="vi-VN" sz="5400" b="1" dirty="0">
                <a:latin typeface="Times New Roman" panose="02020603050405020304" pitchFamily="18" charset="0"/>
                <a:cs typeface="Times New Roman" panose="02020603050405020304" pitchFamily="18" charset="0"/>
              </a:rPr>
              <a:t>K. Lạy Chúa xin dẫn đưa con tìm chân lý Ngài. Cho con đôi bàn tay tinh khiết và lòng trí cháy sáng tình yêu tha thiết. Ước nguyện trọn hồn xác con thuộc về Chúa luôn.</a:t>
            </a:r>
            <a:endParaRPr lang="vi-VN" sz="5400" b="1" dirty="0">
              <a:solidFill>
                <a:schemeClr val="tx1"/>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137749669"/>
      </p:ext>
    </p:extLst>
  </p:cSld>
  <p:clrMapOvr>
    <a:masterClrMapping/>
  </p:clrMapOvr>
  <p:transition/>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XIN DẪN ĐƯA CON (KL)</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259895"/>
            <a:ext cx="9144000" cy="4219339"/>
          </a:xfrm>
        </p:spPr>
        <p:txBody>
          <a:bodyPr>
            <a:noAutofit/>
          </a:bodyPr>
          <a:lstStyle/>
          <a:p>
            <a:pPr algn="just"/>
            <a:r>
              <a:rPr lang="vi-VN" sz="5400" b="1" dirty="0">
                <a:latin typeface="Times New Roman" panose="02020603050405020304" pitchFamily="18" charset="0"/>
                <a:cs typeface="Times New Roman" panose="02020603050405020304" pitchFamily="18" charset="0"/>
              </a:rPr>
              <a:t>1. Xin Chúa tặng ban một quả tim mới và canh tân thần trí con. Xin hãy đong đầy tình thương mến Ngài và dạy con biết yêu muôn Người.</a:t>
            </a:r>
            <a:endParaRPr lang="vi-VN" sz="5400" b="1" dirty="0">
              <a:solidFill>
                <a:schemeClr val="tx1"/>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643352702"/>
      </p:ext>
    </p:extLst>
  </p:cSld>
  <p:clrMapOvr>
    <a:masterClrMapping/>
  </p:clrMapOvr>
  <p:transition/>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XIN DẪN ĐƯA CON (KL)</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259895"/>
            <a:ext cx="9144000" cy="4219339"/>
          </a:xfrm>
        </p:spPr>
        <p:txBody>
          <a:bodyPr>
            <a:noAutofit/>
          </a:bodyPr>
          <a:lstStyle/>
          <a:p>
            <a:pPr algn="just"/>
            <a:r>
              <a:rPr lang="en-US" sz="5400" b="1" dirty="0">
                <a:latin typeface="Times New Roman" panose="02020603050405020304" pitchFamily="18" charset="0"/>
                <a:cs typeface="Times New Roman" panose="02020603050405020304" pitchFamily="18" charset="0"/>
              </a:rPr>
              <a:t>Đ</a:t>
            </a:r>
            <a:r>
              <a:rPr lang="vi-VN" sz="5400" b="1" dirty="0">
                <a:latin typeface="Times New Roman" panose="02020603050405020304" pitchFamily="18" charset="0"/>
                <a:cs typeface="Times New Roman" panose="02020603050405020304" pitchFamily="18" charset="0"/>
              </a:rPr>
              <a:t>K. Lạy Chúa xin dẫn đưa con tìm chân lý Ngài. Cho con đôi bàn tay tinh khiết và lòng trí cháy sáng tình yêu tha thiết. Ước nguyện trọn hồn xác con thuộc về Chúa luôn.</a:t>
            </a:r>
            <a:endParaRPr lang="vi-VN" sz="5400" b="1" dirty="0">
              <a:solidFill>
                <a:schemeClr val="tx1"/>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971574981"/>
      </p:ext>
    </p:extLst>
  </p:cSld>
  <p:clrMapOvr>
    <a:masterClrMapping/>
  </p:clrMapOvr>
  <p:transition/>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XIN DẪN ĐƯA CON (KL)</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259895"/>
            <a:ext cx="9144000" cy="4219339"/>
          </a:xfrm>
        </p:spPr>
        <p:txBody>
          <a:bodyPr>
            <a:noAutofit/>
          </a:bodyPr>
          <a:lstStyle/>
          <a:p>
            <a:pPr algn="just"/>
            <a:r>
              <a:rPr lang="vi-VN" sz="5400" b="1" dirty="0">
                <a:latin typeface="Times New Roman" panose="02020603050405020304" pitchFamily="18" charset="0"/>
                <a:cs typeface="Times New Roman" panose="02020603050405020304" pitchFamily="18" charset="0"/>
              </a:rPr>
              <a:t>2. Xin Chúa chỉ soi đường con đi tới và giúp sức vượt hiểm nguy. Khi lỡ phiêu lạc Ngài thương dẫn về và dạy con sắt son đoan thề.</a:t>
            </a:r>
            <a:endParaRPr lang="vi-VN" sz="5400" b="1" dirty="0">
              <a:solidFill>
                <a:schemeClr val="tx1"/>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681887796"/>
      </p:ext>
    </p:extLst>
  </p:cSld>
  <p:clrMapOvr>
    <a:masterClrMapping/>
  </p:clrMapOvr>
  <p:transition/>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XIN DẪN ĐƯA CON (KL)</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259895"/>
            <a:ext cx="9144000" cy="4219339"/>
          </a:xfrm>
        </p:spPr>
        <p:txBody>
          <a:bodyPr>
            <a:noAutofit/>
          </a:bodyPr>
          <a:lstStyle/>
          <a:p>
            <a:pPr algn="just"/>
            <a:r>
              <a:rPr lang="en-US" sz="5400" b="1" dirty="0">
                <a:latin typeface="Times New Roman" panose="02020603050405020304" pitchFamily="18" charset="0"/>
                <a:cs typeface="Times New Roman" panose="02020603050405020304" pitchFamily="18" charset="0"/>
              </a:rPr>
              <a:t>Đ</a:t>
            </a:r>
            <a:r>
              <a:rPr lang="vi-VN" sz="5400" b="1" dirty="0">
                <a:latin typeface="Times New Roman" panose="02020603050405020304" pitchFamily="18" charset="0"/>
                <a:cs typeface="Times New Roman" panose="02020603050405020304" pitchFamily="18" charset="0"/>
              </a:rPr>
              <a:t>K. Lạy Chúa xin dẫn đưa con tìm chân lý Ngài. Cho con đôi bàn tay tinh khiết và lòng trí cháy sáng tình yêu tha thiết. Ước nguyện trọn hồn xác con thuộc về Chúa luôn.</a:t>
            </a:r>
            <a:endParaRPr lang="vi-VN" sz="5400" b="1" dirty="0">
              <a:solidFill>
                <a:schemeClr val="tx1"/>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499638063"/>
      </p:ext>
    </p:extLst>
  </p:cSld>
  <p:clrMapOvr>
    <a:masterClrMapping/>
  </p:clrMapOvr>
  <p:transition/>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Kết</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NỮ VƯƠNG MÙA XUÂN (VMT)</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885685"/>
            <a:ext cx="9144000" cy="5615940"/>
          </a:xfrm>
        </p:spPr>
        <p:txBody>
          <a:bodyPr>
            <a:noAutofit/>
          </a:bodyPr>
          <a:lstStyle/>
          <a:p>
            <a:pPr algn="just"/>
            <a:r>
              <a:rPr lang="vi-VN" sz="5400" b="1" dirty="0">
                <a:latin typeface="+mj-lt"/>
              </a:rPr>
              <a:t>1. Ðông qua mau trúc xinh nghiêng nghiêng đợi chờ. Xuân mới về hồn con say ngát ý thơ. Hoa xinh tươi thắm hương trong làn gió mới. Tiến dâng Mẹ Nữ Vương mùa xuân yêu thương.</a:t>
            </a:r>
            <a:endParaRPr lang="vi-VN" sz="5400" b="1" dirty="0">
              <a:solidFill>
                <a:schemeClr val="tx1"/>
              </a:solidFill>
              <a:latin typeface="+mj-lt"/>
              <a:cs typeface="Times New Roman" panose="02020603050405020304" pitchFamily="18" charset="0"/>
            </a:endParaRPr>
          </a:p>
        </p:txBody>
      </p:sp>
    </p:spTree>
    <p:extLst>
      <p:ext uri="{BB962C8B-B14F-4D97-AF65-F5344CB8AC3E}">
        <p14:creationId xmlns:p14="http://schemas.microsoft.com/office/powerpoint/2010/main" val="2568335450"/>
      </p:ext>
    </p:extLst>
  </p:cSld>
  <p:clrMapOvr>
    <a:masterClrMapping/>
  </p:clrMapOvr>
  <p:transition/>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Kết</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NỮ VƯƠNG MÙA XUÂN (VMT)</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007605"/>
            <a:ext cx="9144000" cy="5615940"/>
          </a:xfrm>
        </p:spPr>
        <p:txBody>
          <a:bodyPr>
            <a:noAutofit/>
          </a:bodyPr>
          <a:lstStyle/>
          <a:p>
            <a:pPr algn="just"/>
            <a:r>
              <a:rPr lang="vi-VN" sz="5400" b="1" dirty="0">
                <a:latin typeface="+mj-lt"/>
              </a:rPr>
              <a:t>ÐK. Ma-ri-a chúng con kính dâng lên Mẹ</a:t>
            </a:r>
            <a:r>
              <a:rPr lang="en-US" sz="5400" b="1" dirty="0">
                <a:latin typeface="Times New Roman" panose="02020603050405020304" pitchFamily="18" charset="0"/>
                <a:cs typeface="Times New Roman" panose="02020603050405020304" pitchFamily="18" charset="0"/>
              </a:rPr>
              <a:t>.</a:t>
            </a:r>
            <a:r>
              <a:rPr lang="vi-VN" sz="5400" b="1" dirty="0">
                <a:latin typeface="Times New Roman" panose="02020603050405020304" pitchFamily="18" charset="0"/>
                <a:cs typeface="Times New Roman" panose="02020603050405020304" pitchFamily="18" charset="0"/>
              </a:rPr>
              <a:t> </a:t>
            </a:r>
            <a:r>
              <a:rPr lang="en-US" sz="5400" b="1" dirty="0">
                <a:latin typeface="Times New Roman" panose="02020603050405020304" pitchFamily="18" charset="0"/>
                <a:cs typeface="Times New Roman" panose="02020603050405020304" pitchFamily="18" charset="0"/>
              </a:rPr>
              <a:t>Tim</a:t>
            </a:r>
            <a:r>
              <a:rPr lang="vi-VN" sz="5400" b="1" dirty="0">
                <a:latin typeface="Times New Roman" panose="02020603050405020304" pitchFamily="18" charset="0"/>
                <a:cs typeface="Times New Roman" panose="02020603050405020304" pitchFamily="18" charset="0"/>
              </a:rPr>
              <a:t> </a:t>
            </a:r>
            <a:r>
              <a:rPr lang="vi-VN" sz="5400" b="1" dirty="0">
                <a:latin typeface="+mj-lt"/>
              </a:rPr>
              <a:t>yêu thương dẫu ngàn khó nguy trăm đường. Mẹ hãy thương xuống muôn hồng ân chan chứa. Nguyện tháng ngày chúc khen tình mẹ yêu thương.</a:t>
            </a:r>
            <a:endParaRPr lang="vi-VN" sz="5400" b="1" dirty="0">
              <a:solidFill>
                <a:schemeClr val="tx1"/>
              </a:solidFill>
              <a:latin typeface="+mj-lt"/>
              <a:cs typeface="Times New Roman" panose="02020603050405020304" pitchFamily="18" charset="0"/>
            </a:endParaRPr>
          </a:p>
        </p:txBody>
      </p:sp>
    </p:spTree>
    <p:extLst>
      <p:ext uri="{BB962C8B-B14F-4D97-AF65-F5344CB8AC3E}">
        <p14:creationId xmlns:p14="http://schemas.microsoft.com/office/powerpoint/2010/main" val="625172800"/>
      </p:ext>
    </p:extLst>
  </p:cSld>
  <p:clrMapOvr>
    <a:masterClrMapping/>
  </p:clrMapOvr>
  <p:transition/>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Them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4223</TotalTime>
  <Words>1090</Words>
  <Application>Microsoft Office PowerPoint</Application>
  <PresentationFormat>On-screen Show (4:3)</PresentationFormat>
  <Paragraphs>51</Paragraphs>
  <Slides>26</Slides>
  <Notes>1</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26</vt:i4>
      </vt:variant>
    </vt:vector>
  </HeadingPairs>
  <TitlesOfParts>
    <vt:vector size="31" baseType="lpstr">
      <vt:lpstr>Arial</vt:lpstr>
      <vt:lpstr>Calibri</vt:lpstr>
      <vt:lpstr>Calibri Light</vt:lpstr>
      <vt:lpstr>Times New Roman</vt:lpstr>
      <vt:lpstr>Office Theme</vt:lpstr>
      <vt:lpstr>KINH CẦU CHO ĐẠI DỊCH</vt:lpstr>
      <vt:lpstr>KINH CẦU CHO ĐẠI DỊCH</vt:lpstr>
      <vt:lpstr>KINH CẦU CHO ĐẠI DỊCH</vt:lpstr>
      <vt:lpstr>KINH CẦU CHO ĐẠI DỊCH</vt:lpstr>
      <vt:lpstr>KINH CẦU CHO ĐẠI DỊCH</vt:lpstr>
      <vt:lpstr>KINH CẦU CHO ĐẠI DỊCH</vt:lpstr>
      <vt:lpstr>PowerPoint Presentation</vt:lpstr>
      <vt:lpstr>Nhập Lễ                                    XIN BAN THẦN TRÍ (256)</vt:lpstr>
      <vt:lpstr>Nhập Lễ                                    XIN BAN THẦN TRÍ (256)</vt:lpstr>
      <vt:lpstr>Nhập Lễ                                    XIN BAN THẦN TRÍ (256)</vt:lpstr>
      <vt:lpstr>Nhập Lễ                                    XIN BAN THẦN TRÍ (256)</vt:lpstr>
      <vt:lpstr>Nhập Lễ                                    XIN BAN THẦN TRÍ (256)</vt:lpstr>
      <vt:lpstr>PowerPoint Presentation</vt:lpstr>
      <vt:lpstr>PowerPoint Presentation</vt:lpstr>
      <vt:lpstr>Nhập Lễ                                             DÂNG 2 (570)</vt:lpstr>
      <vt:lpstr>Nhập Lễ                                             DÂNG 2 (570)</vt:lpstr>
      <vt:lpstr>Nhập Lễ                                             DÂNG 2 (570)</vt:lpstr>
      <vt:lpstr>Nhập Lễ                                             DÂNG 2 (570)</vt:lpstr>
      <vt:lpstr>PowerPoint Presentation</vt:lpstr>
      <vt:lpstr>Hiệp lễ                                         XIN DẪN ĐƯA CON (KL)</vt:lpstr>
      <vt:lpstr>Hiệp lễ                                         XIN DẪN ĐƯA CON (KL)</vt:lpstr>
      <vt:lpstr>Hiệp lễ                                         XIN DẪN ĐƯA CON (KL)</vt:lpstr>
      <vt:lpstr>Hiệp lễ                                         XIN DẪN ĐƯA CON (KL)</vt:lpstr>
      <vt:lpstr>Hiệp lễ                                         XIN DẪN ĐƯA CON (KL)</vt:lpstr>
      <vt:lpstr>Kết lễ                                         NỮ VƯƠNG MÙA XUÂN (VMT)</vt:lpstr>
      <vt:lpstr>Kết lễ                                         NỮ VƯƠNG MÙA XUÂN (VMT)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Nhập Lễ                                    BÀI CA NGÀN TRÙNG 499 </dc:title>
  <dc:creator>Anh Tran</dc:creator>
  <cp:lastModifiedBy>Anh</cp:lastModifiedBy>
  <cp:revision>1373</cp:revision>
  <dcterms:created xsi:type="dcterms:W3CDTF">2018-09-17T12:52:44Z</dcterms:created>
  <dcterms:modified xsi:type="dcterms:W3CDTF">2021-02-15T15:07:48Z</dcterms:modified>
</cp:coreProperties>
</file>