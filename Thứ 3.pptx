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7"/>
  </p:notesMasterIdLst>
  <p:sldIdLst>
    <p:sldId id="4112" r:id="rId2"/>
    <p:sldId id="4113" r:id="rId3"/>
    <p:sldId id="4114" r:id="rId4"/>
    <p:sldId id="4115" r:id="rId5"/>
    <p:sldId id="4116" r:id="rId6"/>
    <p:sldId id="4117" r:id="rId7"/>
    <p:sldId id="4372" r:id="rId8"/>
    <p:sldId id="4554" r:id="rId9"/>
    <p:sldId id="4555" r:id="rId10"/>
    <p:sldId id="5025" r:id="rId11"/>
    <p:sldId id="5026" r:id="rId12"/>
    <p:sldId id="5027" r:id="rId13"/>
    <p:sldId id="4653" r:id="rId14"/>
    <p:sldId id="4654" r:id="rId15"/>
    <p:sldId id="2528" r:id="rId16"/>
    <p:sldId id="2529" r:id="rId17"/>
    <p:sldId id="2530" r:id="rId18"/>
    <p:sldId id="5031" r:id="rId19"/>
    <p:sldId id="1176" r:id="rId20"/>
    <p:sldId id="1177" r:id="rId21"/>
    <p:sldId id="5029" r:id="rId22"/>
    <p:sldId id="5028" r:id="rId23"/>
    <p:sldId id="5030" r:id="rId24"/>
    <p:sldId id="4575" r:id="rId25"/>
    <p:sldId id="4577" r:id="rId26"/>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81" d="100"/>
          <a:sy n="81" d="100"/>
        </p:scale>
        <p:origin x="1637" y="6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08/02/2021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8</a:t>
            </a:fld>
            <a:endParaRPr lang="en-US"/>
          </a:p>
        </p:txBody>
      </p:sp>
    </p:spTree>
    <p:extLst>
      <p:ext uri="{BB962C8B-B14F-4D97-AF65-F5344CB8AC3E}">
        <p14:creationId xmlns:p14="http://schemas.microsoft.com/office/powerpoint/2010/main" val="11761592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9</a:t>
            </a:fld>
            <a:endParaRPr lang="en-US"/>
          </a:p>
        </p:txBody>
      </p:sp>
    </p:spTree>
    <p:extLst>
      <p:ext uri="{BB962C8B-B14F-4D97-AF65-F5344CB8AC3E}">
        <p14:creationId xmlns:p14="http://schemas.microsoft.com/office/powerpoint/2010/main" val="17542682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10</a:t>
            </a:fld>
            <a:endParaRPr lang="en-US"/>
          </a:p>
        </p:txBody>
      </p:sp>
    </p:spTree>
    <p:extLst>
      <p:ext uri="{BB962C8B-B14F-4D97-AF65-F5344CB8AC3E}">
        <p14:creationId xmlns:p14="http://schemas.microsoft.com/office/powerpoint/2010/main" val="19815074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11</a:t>
            </a:fld>
            <a:endParaRPr lang="en-US"/>
          </a:p>
        </p:txBody>
      </p:sp>
    </p:spTree>
    <p:extLst>
      <p:ext uri="{BB962C8B-B14F-4D97-AF65-F5344CB8AC3E}">
        <p14:creationId xmlns:p14="http://schemas.microsoft.com/office/powerpoint/2010/main" val="34196816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12</a:t>
            </a:fld>
            <a:endParaRPr lang="en-US"/>
          </a:p>
        </p:txBody>
      </p:sp>
    </p:spTree>
    <p:extLst>
      <p:ext uri="{BB962C8B-B14F-4D97-AF65-F5344CB8AC3E}">
        <p14:creationId xmlns:p14="http://schemas.microsoft.com/office/powerpoint/2010/main" val="40498460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08/02/2021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594" y="1514475"/>
            <a:ext cx="9144000" cy="6248400"/>
          </a:xfrm>
        </p:spPr>
        <p:txBody>
          <a:bodyPr>
            <a:noAutofit/>
          </a:bodyPr>
          <a:lstStyle/>
          <a:p>
            <a:pPr algn="just"/>
            <a:r>
              <a:rPr lang="en-US" sz="5400" b="1" dirty="0">
                <a:latin typeface="Times New Roman" pitchFamily="18" charset="0"/>
                <a:cs typeface="Times New Roman" pitchFamily="18" charset="0"/>
              </a:rPr>
              <a:t>ĐK: Xin </a:t>
            </a:r>
            <a:r>
              <a:rPr lang="en-US" sz="5400" b="1" dirty="0" err="1">
                <a:latin typeface="Times New Roman" pitchFamily="18" charset="0"/>
                <a:cs typeface="Times New Roman" pitchFamily="18" charset="0"/>
              </a:rPr>
              <a:t>Ngôi</a:t>
            </a:r>
            <a:r>
              <a:rPr lang="en-US" sz="5400" b="1" dirty="0">
                <a:latin typeface="Times New Roman" pitchFamily="18" charset="0"/>
                <a:cs typeface="Times New Roman" pitchFamily="18" charset="0"/>
              </a:rPr>
              <a:t> Ba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ngự</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ban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nhuần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NGÔI BA THIÊN CHÚA (330 N)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035897967"/>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594" y="1514475"/>
            <a:ext cx="9144000" cy="6248400"/>
          </a:xfrm>
        </p:spPr>
        <p:txBody>
          <a:bodyPr>
            <a:noAutofit/>
          </a:bodyPr>
          <a:lstStyle/>
          <a:p>
            <a:pPr algn="just"/>
            <a:r>
              <a:rPr lang="en-US" sz="5400" b="1" dirty="0" err="1">
                <a:latin typeface="Times New Roman" pitchFamily="18" charset="0"/>
                <a:cs typeface="Times New Roman" pitchFamily="18" charset="0"/>
              </a:rPr>
              <a:t>Biến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Ki-</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khắp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NGÔI BA THIÊN CHÚA (330)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90143148"/>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09675"/>
            <a:ext cx="9144000" cy="62484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ngự</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ủi</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kẻ</a:t>
            </a:r>
            <a:r>
              <a:rPr lang="en-US" sz="5400" b="1" dirty="0">
                <a:latin typeface="Times New Roman" pitchFamily="18" charset="0"/>
                <a:cs typeface="Times New Roman" pitchFamily="18" charset="0"/>
              </a:rPr>
              <a:t> than </a:t>
            </a:r>
            <a:r>
              <a:rPr lang="en-US" sz="5400" b="1" dirty="0" err="1">
                <a:latin typeface="Times New Roman" pitchFamily="18" charset="0"/>
                <a:cs typeface="Times New Roman" pitchFamily="18" charset="0"/>
              </a:rPr>
              <a:t>khóc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mạch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mọi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suối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dịu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gắn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NGÔI BA THIÊN CHÚA (330)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99658080"/>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594" y="1514475"/>
            <a:ext cx="9144000" cy="6248400"/>
          </a:xfrm>
        </p:spPr>
        <p:txBody>
          <a:bodyPr>
            <a:noAutofit/>
          </a:bodyPr>
          <a:lstStyle/>
          <a:p>
            <a:pPr algn="just"/>
            <a:r>
              <a:rPr lang="en-US" sz="5400" b="1" dirty="0">
                <a:latin typeface="Times New Roman" pitchFamily="18" charset="0"/>
                <a:cs typeface="Times New Roman" pitchFamily="18" charset="0"/>
              </a:rPr>
              <a:t>ĐK: Xin </a:t>
            </a:r>
            <a:r>
              <a:rPr lang="en-US" sz="5400" b="1" dirty="0" err="1">
                <a:latin typeface="Times New Roman" pitchFamily="18" charset="0"/>
                <a:cs typeface="Times New Roman" pitchFamily="18" charset="0"/>
              </a:rPr>
              <a:t>Ngôi</a:t>
            </a:r>
            <a:r>
              <a:rPr lang="en-US" sz="5400" b="1" dirty="0">
                <a:latin typeface="Times New Roman" pitchFamily="18" charset="0"/>
                <a:cs typeface="Times New Roman" pitchFamily="18" charset="0"/>
              </a:rPr>
              <a:t> Ba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ngự</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ban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nhuần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NGÔI BA THIÊN CHÚA (330 N)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12310518"/>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594" y="1514475"/>
            <a:ext cx="9144000" cy="6248400"/>
          </a:xfrm>
        </p:spPr>
        <p:txBody>
          <a:bodyPr>
            <a:noAutofit/>
          </a:bodyPr>
          <a:lstStyle/>
          <a:p>
            <a:pPr algn="just"/>
            <a:r>
              <a:rPr lang="en-US" sz="5400" b="1" dirty="0" err="1">
                <a:latin typeface="Times New Roman" pitchFamily="18" charset="0"/>
                <a:cs typeface="Times New Roman" pitchFamily="18" charset="0"/>
              </a:rPr>
              <a:t>Biến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Ki-</a:t>
            </a:r>
            <a:r>
              <a:rPr lang="en-US" sz="5400" b="1" dirty="0" err="1">
                <a:latin typeface="Times New Roman" pitchFamily="18" charset="0"/>
                <a:cs typeface="Times New Roman" pitchFamily="18" charset="0"/>
              </a:rPr>
              <a:t>tô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khắp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NGÔI BA THIÊN CHÚA (330)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51925809"/>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80032"/>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87871"/>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Nếu</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ĐÔI TAY NÀY (42)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01661"/>
            <a:ext cx="9144000" cy="554355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hương</a:t>
            </a:r>
            <a:r>
              <a:rPr lang="en-US" sz="5400" b="1" dirty="0">
                <a:latin typeface="Times New Roman" panose="02020603050405020304" pitchFamily="18" charset="0"/>
                <a:cs typeface="Times New Roman" panose="02020603050405020304" pitchFamily="18" charset="0"/>
              </a:rPr>
              <a:t> bay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tòa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Cha.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1358830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ĐÔI TAY NÀY (42)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01661"/>
            <a:ext cx="9144000" cy="5543550"/>
          </a:xfrm>
        </p:spPr>
        <p:txBody>
          <a:bodyPr>
            <a:noAutofit/>
          </a:bodyPr>
          <a:lstStyle/>
          <a:p>
            <a:pPr algn="just"/>
            <a:r>
              <a:rPr lang="en-US" sz="5400" b="1" dirty="0">
                <a:latin typeface="Times New Roman" panose="02020603050405020304" pitchFamily="18" charset="0"/>
                <a:cs typeface="Times New Roman" panose="02020603050405020304" pitchFamily="18" charset="0"/>
              </a:rPr>
              <a:t>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hay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đắng</a:t>
            </a:r>
            <a:r>
              <a:rPr lang="en-US" sz="5400" b="1" dirty="0">
                <a:latin typeface="Times New Roman" panose="02020603050405020304" pitchFamily="18" charset="0"/>
                <a:cs typeface="Times New Roman" panose="02020603050405020304" pitchFamily="18" charset="0"/>
              </a:rPr>
              <a:t> cay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bay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34077600"/>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ĐÔI TAY NÀY (42)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01661"/>
            <a:ext cx="9144000" cy="554355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lấy</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chén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4443888"/>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hậu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bởi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no </a:t>
            </a:r>
            <a:r>
              <a:rPr lang="en-US" sz="5400" b="1" dirty="0" err="1">
                <a:latin typeface="Times New Roman" panose="02020603050405020304" pitchFamily="18" charset="0"/>
                <a:cs typeface="Times New Roman" panose="02020603050405020304" pitchFamily="18" charset="0"/>
              </a:rPr>
              <a:t>nê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hảo</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16270859"/>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TRÁI TIM TINH TUYỀN 141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096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Lạy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tuyền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tâm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Lạy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tuyền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trung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vững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tin.</a:t>
            </a:r>
          </a:p>
        </p:txBody>
      </p:sp>
    </p:spTree>
    <p:extLst>
      <p:ext uri="{BB962C8B-B14F-4D97-AF65-F5344CB8AC3E}">
        <p14:creationId xmlns:p14="http://schemas.microsoft.com/office/powerpoint/2010/main" val="457681049"/>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TRÁI TIM TINH TUYỀN 141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096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1. Xin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thứ</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lầm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Xin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thanh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luyện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hồn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Xin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rửa</a:t>
            </a:r>
            <a:r>
              <a:rPr lang="en-US" sz="5400" b="1" dirty="0">
                <a:solidFill>
                  <a:schemeClr val="tx1"/>
                </a:solidFill>
                <a:latin typeface="Times New Roman" pitchFamily="18" charset="0"/>
                <a:cs typeface="Times New Roman" pitchFamily="18" charset="0"/>
              </a:rPr>
              <a:t> </a:t>
            </a:r>
            <a:r>
              <a:rPr lang="en-US" sz="5400" b="1" err="1">
                <a:solidFill>
                  <a:schemeClr val="tx1"/>
                </a:solidFill>
                <a:latin typeface="Times New Roman" pitchFamily="18" charset="0"/>
                <a:cs typeface="Times New Roman" pitchFamily="18" charset="0"/>
              </a:rPr>
              <a:t>sạch</a:t>
            </a:r>
            <a:r>
              <a:rPr lang="en-US" sz="5400" b="1">
                <a:solidFill>
                  <a:schemeClr val="tx1"/>
                </a:solidFill>
                <a:latin typeface="Times New Roman" pitchFamily="18" charset="0"/>
                <a:cs typeface="Times New Roman" pitchFamily="18" charset="0"/>
              </a:rPr>
              <a:t> hộ </a:t>
            </a:r>
            <a:r>
              <a:rPr lang="en-US" sz="5400" b="1" dirty="0">
                <a:solidFill>
                  <a:schemeClr val="tx1"/>
                </a:solidFill>
                <a:latin typeface="Times New Roman" pitchFamily="18" charset="0"/>
                <a:cs typeface="Times New Roman" pitchFamily="18" charset="0"/>
              </a:rPr>
              <a:t>con </a:t>
            </a:r>
            <a:r>
              <a:rPr lang="en-US" sz="5400" b="1" dirty="0" err="1">
                <a:solidFill>
                  <a:schemeClr val="tx1"/>
                </a:solidFill>
                <a:latin typeface="Times New Roman" pitchFamily="18" charset="0"/>
                <a:cs typeface="Times New Roman" pitchFamily="18" charset="0"/>
              </a:rPr>
              <a:t>hỡi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giữ</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tâm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hồn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trắng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123555875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TRÁI TIM TINH TUYỀN 141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096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Lạy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tuyền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tâm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Lạy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tuyền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trung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vững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tin.</a:t>
            </a:r>
          </a:p>
        </p:txBody>
      </p:sp>
    </p:spTree>
    <p:extLst>
      <p:ext uri="{BB962C8B-B14F-4D97-AF65-F5344CB8AC3E}">
        <p14:creationId xmlns:p14="http://schemas.microsoft.com/office/powerpoint/2010/main" val="2188195016"/>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TRÁI TIM TINH TUYỀN 141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096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3. Xin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đỗ</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cứu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Xin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con ban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quảng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Xin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mở</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rộng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tụng</a:t>
            </a:r>
            <a:r>
              <a:rPr lang="en-US" sz="5400" b="1" dirty="0">
                <a:solidFill>
                  <a:schemeClr val="tx1"/>
                </a:solidFill>
                <a:latin typeface="Times New Roman" pitchFamily="18" charset="0"/>
                <a:cs typeface="Times New Roman" pitchFamily="18" charset="0"/>
              </a:rPr>
              <a:t>. Xin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con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danh</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190228150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TRÁI TIM TINH TUYỀN 141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096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Lạy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tuyền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tâm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Lạy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tuyền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trung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vững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tin.</a:t>
            </a:r>
          </a:p>
        </p:txBody>
      </p:sp>
    </p:spTree>
    <p:extLst>
      <p:ext uri="{BB962C8B-B14F-4D97-AF65-F5344CB8AC3E}">
        <p14:creationId xmlns:p14="http://schemas.microsoft.com/office/powerpoint/2010/main" val="576988526"/>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SAO MAI Đ</a:t>
            </a:r>
            <a:r>
              <a:rPr lang="vi-VN"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Ư</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 LỐI (249)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5891"/>
            <a:ext cx="9144000" cy="6177534"/>
          </a:xfrm>
        </p:spPr>
        <p:txBody>
          <a:bodyPr>
            <a:noAutofit/>
          </a:bodyPr>
          <a:lstStyle/>
          <a:p>
            <a:pPr algn="just"/>
            <a:r>
              <a:rPr lang="vi-VN" sz="5400" b="1" dirty="0">
                <a:latin typeface="+mj-lt"/>
              </a:rPr>
              <a:t>1. Ma - ri - a đưa dìu đời con bước đi gian trần này bao gian nguy xin Mẹ thương ban cứu giúp. Trong âm u chiếc thuyền đời con lênh đênh Mẹ dìu thuyền con tới bến, Mẹ là sao sáng dẫn đường.</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956943510"/>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SAO MAI Đ</a:t>
            </a:r>
            <a:r>
              <a:rPr lang="vi-VN"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Ư</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 LỐI (249)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5891"/>
            <a:ext cx="9144000" cy="6177534"/>
          </a:xfrm>
        </p:spPr>
        <p:txBody>
          <a:bodyPr>
            <a:noAutofit/>
          </a:bodyPr>
          <a:lstStyle/>
          <a:p>
            <a:pPr algn="just"/>
            <a:r>
              <a:rPr lang="vi-VN" sz="5400" b="1" dirty="0">
                <a:latin typeface="+mj-lt"/>
              </a:rPr>
              <a:t>ĐK. Dâng lên Mẹ, vì sao mai sáng tươi xin soi đường dìu đưa con về bến. Hứa với Mẹ ngày nay con quyết tâm đem Tin Mừng đổi mới khắp trần gian.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980829341"/>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4069</TotalTime>
  <Words>1113</Words>
  <Application>Microsoft Office PowerPoint</Application>
  <PresentationFormat>On-screen Show (4:3)</PresentationFormat>
  <Paragraphs>54</Paragraphs>
  <Slides>25</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XIN NGÔI BA THIÊN CHÚA (330 N) </vt:lpstr>
      <vt:lpstr>Nhập Lễ                            XIN NGÔI BA THIÊN CHÚA (330) </vt:lpstr>
      <vt:lpstr>Nhập Lễ                            XIN NGÔI BA THIÊN CHÚA (330) </vt:lpstr>
      <vt:lpstr>Nhập Lễ                            XIN NGÔI BA THIÊN CHÚA (330 N) </vt:lpstr>
      <vt:lpstr>Nhập Lễ                            XIN NGÔI BA THIÊN CHÚA (330) </vt:lpstr>
      <vt:lpstr>PowerPoint Presentation</vt:lpstr>
      <vt:lpstr>PowerPoint Presentation</vt:lpstr>
      <vt:lpstr>Dâng Lễ                                           ĐÔI TAY NÀY (42)</vt:lpstr>
      <vt:lpstr>Dâng Lễ                                           ĐÔI TAY NÀY (42)</vt:lpstr>
      <vt:lpstr>Dâng Lễ                                           ĐÔI TAY NÀY (42)</vt:lpstr>
      <vt:lpstr>CA HIỆP LỄ</vt:lpstr>
      <vt:lpstr>Hiệp Lễ                                   TRÁI TIM TINH TUYỀN 141</vt:lpstr>
      <vt:lpstr>Hiệp Lễ                                   TRÁI TIM TINH TUYỀN 141</vt:lpstr>
      <vt:lpstr>Hiệp Lễ                                   TRÁI TIM TINH TUYỀN 141</vt:lpstr>
      <vt:lpstr>Hiệp Lễ                                   TRÁI TIM TINH TUYỀN 141</vt:lpstr>
      <vt:lpstr>Hiệp Lễ                                   TRÁI TIM TINH TUYỀN 141</vt:lpstr>
      <vt:lpstr>Kết Lễ                                   SAO MAI ĐƯA LỐI (249)</vt:lpstr>
      <vt:lpstr>Kết Lễ                                   SAO MAI ĐƯA LỐI (249)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1349</cp:revision>
  <dcterms:created xsi:type="dcterms:W3CDTF">2018-09-17T12:52:44Z</dcterms:created>
  <dcterms:modified xsi:type="dcterms:W3CDTF">2021-02-08T15:17:48Z</dcterms:modified>
</cp:coreProperties>
</file>