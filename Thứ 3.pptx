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8"/>
  </p:notesMasterIdLst>
  <p:sldIdLst>
    <p:sldId id="4112" r:id="rId2"/>
    <p:sldId id="4113" r:id="rId3"/>
    <p:sldId id="4114" r:id="rId4"/>
    <p:sldId id="4115" r:id="rId5"/>
    <p:sldId id="4116" r:id="rId6"/>
    <p:sldId id="4117" r:id="rId7"/>
    <p:sldId id="4372" r:id="rId8"/>
    <p:sldId id="2963" r:id="rId9"/>
    <p:sldId id="2964" r:id="rId10"/>
    <p:sldId id="2965" r:id="rId11"/>
    <p:sldId id="4999" r:id="rId12"/>
    <p:sldId id="4653" r:id="rId13"/>
    <p:sldId id="4654" r:id="rId14"/>
    <p:sldId id="4323" r:id="rId15"/>
    <p:sldId id="4324" r:id="rId16"/>
    <p:sldId id="5000" r:id="rId17"/>
    <p:sldId id="4106" r:id="rId18"/>
    <p:sldId id="678" r:id="rId19"/>
    <p:sldId id="679" r:id="rId20"/>
    <p:sldId id="680" r:id="rId21"/>
    <p:sldId id="681" r:id="rId22"/>
    <p:sldId id="5001" r:id="rId23"/>
    <p:sldId id="5002" r:id="rId24"/>
    <p:sldId id="954" r:id="rId25"/>
    <p:sldId id="955" r:id="rId26"/>
    <p:sldId id="5003" r:id="rId27"/>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81" d="100"/>
          <a:sy n="81" d="100"/>
        </p:scale>
        <p:origin x="1637" y="6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03/02/2021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03/02/2021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LÊN ĐI 3 (45)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05961"/>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44395555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LÊN ĐI 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6331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667246141"/>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LÊN ĐI 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05961"/>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71769162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LÊN ĐI 3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6331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3275710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80032"/>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nhớ</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57554"/>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NGUYỆN CHO LỜI CON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3490"/>
            <a:ext cx="9144000" cy="6391564"/>
          </a:xfrm>
        </p:spPr>
        <p:txBody>
          <a:bodyPr>
            <a:noAutofit/>
          </a:bodyPr>
          <a:lstStyle/>
          <a:p>
            <a:pPr algn="just"/>
            <a:r>
              <a:rPr lang="vi-VN" sz="5400" b="1" dirty="0">
                <a:latin typeface="+mj-lt"/>
              </a:rPr>
              <a:t>ÐK: Nguyện cho lời con tha thiết nguyện cầu, tựa làn hương thơm bay lên thiên nhan. Ðôi tay thanh khiết dâng lên trời cao, được như của lễ hiến trong sương chiều.</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38935516"/>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NGUYỆN CHO LỜI CON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59592"/>
            <a:ext cx="9144000" cy="7030720"/>
          </a:xfrm>
        </p:spPr>
        <p:txBody>
          <a:bodyPr>
            <a:noAutofit/>
          </a:bodyPr>
          <a:lstStyle/>
          <a:p>
            <a:pPr algn="just"/>
            <a:r>
              <a:rPr lang="vi-VN" sz="5400" b="1" dirty="0">
                <a:latin typeface="+mj-lt"/>
              </a:rPr>
              <a:t>1. Trong ánh huy hoàng đoàn con tiến dâng lời kinh, xin canh giữ tâm hồn đoàn con tháng năm sạch tinh, không nhiễm vương đời miệng con sướng vui hòa ca, luôn xa lối gian tà đường ngay quyết theo vững bền.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143145279"/>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NGUYỆN CHO LỜI CON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3490"/>
            <a:ext cx="9144000" cy="6391564"/>
          </a:xfrm>
        </p:spPr>
        <p:txBody>
          <a:bodyPr>
            <a:noAutofit/>
          </a:bodyPr>
          <a:lstStyle/>
          <a:p>
            <a:pPr algn="just"/>
            <a:r>
              <a:rPr lang="vi-VN" sz="5400" b="1" dirty="0">
                <a:latin typeface="+mj-lt"/>
              </a:rPr>
              <a:t>ÐK: Nguyện cho lời con tha thiết nguyện cầu, tựa làn hương thơm bay lên thiên nhan. Ðôi tay thanh khiết dâng lên trời cao, được như của lễ hiến trong sương chiều.</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63299764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21485"/>
            <a:ext cx="9144000" cy="6177534"/>
          </a:xfrm>
        </p:spPr>
        <p:txBody>
          <a:bodyPr>
            <a:noAutofit/>
          </a:bodyPr>
          <a:lstStyle/>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long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lượng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phải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ĐƯỜNG CON ĐI  168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6391564"/>
          </a:xfrm>
        </p:spPr>
        <p:txBody>
          <a:bodyPr>
            <a:noAutofit/>
          </a:bodyPr>
          <a:lstStyle/>
          <a:p>
            <a:pPr algn="just"/>
            <a:r>
              <a:rPr lang="vi-VN" sz="5400" b="1" dirty="0">
                <a:solidFill>
                  <a:schemeClr val="tx1"/>
                </a:solidFill>
                <a:latin typeface="+mj-lt"/>
              </a:rPr>
              <a:t>1. Ngài sai tôi đi vào đời niềm tin vui gieo lòng người. Ngài sai tôi đi mọi nơi. Dù tim tôi còn băng giá rồi mai đây sẽ nhạt nhòa tình thương yêu mãi đậm đà.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816657877"/>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ĐƯỜNG CON ĐI  168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6391564"/>
          </a:xfrm>
        </p:spPr>
        <p:txBody>
          <a:bodyPr>
            <a:noAutofit/>
          </a:bodyPr>
          <a:lstStyle/>
          <a:p>
            <a:pPr algn="just"/>
            <a:r>
              <a:rPr lang="vi-VN" sz="5400" b="1" dirty="0">
                <a:solidFill>
                  <a:schemeClr val="tx1"/>
                </a:solidFill>
                <a:latin typeface="+mj-lt"/>
              </a:rPr>
              <a:t>ĐK: Đường con đi Chúa ơi dù xa xăm vẫn vui vì tương lai đồng lúa mới. Bước gieo trong ngậm ngùi sẽ tươi vui gặt về lúa thơm tho gánh đầy vai.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590168902"/>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ĐƯỜNG CON ĐI  168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6391564"/>
          </a:xfrm>
        </p:spPr>
        <p:txBody>
          <a:bodyPr>
            <a:noAutofit/>
          </a:bodyPr>
          <a:lstStyle/>
          <a:p>
            <a:pPr algn="just"/>
            <a:r>
              <a:rPr lang="vi-VN" sz="5400" b="1" dirty="0">
                <a:solidFill>
                  <a:schemeClr val="tx1"/>
                </a:solidFill>
                <a:latin typeface="+mj-lt"/>
              </a:rPr>
              <a:t>Đường thương yêu Chúa ơi là đi trong nắng tươi rồi mai đây rừng thêm lá, núi thêm hoa ngạt ngào, trái tim yêu dạt dào tiếng reo ca khúc nhiệm mầu.</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7654349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ĐƯỜNG CON ĐI  168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6391564"/>
          </a:xfrm>
        </p:spPr>
        <p:txBody>
          <a:bodyPr>
            <a:noAutofit/>
          </a:bodyPr>
          <a:lstStyle/>
          <a:p>
            <a:pPr algn="just"/>
            <a:r>
              <a:rPr lang="vi-VN" sz="5400" b="1" dirty="0">
                <a:solidFill>
                  <a:schemeClr val="tx1"/>
                </a:solidFill>
                <a:latin typeface="+mj-lt"/>
              </a:rPr>
              <a:t>2. Kìa xưa con khi vào đời hồn hăng say quá đẹp ngời nở mênh mông hoa rực tươi. Dù gian nan mồ hôi thấm tình thương yêu chứa ngập lòng vẫn đi gieo Tin Mừng nồng.</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349178062"/>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ĐƯỜNG CON ĐI  168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6391564"/>
          </a:xfrm>
        </p:spPr>
        <p:txBody>
          <a:bodyPr>
            <a:noAutofit/>
          </a:bodyPr>
          <a:lstStyle/>
          <a:p>
            <a:pPr algn="just"/>
            <a:r>
              <a:rPr lang="vi-VN" sz="5400" b="1" dirty="0">
                <a:solidFill>
                  <a:schemeClr val="tx1"/>
                </a:solidFill>
                <a:latin typeface="+mj-lt"/>
              </a:rPr>
              <a:t>ĐK: Đường con đi Chúa ơi dù xa xăm vẫn vui vì tương lai đồng lúa mới. Bước gieo trong ngậm ngùi sẽ tươi vui gặt về lúa thơm tho gánh đầy vai.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38719253"/>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ĐƯỜNG CON ĐI  168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6391564"/>
          </a:xfrm>
        </p:spPr>
        <p:txBody>
          <a:bodyPr>
            <a:noAutofit/>
          </a:bodyPr>
          <a:lstStyle/>
          <a:p>
            <a:pPr algn="just"/>
            <a:r>
              <a:rPr lang="vi-VN" sz="5400" b="1" dirty="0">
                <a:solidFill>
                  <a:schemeClr val="tx1"/>
                </a:solidFill>
                <a:latin typeface="+mj-lt"/>
              </a:rPr>
              <a:t>Đường thương yêu Chúa ơi là đi trong nắng tươi rồi mai đây rừng thêm lá, núi thêm hoa ngạt ngào, trái tim yêu dạt dào tiếng reo ca khúc nhiệm mầu.</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560808792"/>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SỐNG CHỨNG NHÂN 308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0886" y="7620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Ta </a:t>
            </a:r>
            <a:r>
              <a:rPr lang="en-US" sz="5400" b="1" dirty="0" err="1">
                <a:solidFill>
                  <a:schemeClr val="tx1"/>
                </a:solidFill>
                <a:latin typeface="Times New Roman" pitchFamily="18" charset="0"/>
                <a:cs typeface="Times New Roman" pitchFamily="18" charset="0"/>
              </a:rPr>
              <a:t>ra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vọng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của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Đức</a:t>
            </a:r>
            <a:r>
              <a:rPr lang="en-US" sz="5400" b="1" dirty="0">
                <a:solidFill>
                  <a:schemeClr val="tx1"/>
                </a:solidFill>
                <a:latin typeface="Times New Roman" pitchFamily="18" charset="0"/>
                <a:cs typeface="Times New Roman" pitchFamily="18" charset="0"/>
              </a:rPr>
              <a:t> Ki-</a:t>
            </a:r>
            <a:r>
              <a:rPr lang="en-US" sz="5400" b="1" dirty="0" err="1">
                <a:solidFill>
                  <a:schemeClr val="tx1"/>
                </a:solidFill>
                <a:latin typeface="Times New Roman" pitchFamily="18" charset="0"/>
                <a:cs typeface="Times New Roman" pitchFamily="18" charset="0"/>
              </a:rPr>
              <a:t>tô</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bình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soi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khắp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144013967"/>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SỐNG CHỨNG NHÂN 308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8952"/>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ngợi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Cha.</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75466889"/>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SỐNG CHỨNG NHÂN 308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0886" y="7620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Ta </a:t>
            </a:r>
            <a:r>
              <a:rPr lang="en-US" sz="5400" b="1" dirty="0" err="1">
                <a:solidFill>
                  <a:schemeClr val="tx1"/>
                </a:solidFill>
                <a:latin typeface="Times New Roman" pitchFamily="18" charset="0"/>
                <a:cs typeface="Times New Roman" pitchFamily="18" charset="0"/>
              </a:rPr>
              <a:t>ra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vọng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của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Đức</a:t>
            </a:r>
            <a:r>
              <a:rPr lang="en-US" sz="5400" b="1" dirty="0">
                <a:solidFill>
                  <a:schemeClr val="tx1"/>
                </a:solidFill>
                <a:latin typeface="Times New Roman" pitchFamily="18" charset="0"/>
                <a:cs typeface="Times New Roman" pitchFamily="18" charset="0"/>
              </a:rPr>
              <a:t> Ki-</a:t>
            </a:r>
            <a:r>
              <a:rPr lang="en-US" sz="5400" b="1" dirty="0" err="1">
                <a:solidFill>
                  <a:schemeClr val="tx1"/>
                </a:solidFill>
                <a:latin typeface="Times New Roman" pitchFamily="18" charset="0"/>
                <a:cs typeface="Times New Roman" pitchFamily="18" charset="0"/>
              </a:rPr>
              <a:t>tô</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bình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phúc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soi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khắp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044749472"/>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4058</TotalTime>
  <Words>1071</Words>
  <Application>Microsoft Office PowerPoint</Application>
  <PresentationFormat>On-screen Show (4:3)</PresentationFormat>
  <Paragraphs>51</Paragraphs>
  <Slides>26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CA LÊN ĐI 3 (45) </vt:lpstr>
      <vt:lpstr>Nhập Lễ                                             CA LÊN ĐI 3 </vt:lpstr>
      <vt:lpstr>Nhập Lễ                                             CA LÊN ĐI 3 </vt:lpstr>
      <vt:lpstr>Nhập Lễ                                             CA LÊN ĐI 3 </vt:lpstr>
      <vt:lpstr>PowerPoint Presentation</vt:lpstr>
      <vt:lpstr>PowerPoint Presentation</vt:lpstr>
      <vt:lpstr>Dâng Lễ                                 NGUYỆN CHO LỜI CON (KL)</vt:lpstr>
      <vt:lpstr>Dâng Lễ                                 NGUYỆN CHO LỜI CON (KL)</vt:lpstr>
      <vt:lpstr>Dâng Lễ                                 NGUYỆN CHO LỜI CON (KL)</vt:lpstr>
      <vt:lpstr>CA HIỆP LỄ</vt:lpstr>
      <vt:lpstr>Hiệp Lễ                                   ĐƯỜNG CON ĐI  168</vt:lpstr>
      <vt:lpstr>Hiệp Lễ                                   ĐƯỜNG CON ĐI  168</vt:lpstr>
      <vt:lpstr>Hiệp Lễ                                   ĐƯỜNG CON ĐI  168</vt:lpstr>
      <vt:lpstr>Hiệp Lễ                                   ĐƯỜNG CON ĐI  168</vt:lpstr>
      <vt:lpstr>Hiệp Lễ                                   ĐƯỜNG CON ĐI  168</vt:lpstr>
      <vt:lpstr>Hiệp Lễ                                   ĐƯỜNG CON ĐI  168</vt:lpstr>
      <vt:lpstr>Kết lễ                                     SỐNG CHỨNG NHÂN 308</vt:lpstr>
      <vt:lpstr>Kết lễ                                     SỐNG CHỨNG NHÂN 308</vt:lpstr>
      <vt:lpstr>Kết lễ                                     SỐNG CHỨNG NHÂN 308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1345</cp:revision>
  <dcterms:created xsi:type="dcterms:W3CDTF">2018-09-17T12:52:44Z</dcterms:created>
  <dcterms:modified xsi:type="dcterms:W3CDTF">2021-02-03T15:53:46Z</dcterms:modified>
</cp:coreProperties>
</file>