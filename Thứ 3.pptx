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4810" r:id="rId2"/>
    <p:sldId id="4811" r:id="rId3"/>
    <p:sldId id="4812" r:id="rId4"/>
    <p:sldId id="4813" r:id="rId5"/>
    <p:sldId id="4814" r:id="rId6"/>
    <p:sldId id="4815" r:id="rId7"/>
    <p:sldId id="5163" r:id="rId8"/>
    <p:sldId id="3090" r:id="rId9"/>
    <p:sldId id="3091" r:id="rId10"/>
    <p:sldId id="3092" r:id="rId11"/>
    <p:sldId id="2426" r:id="rId12"/>
    <p:sldId id="5517" r:id="rId13"/>
    <p:sldId id="3333" r:id="rId14"/>
    <p:sldId id="3334" r:id="rId15"/>
    <p:sldId id="5412" r:id="rId16"/>
    <p:sldId id="2851" r:id="rId17"/>
    <p:sldId id="2852" r:id="rId18"/>
    <p:sldId id="2853" r:id="rId19"/>
    <p:sldId id="2854" r:id="rId20"/>
    <p:sldId id="2855" r:id="rId21"/>
    <p:sldId id="2856" r:id="rId22"/>
    <p:sldId id="5518" r:id="rId23"/>
    <p:sldId id="5519" r:id="rId24"/>
    <p:sldId id="5520" r:id="rId25"/>
    <p:sldId id="1939" r:id="rId26"/>
    <p:sldId id="1940" r:id="rId27"/>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27" autoAdjust="0"/>
    <p:restoredTop sz="86404" autoAdjust="0"/>
  </p:normalViewPr>
  <p:slideViewPr>
    <p:cSldViewPr snapToGrid="0">
      <p:cViewPr varScale="1">
        <p:scale>
          <a:sx n="86" d="100"/>
          <a:sy n="86" d="100"/>
        </p:scale>
        <p:origin x="1618" y="58"/>
      </p:cViewPr>
      <p:guideLst>
        <p:guide orient="horz" pos="2160"/>
        <p:guide pos="2880"/>
      </p:guideLst>
    </p:cSldViewPr>
  </p:slideViewPr>
  <p:outlineViewPr>
    <p:cViewPr>
      <p:scale>
        <a:sx n="33" d="100"/>
        <a:sy n="33" d="100"/>
      </p:scale>
      <p:origin x="48" y="2699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24/05/2021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24/05/2021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24/05/2021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24/05/2021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24/05/2021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24/05/2021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24/05/2021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24/05/2021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24/05/2021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24/05/2021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24/05/2021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24/05/2021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24/05/2021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404768338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364012944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62550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142463213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tình thương và lòng nhiệt thành quảng đại, </a:t>
            </a:r>
          </a:p>
        </p:txBody>
      </p:sp>
    </p:spTree>
    <p:extLst>
      <p:ext uri="{BB962C8B-B14F-4D97-AF65-F5344CB8AC3E}">
        <p14:creationId xmlns:p14="http://schemas.microsoft.com/office/powerpoint/2010/main" val="411828450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581424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06D17-6BBA-4289-872B-3483843B68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693604-3977-4881-B828-703F88560D6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50032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 150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0160" y="1600200"/>
            <a:ext cx="9144000" cy="6391564"/>
          </a:xfrm>
        </p:spPr>
        <p:txBody>
          <a:bodyPr>
            <a:noAutofit/>
          </a:bodyPr>
          <a:lstStyle/>
          <a:p>
            <a:pPr algn="just"/>
            <a:r>
              <a:rPr lang="vi-VN" sz="5400" b="1" dirty="0">
                <a:solidFill>
                  <a:schemeClr val="tx1"/>
                </a:solidFill>
                <a:latin typeface="+mj-lt"/>
              </a:rPr>
              <a:t>1. Hân hoan lời tụng ca dâng Chúa khúc nhạc huyền mơ. Một bài thơ trìu mến, ân tình đượm nét đơn sơ.</a:t>
            </a:r>
            <a:endParaRPr lang="vi-VN" sz="857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49322666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20256" y="1219200"/>
            <a:ext cx="9144000" cy="6391564"/>
          </a:xfrm>
        </p:spPr>
        <p:txBody>
          <a:bodyPr>
            <a:noAutofit/>
          </a:bodyPr>
          <a:lstStyle/>
          <a:p>
            <a:pPr algn="just"/>
            <a:r>
              <a:rPr lang="vi-VN" sz="5400" b="1" dirty="0">
                <a:solidFill>
                  <a:schemeClr val="tx1"/>
                </a:solidFill>
                <a:latin typeface="+mj-lt"/>
              </a:rPr>
              <a:t>ĐK: Hân hoan lời tụng ca đoàn con dâng Chúa đêm ngày. Hát cho muôn thế hệ hãy ngợi ca hồng ân Thiên Chúa. </a:t>
            </a:r>
            <a:endParaRPr lang="vi-VN" sz="857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90340604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6397" y="1447800"/>
            <a:ext cx="9144000" cy="6391564"/>
          </a:xfrm>
        </p:spPr>
        <p:txBody>
          <a:bodyPr>
            <a:noAutofit/>
          </a:bodyPr>
          <a:lstStyle/>
          <a:p>
            <a:pPr algn="just"/>
            <a:r>
              <a:rPr lang="vi-VN" sz="5400" b="1" dirty="0">
                <a:solidFill>
                  <a:schemeClr val="tx1"/>
                </a:solidFill>
                <a:latin typeface="+mj-lt"/>
              </a:rPr>
              <a:t>Muôn đời Chúa thương con người. Ôi tình Chúa chẳng nhạt phai. Trái tim thơ trả lại. Tình ca mến yêu muôn đời.</a:t>
            </a:r>
            <a:endParaRPr lang="vi-VN" sz="857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69513387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189607"/>
            <a:ext cx="9144000" cy="7164280"/>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a:latin typeface="Times New Roman" panose="02020603050405020304" pitchFamily="18" charset="0"/>
                <a:cs typeface="Times New Roman" panose="02020603050405020304" pitchFamily="18" charset="0"/>
              </a:rPr>
              <a:t>Ai </a:t>
            </a:r>
            <a:r>
              <a:rPr lang="en-US" sz="5400" b="1" dirty="0" err="1">
                <a:latin typeface="Times New Roman" panose="02020603050405020304" pitchFamily="18" charset="0"/>
                <a:cs typeface="Times New Roman" panose="02020603050405020304" pitchFamily="18" charset="0"/>
              </a:rPr>
              <a:t>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đường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ngay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thẳng</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chỉ</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thấy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cứu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độ</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462700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550415"/>
            <a:ext cx="9144000" cy="7164280"/>
          </a:xfrm>
        </p:spPr>
        <p:txBody>
          <a:bodyPr>
            <a:noAutofit/>
          </a:bodyPr>
          <a:lstStyle/>
          <a:p>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 All… Xin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hiểu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đường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huấn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lệnh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suy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gẫm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điều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All…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459715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XIN DÂNG LÊN (106 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62050"/>
            <a:ext cx="9144000" cy="6391564"/>
          </a:xfrm>
        </p:spPr>
        <p:txBody>
          <a:bodyPr>
            <a:noAutofit/>
          </a:bodyPr>
          <a:lstStyle/>
          <a:p>
            <a:pPr algn="just"/>
            <a:r>
              <a:rPr lang="en-US" sz="5400" b="1" dirty="0">
                <a:latin typeface="Times New Roman" pitchFamily="18" charset="0"/>
                <a:cs typeface="Times New Roman" pitchFamily="18" charset="0"/>
              </a:rPr>
              <a:t>1. Xin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chén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rượu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nồng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thơm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về</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nhan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Xin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tấm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tinh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tuyền</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đây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xác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thân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linh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hồn</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98411349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XIN DÂNG LÊN (106)</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857250"/>
            <a:ext cx="9144000" cy="6391564"/>
          </a:xfrm>
        </p:spPr>
        <p:txBody>
          <a:bodyPr>
            <a:noAutofit/>
          </a:bodyPr>
          <a:lstStyle/>
          <a:p>
            <a:pPr algn="just"/>
            <a:r>
              <a:rPr lang="en-US" sz="5400" b="1" dirty="0">
                <a:latin typeface="Times New Roman" pitchFamily="18" charset="0"/>
                <a:cs typeface="Times New Roman" pitchFamily="18" charset="0"/>
              </a:rPr>
              <a:t>ĐK: </a:t>
            </a:r>
            <a:r>
              <a:rPr lang="en-US" sz="5400" b="1" dirty="0" err="1">
                <a:latin typeface="Times New Roman" pitchFamily="18" charset="0"/>
                <a:cs typeface="Times New Roman" pitchFamily="18" charset="0"/>
              </a:rPr>
              <a:t>Làm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của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lễ</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chung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kết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hết</a:t>
            </a:r>
            <a:r>
              <a:rPr lang="en-US" sz="5400" b="1" dirty="0">
                <a:latin typeface="Times New Roman" pitchFamily="18" charset="0"/>
                <a:cs typeface="Times New Roman" pitchFamily="18" charset="0"/>
              </a:rPr>
              <a:t> tin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hòa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kinh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triền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miên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êm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đềm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tiến</a:t>
            </a:r>
            <a:r>
              <a:rPr lang="en-US" sz="5400" b="1" dirty="0">
                <a:latin typeface="Times New Roman" pitchFamily="18" charset="0"/>
                <a:cs typeface="Times New Roman" pitchFamily="18" charset="0"/>
              </a:rPr>
              <a:t>. Xin </a:t>
            </a:r>
            <a:r>
              <a:rPr lang="en-US" sz="5400" b="1" dirty="0" err="1">
                <a:latin typeface="Times New Roman" pitchFamily="18" charset="0"/>
                <a:cs typeface="Times New Roman" pitchFamily="18" charset="0"/>
              </a:rPr>
              <a:t>thương</a:t>
            </a:r>
            <a:r>
              <a:rPr lang="en-US" sz="5400" b="1" dirty="0">
                <a:latin typeface="Times New Roman" pitchFamily="18" charset="0"/>
                <a:cs typeface="Times New Roman" pitchFamily="18" charset="0"/>
              </a:rPr>
              <a:t> ban </a:t>
            </a:r>
            <a:r>
              <a:rPr lang="en-US" sz="5400" b="1" dirty="0" err="1">
                <a:latin typeface="Times New Roman" pitchFamily="18" charset="0"/>
                <a:cs typeface="Times New Roman" pitchFamily="18" charset="0"/>
              </a:rPr>
              <a:t>hồng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phúc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đầy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hôm</a:t>
            </a:r>
            <a:r>
              <a:rPr lang="en-US" sz="5400" b="1" dirty="0">
                <a:latin typeface="Times New Roman" pitchFamily="18" charset="0"/>
                <a:cs typeface="Times New Roman" pitchFamily="18" charset="0"/>
              </a:rPr>
              <a:t> nay </a:t>
            </a:r>
            <a:r>
              <a:rPr lang="en-US" sz="5400" b="1" dirty="0" err="1">
                <a:latin typeface="Times New Roman" pitchFamily="18" charset="0"/>
                <a:cs typeface="Times New Roman" pitchFamily="18" charset="0"/>
              </a:rPr>
              <a:t>và</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mãi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lai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nguyện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tim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nồng</a:t>
            </a:r>
            <a:r>
              <a:rPr lang="en-US" sz="5400" b="1" dirty="0">
                <a:latin typeface="Times New Roman" pitchFamily="18" charset="0"/>
                <a:cs typeface="Times New Roman" pitchFamily="18" charset="0"/>
              </a:rPr>
              <a:t> say.</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80814262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36128-4A05-40B8-BBED-8B4157398241}"/>
              </a:ext>
            </a:extLst>
          </p:cNvPr>
          <p:cNvSpPr>
            <a:spLocks noGrp="1"/>
          </p:cNvSpPr>
          <p:nvPr>
            <p:ph type="title"/>
          </p:nvPr>
        </p:nvSpPr>
        <p:spPr>
          <a:xfrm>
            <a:off x="-1" y="0"/>
            <a:ext cx="9143999" cy="1325563"/>
          </a:xfrm>
        </p:spPr>
        <p:txBody>
          <a:bodyPr>
            <a:normAutofit/>
          </a:bodyPr>
          <a:lstStyle/>
          <a:p>
            <a:r>
              <a:rPr lang="en-US" sz="5400" b="1" dirty="0">
                <a:solidFill>
                  <a:srgbClr val="FF0000"/>
                </a:solidFill>
                <a:latin typeface="Times New Roman" panose="02020603050405020304" pitchFamily="18" charset="0"/>
                <a:cs typeface="Times New Roman" panose="02020603050405020304" pitchFamily="18" charset="0"/>
              </a:rPr>
              <a:t>Ca </a:t>
            </a:r>
            <a:r>
              <a:rPr lang="en-US" sz="5400" b="1" dirty="0" err="1">
                <a:solidFill>
                  <a:srgbClr val="FF0000"/>
                </a:solidFill>
                <a:latin typeface="Times New Roman" panose="02020603050405020304" pitchFamily="18" charset="0"/>
                <a:cs typeface="Times New Roman" panose="02020603050405020304" pitchFamily="18" charset="0"/>
              </a:rPr>
              <a:t>hiệp</a:t>
            </a:r>
            <a:r>
              <a:rPr lang="en-US" sz="5400" b="1" dirty="0">
                <a:solidFill>
                  <a:srgbClr val="FF0000"/>
                </a:solidFill>
                <a:latin typeface="Times New Roman" panose="02020603050405020304" pitchFamily="18" charset="0"/>
                <a:cs typeface="Times New Roman" panose="02020603050405020304" pitchFamily="18" charset="0"/>
              </a:rPr>
              <a:t> </a:t>
            </a:r>
            <a:r>
              <a:rPr lang="en-US" sz="5400" b="1" dirty="0" err="1">
                <a:solidFill>
                  <a:srgbClr val="FF0000"/>
                </a:solidFill>
                <a:latin typeface="Times New Roman" panose="02020603050405020304" pitchFamily="18" charset="0"/>
                <a:cs typeface="Times New Roman" panose="02020603050405020304" pitchFamily="18" charset="0"/>
              </a:rPr>
              <a:t>lễ</a:t>
            </a:r>
            <a:endParaRPr lang="en-US" sz="5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C51F5D-34DD-43C2-95A7-3D04A4BAD8AB}"/>
              </a:ext>
            </a:extLst>
          </p:cNvPr>
          <p:cNvSpPr>
            <a:spLocks noGrp="1"/>
          </p:cNvSpPr>
          <p:nvPr>
            <p:ph idx="1"/>
          </p:nvPr>
        </p:nvSpPr>
        <p:spPr>
          <a:xfrm>
            <a:off x="0" y="1540400"/>
            <a:ext cx="9144000" cy="4351338"/>
          </a:xfrm>
        </p:spPr>
        <p:txBody>
          <a:bodyPr>
            <a:noAutofit/>
          </a:bodyPr>
          <a:lstStyle/>
          <a:p>
            <a:pPr marL="0" indent="0" algn="just">
              <a:buNone/>
            </a:pPr>
            <a:r>
              <a:rPr lang="en-US" sz="5400" b="1" dirty="0">
                <a:latin typeface="Times New Roman" panose="02020603050405020304" pitchFamily="18" charset="0"/>
                <a:cs typeface="Times New Roman" panose="02020603050405020304" pitchFamily="18" charset="0"/>
              </a:rPr>
              <a:t>Con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huệ</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ca </a:t>
            </a:r>
            <a:r>
              <a:rPr lang="en-US" sz="5400" b="1" dirty="0" err="1">
                <a:latin typeface="Times New Roman" panose="02020603050405020304" pitchFamily="18" charset="0"/>
                <a:cs typeface="Times New Roman" panose="02020603050405020304" pitchFamily="18" charset="0"/>
              </a:rPr>
              <a:t>khen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Tối</a:t>
            </a:r>
            <a:r>
              <a:rPr lang="en-US" sz="5400" b="1" dirty="0">
                <a:latin typeface="Times New Roman" panose="02020603050405020304" pitchFamily="18" charset="0"/>
                <a:cs typeface="Times New Roman" panose="02020603050405020304" pitchFamily="18" charset="0"/>
              </a:rPr>
              <a:t> Cao.</a:t>
            </a:r>
          </a:p>
        </p:txBody>
      </p:sp>
    </p:spTree>
    <p:extLst>
      <p:ext uri="{BB962C8B-B14F-4D97-AF65-F5344CB8AC3E}">
        <p14:creationId xmlns:p14="http://schemas.microsoft.com/office/powerpoint/2010/main" val="1121484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CHỨNG NHÂN TÌNH YÊU 140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95400"/>
            <a:ext cx="9144000" cy="6391564"/>
          </a:xfrm>
        </p:spPr>
        <p:txBody>
          <a:bodyPr>
            <a:noAutofit/>
          </a:bodyPr>
          <a:lstStyle/>
          <a:p>
            <a:pPr algn="just"/>
            <a:r>
              <a:rPr lang="vi-VN" sz="5400" b="1" dirty="0">
                <a:solidFill>
                  <a:schemeClr val="tx1"/>
                </a:solidFill>
                <a:latin typeface="+mj-lt"/>
              </a:rPr>
              <a:t>1. Khi con nghe tiếng kêu mời gọi con đi gieo niềm tin mới. Con nay như thấy ngỡ ngàng vì Chúa đã đoái thương chọn con.</a:t>
            </a:r>
            <a:endParaRPr lang="vi-VN" sz="857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52079655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CHỨNG NHÂN TÌNH YÊU 140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95400"/>
            <a:ext cx="9144000" cy="6391564"/>
          </a:xfrm>
        </p:spPr>
        <p:txBody>
          <a:bodyPr>
            <a:noAutofit/>
          </a:bodyPr>
          <a:lstStyle/>
          <a:p>
            <a:pPr algn="just"/>
            <a:r>
              <a:rPr lang="vi-VN" sz="5400" b="1" dirty="0">
                <a:solidFill>
                  <a:schemeClr val="tx1"/>
                </a:solidFill>
                <a:latin typeface="+mj-lt"/>
              </a:rPr>
              <a:t>Rồi một ngày Thánh Thần Chúa đã đến thánh hiến con cho Ngài. Sai con đi khắp mọi nơi, rắc gieo tin vui cho muôn người.</a:t>
            </a:r>
            <a:endParaRPr lang="vi-VN" sz="857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136019757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CHỨNG NHÂN TÌNH YÊU 140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47800"/>
            <a:ext cx="9144000" cy="6391564"/>
          </a:xfrm>
        </p:spPr>
        <p:txBody>
          <a:bodyPr>
            <a:noAutofit/>
          </a:bodyPr>
          <a:lstStyle/>
          <a:p>
            <a:pPr algn="just"/>
            <a:r>
              <a:rPr lang="vi-VN" sz="5400" b="1" dirty="0">
                <a:solidFill>
                  <a:schemeClr val="tx1"/>
                </a:solidFill>
                <a:latin typeface="+mj-lt"/>
              </a:rPr>
              <a:t>ĐK: Này đây Chúa ơi con hiến dâng cho Ngài. Niềm tin tâm tư cùng trái tim nồng cháy. </a:t>
            </a:r>
            <a:endParaRPr lang="vi-VN" sz="857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2575163643"/>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CHỨNG NHÂN TÌNH YÊU 140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066800"/>
            <a:ext cx="9144000" cy="6391564"/>
          </a:xfrm>
        </p:spPr>
        <p:txBody>
          <a:bodyPr>
            <a:noAutofit/>
          </a:bodyPr>
          <a:lstStyle/>
          <a:p>
            <a:pPr algn="just"/>
            <a:r>
              <a:rPr lang="vi-VN" sz="5400" b="1" dirty="0">
                <a:solidFill>
                  <a:schemeClr val="tx1"/>
                </a:solidFill>
                <a:latin typeface="+mj-lt"/>
              </a:rPr>
              <a:t>Từ đây hăng say theo bước chân của Ngài, trung kiên làm chứng nhân Nước Trời, thắp lên hạnh phúc cho muôn người.</a:t>
            </a:r>
            <a:endParaRPr lang="vi-VN" sz="857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204989616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CHỨNG NHÂN TÌNH YÊU 140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95400"/>
            <a:ext cx="9144000" cy="6391564"/>
          </a:xfrm>
        </p:spPr>
        <p:txBody>
          <a:bodyPr>
            <a:noAutofit/>
          </a:bodyPr>
          <a:lstStyle/>
          <a:p>
            <a:pPr algn="just"/>
            <a:r>
              <a:rPr lang="vi-VN" sz="5400" b="1" dirty="0">
                <a:solidFill>
                  <a:schemeClr val="tx1"/>
                </a:solidFill>
                <a:latin typeface="+mj-lt"/>
              </a:rPr>
              <a:t>2. Con say sưa với tháng ngày tình yêu cho con nguồn sức sống. Con hân hoan bước lên đường hồng phúc bát ngát xanh đồi nương. </a:t>
            </a:r>
            <a:endParaRPr lang="vi-VN" sz="857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408657367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CHỨNG NHÂN TÌNH YÊU 140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95400"/>
            <a:ext cx="9144000" cy="6391564"/>
          </a:xfrm>
        </p:spPr>
        <p:txBody>
          <a:bodyPr>
            <a:noAutofit/>
          </a:bodyPr>
          <a:lstStyle/>
          <a:p>
            <a:pPr algn="just"/>
            <a:r>
              <a:rPr lang="vi-VN" sz="5400" b="1" dirty="0">
                <a:latin typeface="+mj-lt"/>
              </a:rPr>
              <a:t>Để tìm lại những tình thương quá khứ héo úa trong muôn lòng. Cho quên đi những sầu vương Chúa ôi xin thương ai đoạn trường.</a:t>
            </a:r>
            <a:endParaRPr lang="vi-VN" sz="85700" b="1" dirty="0">
              <a:latin typeface="+mj-lt"/>
              <a:cs typeface="Times New Roman" panose="02020603050405020304" pitchFamily="18" charset="0"/>
            </a:endParaRPr>
          </a:p>
        </p:txBody>
      </p:sp>
    </p:spTree>
    <p:extLst>
      <p:ext uri="{BB962C8B-B14F-4D97-AF65-F5344CB8AC3E}">
        <p14:creationId xmlns:p14="http://schemas.microsoft.com/office/powerpoint/2010/main" val="127648588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CHỨNG NHÂN TÌNH YÊU 140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47800"/>
            <a:ext cx="9144000" cy="6391564"/>
          </a:xfrm>
        </p:spPr>
        <p:txBody>
          <a:bodyPr>
            <a:noAutofit/>
          </a:bodyPr>
          <a:lstStyle/>
          <a:p>
            <a:pPr algn="just"/>
            <a:r>
              <a:rPr lang="vi-VN" sz="5400" b="1" dirty="0">
                <a:solidFill>
                  <a:schemeClr val="tx1"/>
                </a:solidFill>
                <a:latin typeface="+mj-lt"/>
              </a:rPr>
              <a:t>ĐK: Này đây Chúa ơi con hiến dâng cho Ngài. Niềm tin tâm tư cùng trái tim nồng cháy. </a:t>
            </a:r>
            <a:endParaRPr lang="vi-VN" sz="857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322249191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CHỨNG NHÂN TÌNH YÊU 140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066800"/>
            <a:ext cx="9144000" cy="6391564"/>
          </a:xfrm>
        </p:spPr>
        <p:txBody>
          <a:bodyPr>
            <a:noAutofit/>
          </a:bodyPr>
          <a:lstStyle/>
          <a:p>
            <a:pPr algn="just"/>
            <a:r>
              <a:rPr lang="vi-VN" sz="5400" b="1" dirty="0">
                <a:solidFill>
                  <a:schemeClr val="tx1"/>
                </a:solidFill>
                <a:latin typeface="+mj-lt"/>
              </a:rPr>
              <a:t>Từ đây hăng say theo bước chân của Ngài, trung kiên làm chứng nhân Nước Trời, thắp lên hạnh phúc cho muôn người.</a:t>
            </a:r>
            <a:endParaRPr lang="vi-VN" sz="857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48741665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9597B-D432-4FFB-A80E-F84557A873A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9C79AC3-6D31-4322-BBF9-5F8C54B99AF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62061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XIN VÂNG 460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09600"/>
            <a:ext cx="9144000" cy="5105400"/>
          </a:xfrm>
        </p:spPr>
        <p:txBody>
          <a:bodyPr>
            <a:noAutofit/>
          </a:bodyPr>
          <a:lstStyle/>
          <a:p>
            <a:pPr algn="just"/>
            <a:r>
              <a:rPr lang="en-US" sz="5400" b="1" dirty="0">
                <a:solidFill>
                  <a:schemeClr val="tx1"/>
                </a:solidFill>
                <a:latin typeface="Times New Roman" pitchFamily="18" charset="0"/>
                <a:cs typeface="Times New Roman" pitchFamily="18" charset="0"/>
              </a:rPr>
              <a:t>1.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ơi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đời</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dõi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bước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theo</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lòng</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quyết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noi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gương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dạy</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hai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tiếng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ơi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đường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trăm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ngàn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gian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khó</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hiểm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nguy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giăng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tràn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đây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đó</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dạy</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hai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tiếng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vâng</a:t>
            </a:r>
            <a:r>
              <a:rPr lang="en-US" sz="5400" b="1" dirty="0">
                <a:solidFill>
                  <a:schemeClr val="tx1"/>
                </a:solidFill>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90097027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XIN VÂNG 460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19200"/>
            <a:ext cx="9144000" cy="5105400"/>
          </a:xfrm>
        </p:spPr>
        <p:txBody>
          <a:bodyPr>
            <a:noAutofit/>
          </a:bodyPr>
          <a:lstStyle/>
          <a:p>
            <a:pPr algn="just"/>
            <a:r>
              <a:rPr lang="en-US" sz="5400" b="1" dirty="0">
                <a:solidFill>
                  <a:schemeClr val="tx1"/>
                </a:solidFill>
                <a:latin typeface="Times New Roman" pitchFamily="18" charset="0"/>
                <a:cs typeface="Times New Roman" pitchFamily="18" charset="0"/>
              </a:rPr>
              <a:t>ĐK: Xin </a:t>
            </a:r>
            <a:r>
              <a:rPr lang="en-US" sz="5400" b="1" dirty="0" err="1">
                <a:solidFill>
                  <a:schemeClr val="tx1"/>
                </a:solidFill>
                <a:latin typeface="Times New Roman" pitchFamily="18" charset="0"/>
                <a:cs typeface="Times New Roman" pitchFamily="18" charset="0"/>
              </a:rPr>
              <a:t>vâng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dạy</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hai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tiếng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hôm</a:t>
            </a:r>
            <a:r>
              <a:rPr lang="en-US" sz="5400" b="1" dirty="0">
                <a:solidFill>
                  <a:schemeClr val="tx1"/>
                </a:solidFill>
                <a:latin typeface="Times New Roman" pitchFamily="18" charset="0"/>
                <a:cs typeface="Times New Roman" pitchFamily="18" charset="0"/>
              </a:rPr>
              <a:t> qua </a:t>
            </a:r>
            <a:r>
              <a:rPr lang="en-US" sz="5400" b="1" dirty="0" err="1">
                <a:solidFill>
                  <a:schemeClr val="tx1"/>
                </a:solidFill>
                <a:latin typeface="Times New Roman" pitchFamily="18" charset="0"/>
                <a:cs typeface="Times New Roman" pitchFamily="18" charset="0"/>
              </a:rPr>
              <a:t>hôm</a:t>
            </a:r>
            <a:r>
              <a:rPr lang="en-US" sz="5400" b="1" dirty="0">
                <a:solidFill>
                  <a:schemeClr val="tx1"/>
                </a:solidFill>
                <a:latin typeface="Times New Roman" pitchFamily="18" charset="0"/>
                <a:cs typeface="Times New Roman" pitchFamily="18" charset="0"/>
              </a:rPr>
              <a:t> nay </a:t>
            </a:r>
            <a:r>
              <a:rPr lang="en-US" sz="5400" b="1" dirty="0" err="1">
                <a:solidFill>
                  <a:schemeClr val="tx1"/>
                </a:solidFill>
                <a:latin typeface="Times New Roman" pitchFamily="18" charset="0"/>
                <a:cs typeface="Times New Roman" pitchFamily="18" charset="0"/>
              </a:rPr>
              <a:t>và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ngày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mai</a:t>
            </a:r>
            <a:r>
              <a:rPr lang="en-US" sz="5400" b="1" dirty="0">
                <a:solidFill>
                  <a:schemeClr val="tx1"/>
                </a:solidFill>
                <a:latin typeface="Times New Roman" pitchFamily="18" charset="0"/>
                <a:cs typeface="Times New Roman" pitchFamily="18" charset="0"/>
              </a:rPr>
              <a:t>. Xin </a:t>
            </a:r>
            <a:r>
              <a:rPr lang="en-US" sz="5400" b="1" dirty="0" err="1">
                <a:solidFill>
                  <a:schemeClr val="tx1"/>
                </a:solidFill>
                <a:latin typeface="Times New Roman" pitchFamily="18" charset="0"/>
                <a:cs typeface="Times New Roman" pitchFamily="18" charset="0"/>
              </a:rPr>
              <a:t>vâng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dạy</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hai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tiếng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hôm</a:t>
            </a:r>
            <a:r>
              <a:rPr lang="en-US" sz="5400" b="1" dirty="0">
                <a:solidFill>
                  <a:schemeClr val="tx1"/>
                </a:solidFill>
                <a:latin typeface="Times New Roman" pitchFamily="18" charset="0"/>
                <a:cs typeface="Times New Roman" pitchFamily="18" charset="0"/>
              </a:rPr>
              <a:t> nay </a:t>
            </a:r>
            <a:r>
              <a:rPr lang="en-US" sz="5400" b="1" dirty="0" err="1">
                <a:solidFill>
                  <a:schemeClr val="tx1"/>
                </a:solidFill>
                <a:latin typeface="Times New Roman" pitchFamily="18" charset="0"/>
                <a:cs typeface="Times New Roman" pitchFamily="18" charset="0"/>
              </a:rPr>
              <a:t>tương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lai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suốt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đời</a:t>
            </a:r>
            <a:r>
              <a:rPr lang="en-US" sz="5400" b="1" dirty="0">
                <a:solidFill>
                  <a:schemeClr val="tx1"/>
                </a:solidFill>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846423822"/>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6231</TotalTime>
  <Words>967</Words>
  <Application>Microsoft Office PowerPoint</Application>
  <PresentationFormat>On-screen Show (4:3)</PresentationFormat>
  <Paragraphs>48</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Times New Roman</vt: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Hiệp Lễ                            CA KHÚC HỒNG ÂN 150</vt:lpstr>
      <vt:lpstr>Hiệp Lễ                            CA KHÚC HỒNG ÂN</vt:lpstr>
      <vt:lpstr>Hiệp Lễ                            CA KHÚC HỒNG ÂN</vt:lpstr>
      <vt:lpstr>PowerPoint Presentation</vt:lpstr>
      <vt:lpstr>PowerPoint Presentation</vt:lpstr>
      <vt:lpstr>Dâng Lễ                                           XIN DÂNG LÊN (106 N)</vt:lpstr>
      <vt:lpstr>Dâng Lễ                                           XIN DÂNG LÊN (106)</vt:lpstr>
      <vt:lpstr>Ca hiệp lễ</vt:lpstr>
      <vt:lpstr>Hiệp Lễ                                   CHỨNG NHÂN TÌNH YÊU 140</vt:lpstr>
      <vt:lpstr>Hiệp Lễ                                   CHỨNG NHÂN TÌNH YÊU 140</vt:lpstr>
      <vt:lpstr>Hiệp Lễ                                   CHỨNG NHÂN TÌNH YÊU 140</vt:lpstr>
      <vt:lpstr>Hiệp Lễ                                   CHỨNG NHÂN TÌNH YÊU 140</vt:lpstr>
      <vt:lpstr>Hiệp Lễ                                   CHỨNG NHÂN TÌNH YÊU 140</vt:lpstr>
      <vt:lpstr>Hiệp Lễ                                   CHỨNG NHÂN TÌNH YÊU 140</vt:lpstr>
      <vt:lpstr>Hiệp Lễ                                   CHỨNG NHÂN TÌNH YÊU 140</vt:lpstr>
      <vt:lpstr>Hiệp Lễ                                   CHỨNG NHÂN TÌNH YÊU 140</vt:lpstr>
      <vt:lpstr>PowerPoint Presentation</vt:lpstr>
      <vt:lpstr>Kết lễ                                                   XIN VÂNG 460</vt:lpstr>
      <vt:lpstr>Kết lễ                                                   XIN VÂNG 460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dc:title>
  <dc:creator>Anh Tran</dc:creator>
  <cp:lastModifiedBy>Anh Tran</cp:lastModifiedBy>
  <cp:revision>1571</cp:revision>
  <dcterms:created xsi:type="dcterms:W3CDTF">2018-09-17T12:52:44Z</dcterms:created>
  <dcterms:modified xsi:type="dcterms:W3CDTF">2021-05-24T17:06:02Z</dcterms:modified>
</cp:coreProperties>
</file>