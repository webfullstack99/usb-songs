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0"/>
  </p:notesMasterIdLst>
  <p:sldIdLst>
    <p:sldId id="4810" r:id="rId2"/>
    <p:sldId id="4811" r:id="rId3"/>
    <p:sldId id="4812" r:id="rId4"/>
    <p:sldId id="4813" r:id="rId5"/>
    <p:sldId id="4814" r:id="rId6"/>
    <p:sldId id="4815" r:id="rId7"/>
    <p:sldId id="5163" r:id="rId8"/>
    <p:sldId id="2244" r:id="rId9"/>
    <p:sldId id="4067" r:id="rId10"/>
    <p:sldId id="5471" r:id="rId11"/>
    <p:sldId id="2426" r:id="rId12"/>
    <p:sldId id="5017" r:id="rId13"/>
    <p:sldId id="3370" r:id="rId14"/>
    <p:sldId id="3373" r:id="rId15"/>
    <p:sldId id="5472" r:id="rId16"/>
    <p:sldId id="5412" r:id="rId17"/>
    <p:sldId id="1064" r:id="rId18"/>
    <p:sldId id="1065" r:id="rId19"/>
    <p:sldId id="1066" r:id="rId20"/>
    <p:sldId id="5505" r:id="rId21"/>
    <p:sldId id="5506" r:id="rId22"/>
    <p:sldId id="5504" r:id="rId23"/>
    <p:sldId id="5507" r:id="rId24"/>
    <p:sldId id="5508" r:id="rId25"/>
    <p:sldId id="5509" r:id="rId26"/>
    <p:sldId id="4476" r:id="rId27"/>
    <p:sldId id="4477" r:id="rId28"/>
    <p:sldId id="5510" r:id="rId29"/>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varScale="1">
        <p:scale>
          <a:sx n="86" d="100"/>
          <a:sy n="86" d="100"/>
        </p:scale>
        <p:origin x="1618" y="67"/>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17/05/2021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17/05/2021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NGÀN TRÙNG 499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nhuộm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0287547"/>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NGÀN TRÙNG 499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Họ</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2896809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NGÀN TRÙNG 499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nhuộm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08020138"/>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9607"/>
            <a:ext cx="9144000" cy="7164280"/>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quốc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64627009"/>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66226832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81125"/>
            <a:ext cx="9144000" cy="6391564"/>
          </a:xfrm>
        </p:spPr>
        <p:txBody>
          <a:bodyPr>
            <a:noAutofit/>
          </a:bodyPr>
          <a:lstStyle/>
          <a:p>
            <a:pPr algn="just"/>
            <a:r>
              <a:rPr lang="vi-VN" sz="5400" b="1" dirty="0">
                <a:latin typeface="+mj-lt"/>
              </a:rPr>
              <a:t>2. Lòng thành tiến dâng rượu nho bánh miến. Xin Cha thương lấy tấm thân mọn hèn. Để đời con đắm say, tình Ngài ban tràn đầy khúc ca ân tình.</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991748341"/>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203380506"/>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836128-4A05-40B8-BBED-8B4157398241}"/>
              </a:ext>
            </a:extLst>
          </p:cNvPr>
          <p:cNvSpPr>
            <a:spLocks noGrp="1"/>
          </p:cNvSpPr>
          <p:nvPr>
            <p:ph type="title"/>
          </p:nvPr>
        </p:nvSpPr>
        <p:spPr>
          <a:xfrm>
            <a:off x="-1" y="0"/>
            <a:ext cx="9143999" cy="1325563"/>
          </a:xfrm>
        </p:spPr>
        <p:txBody>
          <a:bodyPr>
            <a:normAutofit/>
          </a:bodyPr>
          <a:lstStyle/>
          <a:p>
            <a:r>
              <a:rPr lang="en-US" sz="5400" b="1" dirty="0">
                <a:solidFill>
                  <a:srgbClr val="FF0000"/>
                </a:solidFill>
                <a:latin typeface="Times New Roman" panose="02020603050405020304" pitchFamily="18" charset="0"/>
                <a:cs typeface="Times New Roman" panose="02020603050405020304" pitchFamily="18" charset="0"/>
              </a:rPr>
              <a:t>Ca </a:t>
            </a:r>
            <a:r>
              <a:rPr lang="en-US" sz="5400" b="1" dirty="0" err="1">
                <a:solidFill>
                  <a:srgbClr val="FF0000"/>
                </a:solidFill>
                <a:latin typeface="Times New Roman" panose="02020603050405020304" pitchFamily="18" charset="0"/>
                <a:cs typeface="Times New Roman" panose="02020603050405020304" pitchFamily="18" charset="0"/>
              </a:rPr>
              <a:t>hiệp</a:t>
            </a:r>
            <a:r>
              <a:rPr lang="en-US" sz="5400" b="1" dirty="0">
                <a:solidFill>
                  <a:srgbClr val="FF0000"/>
                </a:solidFill>
                <a:latin typeface="Times New Roman" panose="02020603050405020304" pitchFamily="18" charset="0"/>
                <a:cs typeface="Times New Roman" panose="02020603050405020304" pitchFamily="18" charset="0"/>
              </a:rPr>
              <a:t> </a:t>
            </a:r>
            <a:r>
              <a:rPr lang="en-US" sz="5400" b="1" dirty="0" err="1">
                <a:solidFill>
                  <a:srgbClr val="FF0000"/>
                </a:solidFill>
                <a:latin typeface="Times New Roman" panose="02020603050405020304" pitchFamily="18" charset="0"/>
                <a:cs typeface="Times New Roman" panose="02020603050405020304" pitchFamily="18" charset="0"/>
              </a:rPr>
              <a:t>lễ</a:t>
            </a:r>
            <a:endParaRPr lang="en-US" sz="5400" b="1"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9C51F5D-34DD-43C2-95A7-3D04A4BAD8AB}"/>
              </a:ext>
            </a:extLst>
          </p:cNvPr>
          <p:cNvSpPr>
            <a:spLocks noGrp="1"/>
          </p:cNvSpPr>
          <p:nvPr>
            <p:ph idx="1"/>
          </p:nvPr>
        </p:nvSpPr>
        <p:spPr>
          <a:xfrm>
            <a:off x="0" y="1416112"/>
            <a:ext cx="9144000" cy="4351338"/>
          </a:xfrm>
        </p:spPr>
        <p:txBody>
          <a:bodyPr>
            <a:noAutofit/>
          </a:bodyPr>
          <a:lstStyle/>
          <a:p>
            <a:pPr marL="0" indent="0" algn="just">
              <a:buNone/>
            </a:pP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a:latin typeface="Times New Roman" panose="02020603050405020304" pitchFamily="18" charset="0"/>
                <a:cs typeface="Times New Roman" panose="02020603050405020304" pitchFamily="18" charset="0"/>
              </a:rPr>
              <a:t>Alleluia.</a:t>
            </a:r>
            <a:endParaRPr lang="en-US"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214843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Lễ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TÌNH YÊU 185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cứu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thế</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khỏi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chốn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lưu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đầy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ban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trần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thế</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1217728086"/>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Lễ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TÌNH YÊU 185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5105400"/>
          </a:xfrm>
        </p:spPr>
        <p:txBody>
          <a:bodyPr>
            <a:noAutofit/>
          </a:bodyPr>
          <a:lstStyle/>
          <a:p>
            <a:pPr algn="just">
              <a:tabLst>
                <a:tab pos="2155825" algn="l"/>
              </a:tabLst>
            </a:pP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loan tin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khắp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thế</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đau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bình</a:t>
            </a:r>
            <a:r>
              <a:rPr lang="en-US" sz="5400" b="1" dirty="0">
                <a:solidFill>
                  <a:schemeClr val="tx1"/>
                </a:solidFill>
                <a:latin typeface="Times New Roman" pitchFamily="18" charset="0"/>
                <a:cs typeface="Times New Roman" pitchFamily="18" charset="0"/>
              </a:rPr>
              <a:t> an.</a:t>
            </a:r>
          </a:p>
        </p:txBody>
      </p:sp>
    </p:spTree>
    <p:extLst>
      <p:ext uri="{BB962C8B-B14F-4D97-AF65-F5344CB8AC3E}">
        <p14:creationId xmlns:p14="http://schemas.microsoft.com/office/powerpoint/2010/main" val="695591594"/>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Lễ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TÌNH YÊU 185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25118"/>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Còn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nào</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Dù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đất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đổi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vẫn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2575879151"/>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Lễ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TÌNH YÊU 185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cứu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thế</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khỏi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chốn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lưu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đầy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ban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trần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thế</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327786449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Lễ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TÌNH YÊU 185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5105400"/>
          </a:xfrm>
        </p:spPr>
        <p:txBody>
          <a:bodyPr>
            <a:noAutofit/>
          </a:bodyPr>
          <a:lstStyle/>
          <a:p>
            <a:pPr algn="just">
              <a:tabLst>
                <a:tab pos="2155825" algn="l"/>
              </a:tabLst>
            </a:pP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loan tin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khắp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thế</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đau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bình</a:t>
            </a:r>
            <a:r>
              <a:rPr lang="en-US" sz="5400" b="1" dirty="0">
                <a:solidFill>
                  <a:schemeClr val="tx1"/>
                </a:solidFill>
                <a:latin typeface="Times New Roman" pitchFamily="18" charset="0"/>
                <a:cs typeface="Times New Roman" pitchFamily="18" charset="0"/>
              </a:rPr>
              <a:t> an.</a:t>
            </a:r>
          </a:p>
        </p:txBody>
      </p:sp>
    </p:spTree>
    <p:extLst>
      <p:ext uri="{BB962C8B-B14F-4D97-AF65-F5344CB8AC3E}">
        <p14:creationId xmlns:p14="http://schemas.microsoft.com/office/powerpoint/2010/main" val="313186750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Lễ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TÌNH YÊU 185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nhau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nhau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bình</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298957852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Lễ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TÌNH YÊU 185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cứu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thế</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khỏi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chốn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lưu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đầy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ban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trần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thế</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3616020842"/>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Lễ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TÌNH YÊU 185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5105400"/>
          </a:xfrm>
        </p:spPr>
        <p:txBody>
          <a:bodyPr>
            <a:noAutofit/>
          </a:bodyPr>
          <a:lstStyle/>
          <a:p>
            <a:pPr algn="just">
              <a:tabLst>
                <a:tab pos="2155825" algn="l"/>
              </a:tabLst>
            </a:pP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loan tin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khắp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thế</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đau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bình</a:t>
            </a:r>
            <a:r>
              <a:rPr lang="en-US" sz="5400" b="1" dirty="0">
                <a:solidFill>
                  <a:schemeClr val="tx1"/>
                </a:solidFill>
                <a:latin typeface="Times New Roman" pitchFamily="18" charset="0"/>
                <a:cs typeface="Times New Roman" pitchFamily="18" charset="0"/>
              </a:rPr>
              <a:t> an.</a:t>
            </a:r>
          </a:p>
        </p:txBody>
      </p:sp>
    </p:spTree>
    <p:extLst>
      <p:ext uri="{BB962C8B-B14F-4D97-AF65-F5344CB8AC3E}">
        <p14:creationId xmlns:p14="http://schemas.microsoft.com/office/powerpoint/2010/main" val="1912731044"/>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31010-BC70-4D04-9535-95F98E37EB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E4F050F-0C38-4C0E-B670-9A1F9DBCEF0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813329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09415456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81231"/>
            <a:ext cx="9144000" cy="4219339"/>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Nhìn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thẳm</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40774709"/>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853574872"/>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6215</TotalTime>
  <Words>1147</Words>
  <Application>Microsoft Office PowerPoint</Application>
  <PresentationFormat>On-screen Show (4:3)</PresentationFormat>
  <Paragraphs>52</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BÀI CA NGÀN TRÙNG 499 </vt:lpstr>
      <vt:lpstr>Nhập Lễ                                    BÀI CA NGÀN TRÙNG 499 </vt:lpstr>
      <vt:lpstr>Nhập Lễ                                    BÀI CA NGÀN TRÙNG 499 </vt:lpstr>
      <vt:lpstr>PowerPoint Presentation</vt:lpstr>
      <vt:lpstr>PowerPoint Presentation</vt:lpstr>
      <vt:lpstr>Hiệp Lễ                            LỜI TRẦM HƯƠNG (90)</vt:lpstr>
      <vt:lpstr>Hiệp Lễ                            LỜI TRẦM HƯƠNG (90)</vt:lpstr>
      <vt:lpstr>Hiệp Lễ                            LỜI TRẦM HƯƠNG (90)</vt:lpstr>
      <vt:lpstr>Ca hiệp lễ</vt:lpstr>
      <vt:lpstr>Hiệp Lễ                           CHÚA LÀ TÌNH YÊU 185</vt:lpstr>
      <vt:lpstr>Hiệp Lễ                           CHÚA LÀ TÌNH YÊU 185</vt:lpstr>
      <vt:lpstr>Hiệp Lễ                           CHÚA LÀ TÌNH YÊU 185</vt:lpstr>
      <vt:lpstr>Hiệp Lễ                           CHÚA LÀ TÌNH YÊU 185</vt:lpstr>
      <vt:lpstr>Hiệp Lễ                           CHÚA LÀ TÌNH YÊU 185</vt:lpstr>
      <vt:lpstr>Hiệp Lễ                           CHÚA LÀ TÌNH YÊU 185</vt:lpstr>
      <vt:lpstr>Hiệp Lễ                           CHÚA LÀ TÌNH YÊU 185</vt:lpstr>
      <vt:lpstr>Hiệp Lễ                           CHÚA LÀ TÌNH YÊU 185</vt:lpstr>
      <vt:lpstr>PowerPoint Presentation</vt:lpstr>
      <vt:lpstr>Kết lễ                                     TIẾNG HÁT THIÊN THU 485</vt:lpstr>
      <vt:lpstr>Kết lễ                                     TIẾNG HÁT THIÊN THU 485</vt:lpstr>
      <vt:lpstr>Kết lễ                                     TIẾNG HÁT THIÊN THU 485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1567</cp:revision>
  <dcterms:created xsi:type="dcterms:W3CDTF">2018-09-17T12:52:44Z</dcterms:created>
  <dcterms:modified xsi:type="dcterms:W3CDTF">2021-05-17T12:19:22Z</dcterms:modified>
</cp:coreProperties>
</file>