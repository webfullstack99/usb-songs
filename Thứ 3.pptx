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6"/>
  </p:notesMasterIdLst>
  <p:sldIdLst>
    <p:sldId id="4112" r:id="rId2"/>
    <p:sldId id="4113" r:id="rId3"/>
    <p:sldId id="4114" r:id="rId4"/>
    <p:sldId id="4115" r:id="rId5"/>
    <p:sldId id="4116" r:id="rId6"/>
    <p:sldId id="4117" r:id="rId7"/>
    <p:sldId id="4372" r:id="rId8"/>
    <p:sldId id="3420" r:id="rId9"/>
    <p:sldId id="3419" r:id="rId10"/>
    <p:sldId id="5016" r:id="rId11"/>
    <p:sldId id="5017" r:id="rId12"/>
    <p:sldId id="5191" r:id="rId13"/>
    <p:sldId id="5192" r:id="rId14"/>
    <p:sldId id="3552" r:id="rId15"/>
    <p:sldId id="5178" r:id="rId16"/>
    <p:sldId id="3699" r:id="rId17"/>
    <p:sldId id="3700" r:id="rId18"/>
    <p:sldId id="5193" r:id="rId19"/>
    <p:sldId id="3701" r:id="rId20"/>
    <p:sldId id="5194" r:id="rId21"/>
    <p:sldId id="3702" r:id="rId22"/>
    <p:sldId id="5195" r:id="rId23"/>
    <p:sldId id="4315" r:id="rId24"/>
    <p:sldId id="4316" r:id="rId25"/>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591" autoAdjust="0"/>
    <p:restoredTop sz="94660"/>
  </p:normalViewPr>
  <p:slideViewPr>
    <p:cSldViewPr snapToGrid="0">
      <p:cViewPr varScale="1">
        <p:scale>
          <a:sx n="82" d="100"/>
          <a:sy n="82" d="100"/>
        </p:scale>
        <p:origin x="1613" y="58"/>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16/03/2021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1E4D914E-6825-4475-A990-0303B744F5B1}" type="slidenum">
              <a:rPr lang="vi-VN" smtClean="0"/>
              <a:pPr/>
              <a:t>1</a:t>
            </a:fld>
            <a:endParaRPr lang="vi-VN"/>
          </a:p>
        </p:txBody>
      </p:sp>
    </p:spTree>
    <p:extLst>
      <p:ext uri="{BB962C8B-B14F-4D97-AF65-F5344CB8AC3E}">
        <p14:creationId xmlns:p14="http://schemas.microsoft.com/office/powerpoint/2010/main" val="98889877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16</a:t>
            </a:fld>
            <a:endParaRPr lang="en-US"/>
          </a:p>
        </p:txBody>
      </p:sp>
    </p:spTree>
    <p:extLst>
      <p:ext uri="{BB962C8B-B14F-4D97-AF65-F5344CB8AC3E}">
        <p14:creationId xmlns:p14="http://schemas.microsoft.com/office/powerpoint/2010/main" val="41580236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17</a:t>
            </a:fld>
            <a:endParaRPr lang="en-US"/>
          </a:p>
        </p:txBody>
      </p:sp>
    </p:spTree>
    <p:extLst>
      <p:ext uri="{BB962C8B-B14F-4D97-AF65-F5344CB8AC3E}">
        <p14:creationId xmlns:p14="http://schemas.microsoft.com/office/powerpoint/2010/main" val="404802334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18</a:t>
            </a:fld>
            <a:endParaRPr lang="en-US"/>
          </a:p>
        </p:txBody>
      </p:sp>
    </p:spTree>
    <p:extLst>
      <p:ext uri="{BB962C8B-B14F-4D97-AF65-F5344CB8AC3E}">
        <p14:creationId xmlns:p14="http://schemas.microsoft.com/office/powerpoint/2010/main" val="373764622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19</a:t>
            </a:fld>
            <a:endParaRPr lang="en-US"/>
          </a:p>
        </p:txBody>
      </p:sp>
    </p:spTree>
    <p:extLst>
      <p:ext uri="{BB962C8B-B14F-4D97-AF65-F5344CB8AC3E}">
        <p14:creationId xmlns:p14="http://schemas.microsoft.com/office/powerpoint/2010/main" val="7246772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20</a:t>
            </a:fld>
            <a:endParaRPr lang="en-US"/>
          </a:p>
        </p:txBody>
      </p:sp>
    </p:spTree>
    <p:extLst>
      <p:ext uri="{BB962C8B-B14F-4D97-AF65-F5344CB8AC3E}">
        <p14:creationId xmlns:p14="http://schemas.microsoft.com/office/powerpoint/2010/main" val="386148637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21</a:t>
            </a:fld>
            <a:endParaRPr lang="en-US"/>
          </a:p>
        </p:txBody>
      </p:sp>
    </p:spTree>
    <p:extLst>
      <p:ext uri="{BB962C8B-B14F-4D97-AF65-F5344CB8AC3E}">
        <p14:creationId xmlns:p14="http://schemas.microsoft.com/office/powerpoint/2010/main" val="92066390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22</a:t>
            </a:fld>
            <a:endParaRPr lang="en-US"/>
          </a:p>
        </p:txBody>
      </p:sp>
    </p:spTree>
    <p:extLst>
      <p:ext uri="{BB962C8B-B14F-4D97-AF65-F5344CB8AC3E}">
        <p14:creationId xmlns:p14="http://schemas.microsoft.com/office/powerpoint/2010/main" val="20129025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16/03/2021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16/03/2021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16/03/2021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16/03/2021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16/03/2021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16/03/2021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16/03/2021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16/03/2021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16/03/2021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16/03/2021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16/03/2021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16/03/2021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2174263447"/>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1057351675"/>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479294224"/>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6858728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a:t>
            </a:r>
            <a:r>
              <a:rPr lang="vi-VN" sz="5400" b="1">
                <a:latin typeface="Times New Roman" panose="02020603050405020304" pitchFamily="18" charset="0"/>
                <a:cs typeface="Times New Roman" panose="02020603050405020304" pitchFamily="18" charset="0"/>
              </a:rPr>
              <a:t>tình thương và </a:t>
            </a:r>
            <a:r>
              <a:rPr lang="vi-VN" sz="5400" b="1" dirty="0">
                <a:latin typeface="Times New Roman" panose="02020603050405020304" pitchFamily="18" charset="0"/>
                <a:cs typeface="Times New Roman" panose="02020603050405020304" pitchFamily="18" charset="0"/>
              </a:rPr>
              <a:t>lòng nhiệt thành quảng đại, </a:t>
            </a:r>
          </a:p>
        </p:txBody>
      </p:sp>
    </p:spTree>
    <p:extLst>
      <p:ext uri="{BB962C8B-B14F-4D97-AF65-F5344CB8AC3E}">
        <p14:creationId xmlns:p14="http://schemas.microsoft.com/office/powerpoint/2010/main" val="2157549357"/>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24972696"/>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5707EB-D7C8-4315-861E-0C0D881BA22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80A1A79-EAAF-4BC4-8937-5CA2ACF0C6C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4464965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NAY CON TRỞ VỀ (403)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85875"/>
            <a:ext cx="9144000" cy="5105400"/>
          </a:xfrm>
        </p:spPr>
        <p:txBody>
          <a:bodyPr>
            <a:noAutofit/>
          </a:bodyPr>
          <a:lstStyle/>
          <a:p>
            <a:pPr algn="just">
              <a:tabLst>
                <a:tab pos="2155825" algn="l"/>
              </a:tabLst>
            </a:pPr>
            <a:r>
              <a:rPr lang="vi-VN" sz="5400" b="1" dirty="0">
                <a:latin typeface="+mj-lt"/>
              </a:rPr>
              <a:t>2. Giờ đây lòng con thống hối cuộc đời tội lỗi xin Ngài thương tha thứ. Về đây này Cha quên hết bao ngày tháng qua mê lầm cách xa.</a:t>
            </a:r>
            <a:endParaRPr lang="en-US"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3264298036"/>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NAY CON TRỞ VỀ (403)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19200"/>
            <a:ext cx="9144000" cy="5105400"/>
          </a:xfrm>
        </p:spPr>
        <p:txBody>
          <a:bodyPr>
            <a:noAutofit/>
          </a:bodyPr>
          <a:lstStyle/>
          <a:p>
            <a:pPr algn="just">
              <a:tabLst>
                <a:tab pos="2155825" algn="l"/>
              </a:tabLst>
            </a:pPr>
            <a:r>
              <a:rPr lang="vi-VN" sz="5400" b="1" dirty="0">
                <a:latin typeface="+mj-lt"/>
              </a:rPr>
              <a:t>ĐK: Nay con trở về lòng quyết thống hối tội xưa. Nay con trở về Ngài thương ban ơn tha thứ. Nay con trở về lòng quyết thống hối tội xưa. Nay con trở về, về với Chúa Cha nhân từ.</a:t>
            </a:r>
            <a:endParaRPr lang="en-US"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3698299685"/>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046164"/>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hằng</a:t>
            </a:r>
            <a:r>
              <a:rPr lang="en-US" sz="5400" b="1" dirty="0">
                <a:latin typeface="Times New Roman" panose="02020603050405020304" pitchFamily="18" charset="0"/>
                <a:cs typeface="Times New Roman" panose="02020603050405020304" pitchFamily="18" charset="0"/>
              </a:rPr>
              <a:t> ở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Gia-</a:t>
            </a:r>
            <a:r>
              <a:rPr lang="en-US" sz="5400" b="1" dirty="0" err="1">
                <a:latin typeface="Times New Roman" panose="02020603050405020304" pitchFamily="18" charset="0"/>
                <a:cs typeface="Times New Roman" panose="02020603050405020304" pitchFamily="18" charset="0"/>
              </a:rPr>
              <a:t>cóp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hằng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bảo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vệ</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92014905"/>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23923"/>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TUNG HÔ TIN MỪNG</a:t>
            </a:r>
          </a:p>
          <a:p>
            <a:pPr algn="just"/>
            <a:r>
              <a:rPr lang="en-US" sz="5400" b="1" dirty="0" err="1">
                <a:latin typeface="Times New Roman" panose="02020603050405020304" pitchFamily="18" charset="0"/>
                <a:cs typeface="Times New Roman" panose="02020603050405020304" pitchFamily="18" charset="0"/>
              </a:rPr>
              <a: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tạo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quả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sạch</a:t>
            </a:r>
            <a:r>
              <a:rPr lang="en-US" sz="5400" b="1" dirty="0">
                <a:latin typeface="Times New Roman" panose="02020603050405020304" pitchFamily="18" charset="0"/>
                <a:cs typeface="Times New Roman" panose="02020603050405020304" pitchFamily="18" charset="0"/>
              </a:rPr>
              <a:t>. Xin ban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niềm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độ</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04007725"/>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NHƯ TẤM BÁNH (318 566)</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47825"/>
            <a:ext cx="9144000" cy="6391564"/>
          </a:xfrm>
        </p:spPr>
        <p:txBody>
          <a:bodyPr>
            <a:noAutofit/>
          </a:bodyPr>
          <a:lstStyle/>
          <a:p>
            <a:pPr algn="just"/>
            <a:r>
              <a:rPr lang="en-US" sz="5400" b="1" dirty="0">
                <a:solidFill>
                  <a:schemeClr val="tx1"/>
                </a:solidFill>
                <a:latin typeface="Times New Roman" pitchFamily="18" charset="0"/>
                <a:cs typeface="Times New Roman" pitchFamily="18" charset="0"/>
              </a:rPr>
              <a:t>2. </a:t>
            </a:r>
            <a:r>
              <a:rPr lang="en-US" sz="5400" b="1" dirty="0" err="1">
                <a:solidFill>
                  <a:schemeClr val="tx1"/>
                </a:solidFill>
                <a:latin typeface="Times New Roman" pitchFamily="18" charset="0"/>
                <a:cs typeface="Times New Roman" pitchFamily="18" charset="0"/>
              </a:rPr>
              <a:t>Này</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chết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để</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chuộc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tội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nhân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thế</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Chính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Đấng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tạo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thành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loài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dâng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giá</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xưa</a:t>
            </a:r>
            <a:r>
              <a:rPr lang="en-US" sz="5400" b="1" dirty="0">
                <a:solidFill>
                  <a:schemeClr val="tx1"/>
                </a:solidFill>
                <a:latin typeface="Times New Roman" pitchFamily="18" charset="0"/>
                <a:cs typeface="Times New Roman" pitchFamily="18" charset="0"/>
              </a:rPr>
              <a:t>. </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970942230"/>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NHƯ TẤM BÁNH (318)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47825"/>
            <a:ext cx="9144000" cy="6391564"/>
          </a:xfrm>
        </p:spPr>
        <p:txBody>
          <a:bodyPr>
            <a:noAutofit/>
          </a:bodyPr>
          <a:lstStyle/>
          <a:p>
            <a:pPr algn="just"/>
            <a:r>
              <a:rPr lang="en-US" sz="5400" b="1" dirty="0" err="1">
                <a:latin typeface="Times New Roman" pitchFamily="18" charset="0"/>
                <a:cs typeface="Times New Roman" pitchFamily="18" charset="0"/>
              </a:rPr>
              <a:t>Đồi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lênh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máu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hồng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xác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đem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làm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lễ</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Lễ</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tế</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hòa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phúc</a:t>
            </a:r>
            <a:r>
              <a:rPr lang="en-US" sz="5400" b="1" dirty="0">
                <a:latin typeface="Times New Roman" pitchFamily="18" charset="0"/>
                <a:cs typeface="Times New Roman" pitchFamily="18" charset="0"/>
              </a:rPr>
              <a:t> nay </a:t>
            </a:r>
            <a:r>
              <a:rPr lang="en-US" sz="5400" b="1" dirty="0" err="1">
                <a:latin typeface="Times New Roman" pitchFamily="18" charset="0"/>
                <a:cs typeface="Times New Roman" pitchFamily="18" charset="0"/>
              </a:rPr>
              <a:t>tiến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bàn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thờ</a:t>
            </a:r>
            <a:r>
              <a:rPr lang="en-US" sz="5400" b="1" dirty="0">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524705789"/>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NHƯ TẤM BÁNH (318)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1600"/>
            <a:ext cx="9144000" cy="6391564"/>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Chén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cứu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độ</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chén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cứu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độ</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trước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bàn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thờ</a:t>
            </a:r>
            <a:r>
              <a:rPr lang="en-US" sz="5400" b="1" dirty="0">
                <a:latin typeface="Times New Roman" pitchFamily="18" charset="0"/>
                <a:cs typeface="Times New Roman" pitchFamily="18" charset="0"/>
              </a:rPr>
              <a:t> Cha. </a:t>
            </a:r>
            <a:r>
              <a:rPr lang="en-US" sz="5400" b="1" dirty="0" err="1">
                <a:latin typeface="Times New Roman" pitchFamily="18" charset="0"/>
                <a:cs typeface="Times New Roman" pitchFamily="18" charset="0"/>
              </a:rPr>
              <a:t>Chén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cứu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độ</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chén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cứu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độ</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sẽ</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không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phai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nhòa</a:t>
            </a:r>
            <a:r>
              <a:rPr lang="en-US" sz="5400" b="1" dirty="0">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154529035"/>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80957"/>
            <a:ext cx="9144000" cy="561594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chăn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nuôi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chẳng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thiếu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thốn</a:t>
            </a:r>
            <a:r>
              <a:rPr lang="en-US" sz="5400" b="1" dirty="0">
                <a:latin typeface="Times New Roman" panose="02020603050405020304" pitchFamily="18" charset="0"/>
                <a:cs typeface="Times New Roman" panose="02020603050405020304" pitchFamily="18" charset="0"/>
              </a:rPr>
              <a:t> chi,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cỏ</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nằm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nghỉ</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chỗ</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nghỉ</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hướng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dẫn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20482171"/>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890095"/>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chăn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nuôi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ngất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Đồng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xanh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đâu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thiếu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gì</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nằm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nghỉ</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Với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tay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náu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dù</a:t>
            </a:r>
            <a:r>
              <a:rPr lang="en-US" sz="5400" b="1" dirty="0">
                <a:latin typeface="Times New Roman" pitchFamily="18" charset="0"/>
                <a:cs typeface="Times New Roman" pitchFamily="18" charset="0"/>
              </a:rPr>
              <a:t> qua </a:t>
            </a:r>
            <a:r>
              <a:rPr lang="en-US" sz="5400" b="1" dirty="0" err="1">
                <a:latin typeface="Times New Roman" pitchFamily="18" charset="0"/>
                <a:cs typeface="Times New Roman" pitchFamily="18" charset="0"/>
              </a:rPr>
              <a:t>bao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đâu</a:t>
            </a:r>
            <a:r>
              <a:rPr lang="en-US" sz="5400" b="1" dirty="0">
                <a:latin typeface="Times New Roman" pitchFamily="18" charset="0"/>
                <a:cs typeface="Times New Roman" pitchFamily="18" charset="0"/>
              </a:rPr>
              <a:t> lo </a:t>
            </a:r>
            <a:r>
              <a:rPr lang="en-US" sz="5400" b="1" dirty="0" err="1">
                <a:latin typeface="Times New Roman" pitchFamily="18" charset="0"/>
                <a:cs typeface="Times New Roman" pitchFamily="18" charset="0"/>
              </a:rPr>
              <a:t>lắng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gì</a:t>
            </a:r>
            <a:r>
              <a:rPr lang="en-US" sz="5400" b="1" dirty="0">
                <a:latin typeface="Times New Roman" pitchFamily="18" charset="0"/>
                <a:cs typeface="Times New Roman" pitchFamily="18" charset="0"/>
              </a:rPr>
              <a:t>. </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CHĂN NUÔI TÔI  2 (184)</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087959374"/>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232995"/>
            <a:ext cx="9144000" cy="5410200"/>
          </a:xfrm>
        </p:spPr>
        <p:txBody>
          <a:bodyPr>
            <a:noAutofit/>
          </a:bodyPr>
          <a:lstStyle/>
          <a:p>
            <a:pPr algn="just"/>
            <a:r>
              <a:rPr lang="en-US" sz="5400" b="1" dirty="0">
                <a:latin typeface="Times New Roman" pitchFamily="18" charset="0"/>
                <a:cs typeface="Times New Roman" pitchFamily="18" charset="0"/>
              </a:rPr>
              <a:t>1.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đồng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xanh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suối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ngọt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trong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tăng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sức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nghỉ</a:t>
            </a:r>
            <a:r>
              <a:rPr lang="en-US" sz="5400" b="1" dirty="0">
                <a:latin typeface="Times New Roman" pitchFamily="18" charset="0"/>
                <a:cs typeface="Times New Roman" pitchFamily="18" charset="0"/>
              </a:rPr>
              <a:t> an. </a:t>
            </a:r>
            <a:r>
              <a:rPr lang="en-US" sz="5400" b="1" dirty="0" err="1">
                <a:latin typeface="Times New Roman" pitchFamily="18" charset="0"/>
                <a:cs typeface="Times New Roman" pitchFamily="18" charset="0"/>
              </a:rPr>
              <a:t>Đường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nẻo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chính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được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bước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huyền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diệu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thay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Danh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muôn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CHĂN NUÔI TÔI  2 (184)</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805708635"/>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890095"/>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chăn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nuôi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ngất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Đồng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xanh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đâu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thiếu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gì</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nằm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nghỉ</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Với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tay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náu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dù</a:t>
            </a:r>
            <a:r>
              <a:rPr lang="en-US" sz="5400" b="1" dirty="0">
                <a:latin typeface="Times New Roman" pitchFamily="18" charset="0"/>
                <a:cs typeface="Times New Roman" pitchFamily="18" charset="0"/>
              </a:rPr>
              <a:t> qua </a:t>
            </a:r>
            <a:r>
              <a:rPr lang="en-US" sz="5400" b="1" dirty="0" err="1">
                <a:latin typeface="Times New Roman" pitchFamily="18" charset="0"/>
                <a:cs typeface="Times New Roman" pitchFamily="18" charset="0"/>
              </a:rPr>
              <a:t>bao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đâu</a:t>
            </a:r>
            <a:r>
              <a:rPr lang="en-US" sz="5400" b="1" dirty="0">
                <a:latin typeface="Times New Roman" pitchFamily="18" charset="0"/>
                <a:cs typeface="Times New Roman" pitchFamily="18" charset="0"/>
              </a:rPr>
              <a:t> lo </a:t>
            </a:r>
            <a:r>
              <a:rPr lang="en-US" sz="5400" b="1" dirty="0" err="1">
                <a:latin typeface="Times New Roman" pitchFamily="18" charset="0"/>
                <a:cs typeface="Times New Roman" pitchFamily="18" charset="0"/>
              </a:rPr>
              <a:t>lắng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gì</a:t>
            </a:r>
            <a:r>
              <a:rPr lang="en-US" sz="5400" b="1" dirty="0">
                <a:latin typeface="Times New Roman" pitchFamily="18" charset="0"/>
                <a:cs typeface="Times New Roman" pitchFamily="18" charset="0"/>
              </a:rPr>
              <a:t>. </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CHĂN NUÔI TÔI  2 (184)</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077694995"/>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232995"/>
            <a:ext cx="9144000" cy="5410200"/>
          </a:xfrm>
        </p:spPr>
        <p:txBody>
          <a:bodyPr>
            <a:noAutofit/>
          </a:bodyPr>
          <a:lstStyle/>
          <a:p>
            <a:pPr algn="just"/>
            <a:r>
              <a:rPr lang="en-US" sz="5400" b="1" dirty="0">
                <a:latin typeface="Times New Roman" pitchFamily="18" charset="0"/>
                <a:cs typeface="Times New Roman" pitchFamily="18" charset="0"/>
              </a:rPr>
              <a:t>2. </a:t>
            </a:r>
            <a:r>
              <a:rPr lang="en-US" sz="5400" b="1" dirty="0" err="1">
                <a:latin typeface="Times New Roman" pitchFamily="18" charset="0"/>
                <a:cs typeface="Times New Roman" pitchFamily="18" charset="0"/>
              </a:rPr>
              <a:t>Dù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vượt</a:t>
            </a:r>
            <a:r>
              <a:rPr lang="en-US" sz="5400" b="1" dirty="0">
                <a:latin typeface="Times New Roman" pitchFamily="18" charset="0"/>
                <a:cs typeface="Times New Roman" pitchFamily="18" charset="0"/>
              </a:rPr>
              <a:t> qua </a:t>
            </a:r>
            <a:r>
              <a:rPr lang="en-US" sz="5400" b="1" dirty="0" err="1">
                <a:latin typeface="Times New Roman" pitchFamily="18" charset="0"/>
                <a:cs typeface="Times New Roman" pitchFamily="18" charset="0"/>
              </a:rPr>
              <a:t>thung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lũng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hiểm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đâu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hãi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sợ</a:t>
            </a:r>
            <a:r>
              <a:rPr lang="en-US" sz="5400" b="1" dirty="0">
                <a:latin typeface="Times New Roman" pitchFamily="18" charset="0"/>
                <a:cs typeface="Times New Roman" pitchFamily="18" charset="0"/>
              </a:rPr>
              <a:t> chi. </a:t>
            </a:r>
            <a:r>
              <a:rPr lang="en-US" sz="5400" b="1" dirty="0" err="1">
                <a:latin typeface="Times New Roman" pitchFamily="18" charset="0"/>
                <a:cs typeface="Times New Roman" pitchFamily="18" charset="0"/>
              </a:rPr>
              <a:t>Vì</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đưa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đường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tay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mang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côn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trượng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tôi</a:t>
            </a:r>
            <a:r>
              <a:rPr lang="en-US" sz="5400" b="1" dirty="0">
                <a:latin typeface="Times New Roman" pitchFamily="18" charset="0"/>
                <a:cs typeface="Times New Roman" pitchFamily="18" charset="0"/>
              </a:rPr>
              <a:t> an </a:t>
            </a:r>
            <a:r>
              <a:rPr lang="en-US" sz="5400" b="1" dirty="0" err="1">
                <a:latin typeface="Times New Roman" pitchFamily="18" charset="0"/>
                <a:cs typeface="Times New Roman" pitchFamily="18" charset="0"/>
              </a:rPr>
              <a:t>vững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khôn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lường</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CHĂN NUÔI TÔI  2 (184)</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53421632"/>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890095"/>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chăn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nuôi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ngất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Đồng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xanh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đâu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thiếu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gì</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nằm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nghỉ</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Với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tay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náu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dù</a:t>
            </a:r>
            <a:r>
              <a:rPr lang="en-US" sz="5400" b="1" dirty="0">
                <a:latin typeface="Times New Roman" pitchFamily="18" charset="0"/>
                <a:cs typeface="Times New Roman" pitchFamily="18" charset="0"/>
              </a:rPr>
              <a:t> qua </a:t>
            </a:r>
            <a:r>
              <a:rPr lang="en-US" sz="5400" b="1" dirty="0" err="1">
                <a:latin typeface="Times New Roman" pitchFamily="18" charset="0"/>
                <a:cs typeface="Times New Roman" pitchFamily="18" charset="0"/>
              </a:rPr>
              <a:t>bao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đâu</a:t>
            </a:r>
            <a:r>
              <a:rPr lang="en-US" sz="5400" b="1" dirty="0">
                <a:latin typeface="Times New Roman" pitchFamily="18" charset="0"/>
                <a:cs typeface="Times New Roman" pitchFamily="18" charset="0"/>
              </a:rPr>
              <a:t> lo </a:t>
            </a:r>
            <a:r>
              <a:rPr lang="en-US" sz="5400" b="1" dirty="0" err="1">
                <a:latin typeface="Times New Roman" pitchFamily="18" charset="0"/>
                <a:cs typeface="Times New Roman" pitchFamily="18" charset="0"/>
              </a:rPr>
              <a:t>lắng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gì</a:t>
            </a:r>
            <a:r>
              <a:rPr lang="en-US" sz="5400" b="1" dirty="0">
                <a:latin typeface="Times New Roman" pitchFamily="18" charset="0"/>
                <a:cs typeface="Times New Roman" pitchFamily="18" charset="0"/>
              </a:rPr>
              <a:t>. </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CHĂN NUÔI TÔI  2 (184)</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894774712"/>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232995"/>
            <a:ext cx="9144000" cy="5410200"/>
          </a:xfrm>
        </p:spPr>
        <p:txBody>
          <a:bodyPr>
            <a:noAutofit/>
          </a:bodyPr>
          <a:lstStyle/>
          <a:p>
            <a:pPr algn="just"/>
            <a:r>
              <a:rPr lang="en-US" sz="5400" b="1" dirty="0">
                <a:latin typeface="Times New Roman" pitchFamily="18" charset="0"/>
                <a:cs typeface="Times New Roman" pitchFamily="18" charset="0"/>
              </a:rPr>
              <a:t>3.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đầu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xức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dầu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thơm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tiệc</a:t>
            </a:r>
            <a:r>
              <a:rPr lang="en-US" sz="5400" b="1" dirty="0">
                <a:latin typeface="Times New Roman" pitchFamily="18" charset="0"/>
                <a:cs typeface="Times New Roman" pitchFamily="18" charset="0"/>
              </a:rPr>
              <a:t> sang </a:t>
            </a:r>
            <a:r>
              <a:rPr lang="en-US" sz="5400" b="1" dirty="0" err="1">
                <a:latin typeface="Times New Roman" pitchFamily="18" charset="0"/>
                <a:cs typeface="Times New Roman" pitchFamily="18" charset="0"/>
              </a:rPr>
              <a:t>dọn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sẵn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rượu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ngon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rồi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phúc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theo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dõi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mãi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muôn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CHĂN NUÔI TÔI  2 (184)</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086894893"/>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890095"/>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chăn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nuôi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ngất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Đồng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xanh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đâu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thiếu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gì</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nằm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nghỉ</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Với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tay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náu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dù</a:t>
            </a:r>
            <a:r>
              <a:rPr lang="en-US" sz="5400" b="1" dirty="0">
                <a:latin typeface="Times New Roman" pitchFamily="18" charset="0"/>
                <a:cs typeface="Times New Roman" pitchFamily="18" charset="0"/>
              </a:rPr>
              <a:t> qua </a:t>
            </a:r>
            <a:r>
              <a:rPr lang="en-US" sz="5400" b="1" dirty="0" err="1">
                <a:latin typeface="Times New Roman" pitchFamily="18" charset="0"/>
                <a:cs typeface="Times New Roman" pitchFamily="18" charset="0"/>
              </a:rPr>
              <a:t>bao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đâu</a:t>
            </a:r>
            <a:r>
              <a:rPr lang="en-US" sz="5400" b="1" dirty="0">
                <a:latin typeface="Times New Roman" pitchFamily="18" charset="0"/>
                <a:cs typeface="Times New Roman" pitchFamily="18" charset="0"/>
              </a:rPr>
              <a:t> lo </a:t>
            </a:r>
            <a:r>
              <a:rPr lang="en-US" sz="5400" b="1" dirty="0" err="1">
                <a:latin typeface="Times New Roman" pitchFamily="18" charset="0"/>
                <a:cs typeface="Times New Roman" pitchFamily="18" charset="0"/>
              </a:rPr>
              <a:t>lắng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gì</a:t>
            </a:r>
            <a:r>
              <a:rPr lang="en-US" sz="5400" b="1" dirty="0">
                <a:latin typeface="Times New Roman" pitchFamily="18" charset="0"/>
                <a:cs typeface="Times New Roman" pitchFamily="18" charset="0"/>
              </a:rPr>
              <a:t>. </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CHĂN NUÔI TÔI  2 (184)</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040947320"/>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NGƯỜI CHA HIỀN (355)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30605"/>
            <a:ext cx="9144000" cy="5615940"/>
          </a:xfrm>
        </p:spPr>
        <p:txBody>
          <a:bodyPr>
            <a:noAutofit/>
          </a:bodyPr>
          <a:lstStyle/>
          <a:p>
            <a:pPr algn="just">
              <a:tabLst>
                <a:tab pos="2155825" algn="l"/>
              </a:tabLst>
            </a:pPr>
            <a:r>
              <a:rPr lang="vi-VN" sz="5400" b="1" dirty="0">
                <a:latin typeface="+mj-lt"/>
              </a:rPr>
              <a:t>1.Giu-se Danh Ngài là Cha công chính xưa là bạn Đức Nữ Trinh nay hiển vinh trên nơi Thiên Đình. Giu-se xin Ngài làm Cha con cái xin Ngài ngày tháng dẫn đưa hộ phù cho các gia đình.</a:t>
            </a:r>
            <a:endParaRPr lang="en-US"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350758041"/>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NGƯỜI CHA HIỀN (355)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30605"/>
            <a:ext cx="9144000" cy="5615940"/>
          </a:xfrm>
        </p:spPr>
        <p:txBody>
          <a:bodyPr>
            <a:noAutofit/>
          </a:bodyPr>
          <a:lstStyle/>
          <a:p>
            <a:pPr algn="just">
              <a:tabLst>
                <a:tab pos="2155825" algn="l"/>
              </a:tabLst>
            </a:pPr>
            <a:r>
              <a:rPr lang="vi-VN" sz="5400" b="1" dirty="0">
                <a:latin typeface="+mj-lt"/>
              </a:rPr>
              <a:t>ĐK: Giu-se xin Ngài dủ thương chúng con. Ban ơn hộ phù các gia đình. Cho Cha mẹ hiền con ngoan một niềm cả nhà tình yêu Chúa xin được trung kiên.</a:t>
            </a:r>
            <a:endParaRPr lang="en-US"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3992159830"/>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4346</TotalTime>
  <Words>1083</Words>
  <Application>Microsoft Office PowerPoint</Application>
  <PresentationFormat>On-screen Show (4:3)</PresentationFormat>
  <Paragraphs>54</Paragraphs>
  <Slides>24</Slides>
  <Notes>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24</vt:i4>
      </vt:variant>
    </vt:vector>
  </HeadingPairs>
  <TitlesOfParts>
    <vt:vector size="29" baseType="lpstr">
      <vt:lpstr>Arial</vt:lpstr>
      <vt:lpstr>Calibri</vt:lpstr>
      <vt:lpstr>Calibri Light</vt:lpstr>
      <vt:lpstr>Times New Roman</vt:lpstr>
      <vt:lpstr>Office Theme</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Hiệp Lễ                                     NAY CON TRỞ VỀ (403)</vt:lpstr>
      <vt:lpstr>Hiệp Lễ                                     NAY CON TRỞ VỀ (403)</vt:lpstr>
      <vt:lpstr>PowerPoint Presentation</vt:lpstr>
      <vt:lpstr>PowerPoint Presentation</vt:lpstr>
      <vt:lpstr>Dâng Lễ                                      NHƯ TẤM BÁNH (318 566)</vt:lpstr>
      <vt:lpstr>Dâng Lễ                                      NHƯ TẤM BÁNH (318)</vt:lpstr>
      <vt:lpstr>Dâng Lễ                                      NHƯ TẤM BÁNH (318)</vt:lpstr>
      <vt:lpstr>CA HIỆP LỄ</vt:lpstr>
      <vt:lpstr>Hiệp Lễ                     CHÚA CHĂN NUÔI TÔI  2 (184)</vt:lpstr>
      <vt:lpstr>Hiệp Lễ                     CHÚA CHĂN NUÔI TÔI  2 (184)</vt:lpstr>
      <vt:lpstr>Hiệp Lễ                     CHÚA CHĂN NUÔI TÔI  2 (184)</vt:lpstr>
      <vt:lpstr>Hiệp Lễ                     CHÚA CHĂN NUÔI TÔI  2 (184)</vt:lpstr>
      <vt:lpstr>Hiệp Lễ                     CHÚA CHĂN NUÔI TÔI  2 (184)</vt:lpstr>
      <vt:lpstr>Hiệp Lễ                     CHÚA CHĂN NUÔI TÔI  2 (184)</vt:lpstr>
      <vt:lpstr>Hiệp Lễ                     CHÚA CHĂN NUÔI TÔI  2 (184)</vt:lpstr>
      <vt:lpstr>Kết Lễ                                     NGƯỜI CHA HIỀN (355)</vt:lpstr>
      <vt:lpstr>Kết Lễ                                     NGƯỜI CHA HIỀN (355)</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 </dc:title>
  <dc:creator>Anh Tran</dc:creator>
  <cp:lastModifiedBy>Anh</cp:lastModifiedBy>
  <cp:revision>1405</cp:revision>
  <dcterms:created xsi:type="dcterms:W3CDTF">2018-09-17T12:52:44Z</dcterms:created>
  <dcterms:modified xsi:type="dcterms:W3CDTF">2021-03-15T17:26:22Z</dcterms:modified>
</cp:coreProperties>
</file>