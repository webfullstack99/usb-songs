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3"/>
  </p:notesMasterIdLst>
  <p:sldIdLst>
    <p:sldId id="4112" r:id="rId2"/>
    <p:sldId id="4113" r:id="rId3"/>
    <p:sldId id="4114" r:id="rId4"/>
    <p:sldId id="4115" r:id="rId5"/>
    <p:sldId id="4116" r:id="rId6"/>
    <p:sldId id="4117" r:id="rId7"/>
    <p:sldId id="4372" r:id="rId8"/>
    <p:sldId id="3420" r:id="rId9"/>
    <p:sldId id="3419" r:id="rId10"/>
    <p:sldId id="5016" r:id="rId11"/>
    <p:sldId id="5017" r:id="rId12"/>
    <p:sldId id="1945" r:id="rId13"/>
    <p:sldId id="1946" r:id="rId14"/>
    <p:sldId id="1947" r:id="rId15"/>
    <p:sldId id="5220" r:id="rId16"/>
    <p:sldId id="5178" r:id="rId17"/>
    <p:sldId id="5208" r:id="rId18"/>
    <p:sldId id="5221" r:id="rId19"/>
    <p:sldId id="5222" r:id="rId20"/>
    <p:sldId id="5224" r:id="rId21"/>
    <p:sldId id="5225" r:id="rId22"/>
    <p:sldId id="5226" r:id="rId23"/>
    <p:sldId id="5227" r:id="rId24"/>
    <p:sldId id="5228" r:id="rId25"/>
    <p:sldId id="5229" r:id="rId26"/>
    <p:sldId id="5230" r:id="rId27"/>
    <p:sldId id="5231" r:id="rId28"/>
    <p:sldId id="3570" r:id="rId29"/>
    <p:sldId id="3571" r:id="rId30"/>
    <p:sldId id="3572" r:id="rId31"/>
    <p:sldId id="3573" r:id="rId3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60"/>
  </p:normalViewPr>
  <p:slideViewPr>
    <p:cSldViewPr snapToGrid="0">
      <p:cViewPr>
        <p:scale>
          <a:sx n="66" d="100"/>
          <a:sy n="66" d="100"/>
        </p:scale>
        <p:origin x="2069" y="39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29/03/2021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29/03/2021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29/03/2021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NAY CON TRỞ VỀ (403)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5105400"/>
          </a:xfrm>
        </p:spPr>
        <p:txBody>
          <a:bodyPr>
            <a:noAutofit/>
          </a:bodyPr>
          <a:lstStyle/>
          <a:p>
            <a:pPr algn="just">
              <a:tabLst>
                <a:tab pos="2155825" algn="l"/>
              </a:tabLst>
            </a:pPr>
            <a:r>
              <a:rPr lang="vi-VN" sz="5400" b="1" dirty="0">
                <a:latin typeface="+mj-lt"/>
              </a:rPr>
              <a:t>2. Giờ đây lòng con thống hối cuộc đời tội lỗi xin Ngài thương tha thứ. Về đây này Cha quên hết bao ngày tháng qua mê lầm cách xa.</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7747819"/>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NAY CON TRỞ VỀ (403)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9200"/>
            <a:ext cx="9144000" cy="5105400"/>
          </a:xfrm>
        </p:spPr>
        <p:txBody>
          <a:bodyPr>
            <a:noAutofit/>
          </a:bodyPr>
          <a:lstStyle/>
          <a:p>
            <a:pPr algn="just">
              <a:tabLst>
                <a:tab pos="2155825" algn="l"/>
              </a:tabLst>
            </a:pPr>
            <a:r>
              <a:rPr lang="vi-VN" sz="5400" b="1" dirty="0">
                <a:latin typeface="+mj-lt"/>
              </a:rPr>
              <a:t>ĐK: Nay con trở về lòng quyết thống hối tội xưa. Nay con trở về Ngài thương ban ơn tha thứ. Nay con trở về lòng quyết thống hối tội xưa. Nay con trở về, về với Chúa Cha nhân từ.</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69829968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46164"/>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Miệng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loan </a:t>
            </a:r>
            <a:r>
              <a:rPr lang="en-US" sz="5400" b="1" dirty="0" err="1">
                <a:latin typeface="Times New Roman" panose="02020603050405020304" pitchFamily="18" charset="0"/>
                <a:cs typeface="Times New Roman" panose="02020603050405020304" pitchFamily="18" charset="0"/>
              </a:rPr>
              <a:t>truyền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giết</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9725"/>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toàn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đẹp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a:t>
            </a: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55946351"/>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57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toàn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thiết</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86467580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cuộc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đắng</a:t>
            </a:r>
            <a:r>
              <a:rPr lang="en-US" sz="5400" b="1" dirty="0">
                <a:solidFill>
                  <a:schemeClr val="tx1"/>
                </a:solidFill>
                <a:latin typeface="Times New Roman" pitchFamily="18" charset="0"/>
                <a:cs typeface="Times New Roman" pitchFamily="18" charset="0"/>
              </a:rPr>
              <a:t> cay. </a:t>
            </a:r>
            <a:r>
              <a:rPr lang="en-US" sz="5400" b="1" dirty="0" err="1">
                <a:solidFill>
                  <a:schemeClr val="tx1"/>
                </a:solidFill>
                <a:latin typeface="Times New Roman" pitchFamily="18" charset="0"/>
                <a:cs typeface="Times New Roman" pitchFamily="18" charset="0"/>
              </a:rPr>
              <a:t>Nước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mắt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tràn</a:t>
            </a:r>
            <a:r>
              <a:rPr lang="en-US" sz="5400" b="1" dirty="0">
                <a:solidFill>
                  <a:schemeClr val="tx1"/>
                </a:solidFill>
                <a:latin typeface="Times New Roman" pitchFamily="18" charset="0"/>
                <a:cs typeface="Times New Roman" pitchFamily="18" charset="0"/>
              </a:rPr>
              <a:t> mi,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đỡ</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225232305"/>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57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toàn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thiết</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860668139"/>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2451"/>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dung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20482171"/>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00125"/>
            <a:ext cx="9144000" cy="6391564"/>
          </a:xfrm>
        </p:spPr>
        <p:txBody>
          <a:bodyPr>
            <a:noAutofit/>
          </a:bodyPr>
          <a:lstStyle/>
          <a:p>
            <a:pPr algn="just"/>
            <a:r>
              <a:rPr lang="vi-VN" sz="5400" b="1" dirty="0">
                <a:latin typeface="+mj-lt"/>
              </a:rPr>
              <a:t>1. Này tấm thân con sao Cha đành tâm xa cách. Này tấm thân con đắng cay muôn vàn tê tái. Cha ơi sao nỡ quên con. Cha ơi sao Cha ngoảnh mặt nhẫn tâm nhìn con khổ đau, để quân thù chê trách con.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876164202"/>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823085"/>
            <a:ext cx="9144000" cy="6391564"/>
          </a:xfrm>
        </p:spPr>
        <p:txBody>
          <a:bodyPr>
            <a:noAutofit/>
          </a:bodyPr>
          <a:lstStyle/>
          <a:p>
            <a:pPr algn="just"/>
            <a:r>
              <a:rPr lang="vi-VN" sz="5400" b="1" dirty="0">
                <a:latin typeface="+mj-lt"/>
              </a:rPr>
              <a:t>ĐK: Con xin phó thác nơi Cha, thân con với linh hồn con. Xin Cha thêm sức cho con, trọn vẹn theo ý Cha luôn.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953178154"/>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00125"/>
            <a:ext cx="9144000" cy="6391564"/>
          </a:xfrm>
        </p:spPr>
        <p:txBody>
          <a:bodyPr>
            <a:noAutofit/>
          </a:bodyPr>
          <a:lstStyle/>
          <a:p>
            <a:pPr algn="just"/>
            <a:r>
              <a:rPr lang="vi-VN" sz="5400" b="1" dirty="0">
                <a:latin typeface="+mj-lt"/>
              </a:rPr>
              <a:t>1. Này tấm thân con sao Cha đành tâm xa cách. Này tấm thân con đắng cay muôn vàn tê tái. Cha ơi sao nỡ quên con. Cha ơi sao Cha ngoảnh mặt nhẫn tâm nhìn con khổ đau, để quân thù chê trách con.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73751866"/>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823085"/>
            <a:ext cx="9144000" cy="6391564"/>
          </a:xfrm>
        </p:spPr>
        <p:txBody>
          <a:bodyPr>
            <a:noAutofit/>
          </a:bodyPr>
          <a:lstStyle/>
          <a:p>
            <a:pPr algn="just"/>
            <a:r>
              <a:rPr lang="vi-VN" sz="5400" b="1" dirty="0">
                <a:latin typeface="+mj-lt"/>
              </a:rPr>
              <a:t>ĐK: Con xin phó thác nơi Cha, thân con với linh hồn con. Xin Cha thêm sức cho con, trọn vẹn theo ý Cha luôn.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5650132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00125"/>
            <a:ext cx="9144000" cy="6391564"/>
          </a:xfrm>
        </p:spPr>
        <p:txBody>
          <a:bodyPr>
            <a:noAutofit/>
          </a:bodyPr>
          <a:lstStyle/>
          <a:p>
            <a:pPr algn="just"/>
            <a:r>
              <a:rPr lang="vi-VN" sz="5400" b="1" dirty="0">
                <a:latin typeface="+mj-lt"/>
              </a:rPr>
              <a:t>2. Là kiếp sâu bọ con nay là người đâu phải. Vậy đó Cha ơi thấy con muôn người khinh ghét. Nghe như nhức nhối tâm can, nghe như mắt ứa lệ tràn. Xót xa lòng con nát tan, có ai mà thương ủi an.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164020358"/>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823085"/>
            <a:ext cx="9144000" cy="6391564"/>
          </a:xfrm>
        </p:spPr>
        <p:txBody>
          <a:bodyPr>
            <a:noAutofit/>
          </a:bodyPr>
          <a:lstStyle/>
          <a:p>
            <a:pPr algn="just"/>
            <a:r>
              <a:rPr lang="vi-VN" sz="5400" b="1" dirty="0">
                <a:latin typeface="+mj-lt"/>
              </a:rPr>
              <a:t>ĐK: Con xin phó thác nơi Cha, thân con với linh hồn con. Xin Cha thêm sức cho con, trọn vẹn theo ý Cha luôn.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95919354"/>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00125"/>
            <a:ext cx="9144000" cy="6391564"/>
          </a:xfrm>
        </p:spPr>
        <p:txBody>
          <a:bodyPr>
            <a:noAutofit/>
          </a:bodyPr>
          <a:lstStyle/>
          <a:p>
            <a:pPr algn="just"/>
            <a:r>
              <a:rPr lang="vi-VN" sz="5400" b="1" dirty="0">
                <a:latin typeface="+mj-lt"/>
              </a:rPr>
              <a:t>3. Một chén Cha trao bao nhiêu sầu đau cay đắng. Tự ý con đây dám đâu tay cầm lên uống. Thưa Cha, con nay xin vâng, vâng theo như Cha mong chờ. Nếu Cha định con uống thôi, với con nguyện vâng ý Cha.</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0230382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823085"/>
            <a:ext cx="9144000" cy="6391564"/>
          </a:xfrm>
        </p:spPr>
        <p:txBody>
          <a:bodyPr>
            <a:noAutofit/>
          </a:bodyPr>
          <a:lstStyle/>
          <a:p>
            <a:pPr algn="just"/>
            <a:r>
              <a:rPr lang="vi-VN" sz="5400" b="1" dirty="0">
                <a:latin typeface="+mj-lt"/>
              </a:rPr>
              <a:t>ĐK: Con xin phó thác nơi Cha, thân con với linh hồn con. Xin Cha thêm sức cho con, trọn vẹn theo ý Cha luôn.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017588312"/>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00125"/>
            <a:ext cx="9144000" cy="6391564"/>
          </a:xfrm>
        </p:spPr>
        <p:txBody>
          <a:bodyPr>
            <a:noAutofit/>
          </a:bodyPr>
          <a:lstStyle/>
          <a:p>
            <a:pPr algn="just"/>
            <a:r>
              <a:rPr lang="vi-VN" sz="5400" b="1" dirty="0">
                <a:latin typeface="+mj-lt"/>
              </a:rPr>
              <a:t>4. Một tấm thân con xin dâng để được hiến tế. Để cứu nhân loại thoát xa khỏi vòng tăm tối. Cha ơi, thánh giá trên vai, con xin vác hết đường dài. Miễn sao đường thập giá kia trở nên hồng ân cứu độ.</a:t>
            </a:r>
            <a:endParaRPr lang="vi-VN" sz="5400" b="1" dirty="0">
              <a:latin typeface="+mj-lt"/>
              <a:cs typeface="Times New Roman" pitchFamily="18" charset="0"/>
            </a:endParaRPr>
          </a:p>
        </p:txBody>
      </p:sp>
    </p:spTree>
    <p:extLst>
      <p:ext uri="{BB962C8B-B14F-4D97-AF65-F5344CB8AC3E}">
        <p14:creationId xmlns:p14="http://schemas.microsoft.com/office/powerpoint/2010/main" val="3745667179"/>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823085"/>
            <a:ext cx="9144000" cy="6391564"/>
          </a:xfrm>
        </p:spPr>
        <p:txBody>
          <a:bodyPr>
            <a:noAutofit/>
          </a:bodyPr>
          <a:lstStyle/>
          <a:p>
            <a:pPr algn="just"/>
            <a:r>
              <a:rPr lang="vi-VN" sz="5400" b="1" dirty="0">
                <a:latin typeface="+mj-lt"/>
              </a:rPr>
              <a:t>ĐK: Con xin phó thác nơi Cha, thân con với linh hồn con. Xin Cha thêm sức cho con, trọn vẹn theo ý Cha luôn.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424343091"/>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PHÓ THÁC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823085"/>
            <a:ext cx="9144000" cy="6391564"/>
          </a:xfrm>
        </p:spPr>
        <p:txBody>
          <a:bodyPr>
            <a:noAutofit/>
          </a:bodyPr>
          <a:lstStyle/>
          <a:p>
            <a:pPr algn="just"/>
            <a:r>
              <a:rPr lang="vi-VN" sz="5400" b="1" dirty="0">
                <a:latin typeface="+mj-lt"/>
              </a:rPr>
              <a:t>ĐK: Con xin phó thác nơi Cha, thân con với linh hồn con. Xin Cha thêm sức cho con, trọn vẹn theo ý Cha luôn.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5938502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CON ĐƯỜNG CHÚA ĐÃ ĐI (398)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32126"/>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qua. Con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84271041"/>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CON ĐƯỜNG CHÚA ĐÃ ĐI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32126"/>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0934873"/>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CON ĐƯỜNG CHÚA ĐÃ ĐI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5901"/>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9919267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CON ĐƯỜNG CHÚA ĐÃ ĐI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65476"/>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11203846"/>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4463</TotalTime>
  <Words>1334</Words>
  <Application>Microsoft Office PowerPoint</Application>
  <PresentationFormat>On-screen Show (4:3)</PresentationFormat>
  <Paragraphs>61</Paragraphs>
  <Slides>31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Hiệp Lễ                                     NAY CON TRỞ VỀ (403)</vt:lpstr>
      <vt:lpstr>Hiệp Lễ                                     NAY CON TRỞ VỀ (403)</vt:lpstr>
      <vt:lpstr>PowerPoint Presentation</vt:lpstr>
      <vt:lpstr>PowerPoint Presentation</vt:lpstr>
      <vt:lpstr>Dâng Lễ                                      HIẾN LỄ GIAO HÒA 78</vt:lpstr>
      <vt:lpstr>Dâng Lễ                                      HIẾN LỄ GIAO HÒA 78</vt:lpstr>
      <vt:lpstr>Dâng Lễ                                      HIẾN LỄ GIAO HÒA 78</vt:lpstr>
      <vt:lpstr>Dâng Lễ                                      HIẾN LỄ GIAO HÒA 78</vt:lpstr>
      <vt:lpstr>CA HIỆP LỄ</vt:lpstr>
      <vt:lpstr>Hiệp Lễ                                      PHÓ THÁC (ND)</vt:lpstr>
      <vt:lpstr>Hiệp Lễ                                      PHÓ THÁC (ND)</vt:lpstr>
      <vt:lpstr>Hiệp Lễ                                      PHÓ THÁC (ND)</vt:lpstr>
      <vt:lpstr>Hiệp Lễ                                      PHÓ THÁC (ND)</vt:lpstr>
      <vt:lpstr>Hiệp Lễ                                      PHÓ THÁC (ND)</vt:lpstr>
      <vt:lpstr>Hiệp Lễ                                      PHÓ THÁC (ND)</vt:lpstr>
      <vt:lpstr>Hiệp Lễ                                      PHÓ THÁC (ND)</vt:lpstr>
      <vt:lpstr>Hiệp Lễ                                      PHÓ THÁC (ND)</vt:lpstr>
      <vt:lpstr>Hiệp Lễ                                      PHÓ THÁC (ND)</vt:lpstr>
      <vt:lpstr>Hiệp Lễ                                      PHÓ THÁC (ND)</vt:lpstr>
      <vt:lpstr>Hiệp Lễ                                      PHÓ THÁC (ND)</vt:lpstr>
      <vt:lpstr>            CON ĐƯỜNG CHÚA ĐÃ ĐI (398)</vt:lpstr>
      <vt:lpstr>            CON ĐƯỜNG CHÚA ĐÃ ĐI</vt:lpstr>
      <vt:lpstr>            CON ĐƯỜNG CHÚA ĐÃ ĐI</vt:lpstr>
      <vt:lpstr>            CON ĐƯỜNG CHÚA ĐÃ ĐI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1428</cp:revision>
  <dcterms:created xsi:type="dcterms:W3CDTF">2018-09-17T12:52:44Z</dcterms:created>
  <dcterms:modified xsi:type="dcterms:W3CDTF">2021-03-29T15:36:51Z</dcterms:modified>
</cp:coreProperties>
</file>