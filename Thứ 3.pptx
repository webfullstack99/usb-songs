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31"/>
  </p:notesMasterIdLst>
  <p:sldIdLst>
    <p:sldId id="4112" r:id="rId2"/>
    <p:sldId id="4113" r:id="rId3"/>
    <p:sldId id="4114" r:id="rId4"/>
    <p:sldId id="4115" r:id="rId5"/>
    <p:sldId id="4116" r:id="rId6"/>
    <p:sldId id="4117" r:id="rId7"/>
    <p:sldId id="4372" r:id="rId8"/>
    <p:sldId id="3459" r:id="rId9"/>
    <p:sldId id="5141" r:id="rId10"/>
    <p:sldId id="5143" r:id="rId11"/>
    <p:sldId id="5142" r:id="rId12"/>
    <p:sldId id="5144" r:id="rId13"/>
    <p:sldId id="5016" r:id="rId14"/>
    <p:sldId id="5017" r:id="rId15"/>
    <p:sldId id="4611" r:id="rId16"/>
    <p:sldId id="4613" r:id="rId17"/>
    <p:sldId id="4106" r:id="rId18"/>
    <p:sldId id="1716" r:id="rId19"/>
    <p:sldId id="1717" r:id="rId20"/>
    <p:sldId id="1718" r:id="rId21"/>
    <p:sldId id="1719" r:id="rId22"/>
    <p:sldId id="1720" r:id="rId23"/>
    <p:sldId id="5159" r:id="rId24"/>
    <p:sldId id="5156" r:id="rId25"/>
    <p:sldId id="5158" r:id="rId26"/>
    <p:sldId id="5160" r:id="rId27"/>
    <p:sldId id="3412" r:id="rId28"/>
    <p:sldId id="3484" r:id="rId29"/>
    <p:sldId id="5173" r:id="rId30"/>
  </p:sldIdLst>
  <p:sldSz cx="9144000" cy="6858000" type="screen4x3"/>
  <p:notesSz cx="6858000" cy="9144000"/>
  <p:defaultText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2591" autoAdjust="0"/>
    <p:restoredTop sz="94660"/>
  </p:normalViewPr>
  <p:slideViewPr>
    <p:cSldViewPr snapToGrid="0">
      <p:cViewPr>
        <p:scale>
          <a:sx n="33" d="100"/>
          <a:sy n="33" d="100"/>
        </p:scale>
        <p:origin x="3029" y="1118"/>
      </p:cViewPr>
      <p:guideLst>
        <p:guide orient="horz" pos="216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vi-V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C25985F-86E8-4AA6-9352-571FAE95264D}" type="datetimeFigureOut">
              <a:rPr lang="vi-VN" smtClean="0"/>
              <a:pPr/>
              <a:t>01/03/2021</a:t>
            </a:fld>
            <a:endParaRPr lang="vi-VN"/>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vi-V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vi-V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E4D914E-6825-4475-A990-0303B744F5B1}" type="slidenum">
              <a:rPr lang="vi-VN" smtClean="0"/>
              <a:pPr/>
              <a:t>‹#›</a:t>
            </a:fld>
            <a:endParaRPr lang="vi-VN"/>
          </a:p>
        </p:txBody>
      </p:sp>
    </p:spTree>
    <p:extLst>
      <p:ext uri="{BB962C8B-B14F-4D97-AF65-F5344CB8AC3E}">
        <p14:creationId xmlns:p14="http://schemas.microsoft.com/office/powerpoint/2010/main" val="4831285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1E4D914E-6825-4475-A990-0303B744F5B1}" type="slidenum">
              <a:rPr lang="vi-VN" smtClean="0"/>
              <a:pPr/>
              <a:t>1</a:t>
            </a:fld>
            <a:endParaRPr lang="vi-VN"/>
          </a:p>
        </p:txBody>
      </p:sp>
    </p:spTree>
    <p:extLst>
      <p:ext uri="{BB962C8B-B14F-4D97-AF65-F5344CB8AC3E}">
        <p14:creationId xmlns:p14="http://schemas.microsoft.com/office/powerpoint/2010/main" val="98889877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01/03/2021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866177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01/03/2021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143851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0569F2D7-2394-463B-99AA-3447397976B2}" type="datetimeFigureOut">
              <a:rPr lang="vi-VN" smtClean="0"/>
              <a:pPr/>
              <a:t>01/03/2021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0498817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569F2D7-2394-463B-99AA-3447397976B2}" type="datetimeFigureOut">
              <a:rPr lang="vi-VN" smtClean="0"/>
              <a:pPr/>
              <a:t>01/03/2021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6590517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629842" y="2505075"/>
            <a:ext cx="3868340"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4629150" y="2505075"/>
            <a:ext cx="3887391"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569F2D7-2394-463B-99AA-3447397976B2}" type="datetimeFigureOut">
              <a:rPr lang="vi-VN" smtClean="0"/>
              <a:pPr/>
              <a:t>01/03/2021</a:t>
            </a:fld>
            <a:endParaRPr lang="vi-VN"/>
          </a:p>
        </p:txBody>
      </p:sp>
      <p:sp>
        <p:nvSpPr>
          <p:cNvPr id="8" name="Footer Placeholder 7"/>
          <p:cNvSpPr>
            <a:spLocks noGrp="1"/>
          </p:cNvSpPr>
          <p:nvPr>
            <p:ph type="ftr" sz="quarter" idx="11"/>
          </p:nvPr>
        </p:nvSpPr>
        <p:spPr/>
        <p:txBody>
          <a:bodyPr/>
          <a:lstStyle/>
          <a:p>
            <a:endParaRPr lang="vi-VN"/>
          </a:p>
        </p:txBody>
      </p:sp>
      <p:sp>
        <p:nvSpPr>
          <p:cNvPr id="9" name="Slide Number Placeholder 8"/>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34762892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569F2D7-2394-463B-99AA-3447397976B2}" type="datetimeFigureOut">
              <a:rPr lang="vi-VN" smtClean="0"/>
              <a:pPr/>
              <a:t>01/03/2021</a:t>
            </a:fld>
            <a:endParaRPr lang="vi-VN"/>
          </a:p>
        </p:txBody>
      </p:sp>
      <p:sp>
        <p:nvSpPr>
          <p:cNvPr id="4" name="Footer Placeholder 3"/>
          <p:cNvSpPr>
            <a:spLocks noGrp="1"/>
          </p:cNvSpPr>
          <p:nvPr>
            <p:ph type="ftr" sz="quarter" idx="11"/>
          </p:nvPr>
        </p:nvSpPr>
        <p:spPr/>
        <p:txBody>
          <a:bodyPr/>
          <a:lstStyle/>
          <a:p>
            <a:endParaRPr lang="vi-VN"/>
          </a:p>
        </p:txBody>
      </p:sp>
      <p:sp>
        <p:nvSpPr>
          <p:cNvPr id="5" name="Slide Number Placeholder 4"/>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8621277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569F2D7-2394-463B-99AA-3447397976B2}" type="datetimeFigureOut">
              <a:rPr lang="vi-VN" smtClean="0"/>
              <a:pPr/>
              <a:t>01/03/2021</a:t>
            </a:fld>
            <a:endParaRPr lang="vi-VN"/>
          </a:p>
        </p:txBody>
      </p:sp>
      <p:sp>
        <p:nvSpPr>
          <p:cNvPr id="3" name="Footer Placeholder 2"/>
          <p:cNvSpPr>
            <a:spLocks noGrp="1"/>
          </p:cNvSpPr>
          <p:nvPr>
            <p:ph type="ftr" sz="quarter" idx="11"/>
          </p:nvPr>
        </p:nvSpPr>
        <p:spPr/>
        <p:txBody>
          <a:bodyPr/>
          <a:lstStyle/>
          <a:p>
            <a:endParaRPr lang="vi-VN"/>
          </a:p>
        </p:txBody>
      </p:sp>
      <p:sp>
        <p:nvSpPr>
          <p:cNvPr id="4" name="Slide Number Placeholder 3"/>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149388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01/03/2021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5483498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01/03/2021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2527331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01/03/2021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5637323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01/03/2021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266756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569F2D7-2394-463B-99AA-3447397976B2}" type="datetimeFigureOut">
              <a:rPr lang="vi-VN" smtClean="0"/>
              <a:pPr/>
              <a:t>01/03/2021</a:t>
            </a:fld>
            <a:endParaRPr lang="vi-VN"/>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vi-VN"/>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35F9DCF-6D91-4825-8894-8E6DFCB090D1}" type="slidenum">
              <a:rPr lang="vi-VN" smtClean="0"/>
              <a:pPr/>
              <a:t>‹#›</a:t>
            </a:fld>
            <a:endParaRPr lang="vi-VN"/>
          </a:p>
        </p:txBody>
      </p:sp>
    </p:spTree>
    <p:extLst>
      <p:ext uri="{BB962C8B-B14F-4D97-AF65-F5344CB8AC3E}">
        <p14:creationId xmlns:p14="http://schemas.microsoft.com/office/powerpoint/2010/main" val="346873767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Lạy Thiên Chúa Ba Ngôi toàn năng, chúng con đang họp nhau cầu nguyện, tha thiết nài xin cho cơn dịch bệnh mau chấm dứt. Lạy Chúa Cha giàu lòng thương xót, xin nhìn đến nỗi thống khổ của đoàn con trên khắp thế giới, </a:t>
            </a:r>
          </a:p>
        </p:txBody>
      </p:sp>
    </p:spTree>
    <p:extLst>
      <p:ext uri="{BB962C8B-B14F-4D97-AF65-F5344CB8AC3E}">
        <p14:creationId xmlns:p14="http://schemas.microsoft.com/office/powerpoint/2010/main" val="2174263447"/>
      </p:ext>
    </p:extLst>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đặc biệt tại những nơi dịch bệnh đang hoành hành. Xin củng cố đức tin của chúng con, cho chúng con hoàn toàn tín thác vào tình yêu quan phòng của Cha. Lạy Chúa Giêsu là Đấng cứu độ duy nhất, </a:t>
            </a:r>
          </a:p>
        </p:txBody>
      </p:sp>
    </p:spTree>
    <p:extLst>
      <p:ext uri="{BB962C8B-B14F-4D97-AF65-F5344CB8AC3E}">
        <p14:creationId xmlns:p14="http://schemas.microsoft.com/office/powerpoint/2010/main" val="1057351675"/>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là vị lương y đầy quyền năng và lòng thương xót, xin thương cho các bệnh nhân sớm được chữa lành, và an ủi các gia đình đang gặp khó khăn thử thách. Xin cho lời chúng con khiêm tốn cầu nguyện, </a:t>
            </a:r>
          </a:p>
        </p:txBody>
      </p:sp>
    </p:spTree>
    <p:extLst>
      <p:ext uri="{BB962C8B-B14F-4D97-AF65-F5344CB8AC3E}">
        <p14:creationId xmlns:p14="http://schemas.microsoft.com/office/powerpoint/2010/main" val="1479294224"/>
      </p:ext>
    </p:extLst>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được chạm tới trái tim nhân lành của Chúa, xin giảm bớt gánh nặng khổ đau, và cho chúng con cảm nhận được bàn tay Chúa đang ân cần nâng đỡ chúng con. Lạy Chúa Thánh Thần là nguồn sức mạnh tình yêu, </a:t>
            </a:r>
          </a:p>
        </p:txBody>
      </p:sp>
    </p:spTree>
    <p:extLst>
      <p:ext uri="{BB962C8B-B14F-4D97-AF65-F5344CB8AC3E}">
        <p14:creationId xmlns:p14="http://schemas.microsoft.com/office/powerpoint/2010/main" val="685872896"/>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xin soi sáng các vị hữu trách và những người có khả năng, giúp họ sớm tìm ra phương thuốc chữa trị dịch bệnh, xin ban cho các bác sĩ và nhân viên y tế, sức mạnh của </a:t>
            </a:r>
            <a:r>
              <a:rPr lang="vi-VN" sz="5400" b="1">
                <a:latin typeface="Times New Roman" panose="02020603050405020304" pitchFamily="18" charset="0"/>
                <a:cs typeface="Times New Roman" panose="02020603050405020304" pitchFamily="18" charset="0"/>
              </a:rPr>
              <a:t>tình thương và </a:t>
            </a:r>
            <a:r>
              <a:rPr lang="vi-VN" sz="5400" b="1" dirty="0">
                <a:latin typeface="Times New Roman" panose="02020603050405020304" pitchFamily="18" charset="0"/>
                <a:cs typeface="Times New Roman" panose="02020603050405020304" pitchFamily="18" charset="0"/>
              </a:rPr>
              <a:t>lòng nhiệt thành quảng đại, </a:t>
            </a:r>
          </a:p>
        </p:txBody>
      </p:sp>
    </p:spTree>
    <p:extLst>
      <p:ext uri="{BB962C8B-B14F-4D97-AF65-F5344CB8AC3E}">
        <p14:creationId xmlns:p14="http://schemas.microsoft.com/office/powerpoint/2010/main" val="2157549357"/>
      </p:ext>
    </p:extLst>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luôn tận tâm tận lực phục vụ các bệnh nhân. Chúng con xin trao vào đôi tay từ mẫu của Mẹ Maria, những lời khẩn nguyện trong cơn đại nạn, nhờ lời Đức Mẹ chuyển cầu, xin Chúa nhận lời chúng con. Amen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024972696"/>
      </p:ext>
    </p:extLst>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5707EB-D7C8-4315-861E-0C0D881BA228}"/>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580A1A79-EAAF-4BC4-8937-5CA2ACF0C6C3}"/>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44649657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NHỮNG KẺ TÌM CHÚA (NB)</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94289"/>
            <a:ext cx="9144000" cy="7030720"/>
          </a:xfrm>
        </p:spPr>
        <p:txBody>
          <a:bodyPr>
            <a:noAutofit/>
          </a:bodyPr>
          <a:lstStyle/>
          <a:p>
            <a:pPr algn="just"/>
            <a:r>
              <a:rPr lang="vi-VN" sz="5400" b="1" dirty="0">
                <a:latin typeface="+mj-lt"/>
              </a:rPr>
              <a:t>ĐK: Đi đi mau ta về nhà Chúa, Chúa Cha toàn năng. Đi đi mau ta về nhà Chúa thánh cung thiên đường. Muôn chư dân đi tìm nhan Chúa vui trong bình an. Dâng Giavê tâm tình dân Chúa sống nơi gian trần.</a:t>
            </a:r>
            <a:endParaRPr lang="en-US" sz="54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1861811498"/>
      </p:ext>
    </p:extLst>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NHỮNG KẺ TÌM CHÚA (NB)</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04393"/>
            <a:ext cx="9144000" cy="5810513"/>
          </a:xfrm>
        </p:spPr>
        <p:txBody>
          <a:bodyPr>
            <a:noAutofit/>
          </a:bodyPr>
          <a:lstStyle/>
          <a:p>
            <a:pPr algn="just"/>
            <a:r>
              <a:rPr lang="vi-VN" sz="5400" b="1" dirty="0">
                <a:latin typeface="+mj-lt"/>
              </a:rPr>
              <a:t>1/ Lạy Chúa hãy dạy con biết mến yêu. Vui sống trong tình Chúa khoan nhân dịu hiền. Ai khát khao bơ vơ khốn khó đã nhiều, con khấn nguyện thi hành lời Chúa sớm chiều.</a:t>
            </a:r>
            <a:endParaRPr lang="en-US" sz="54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3408134282"/>
      </p:ext>
    </p:extLst>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NHỮNG KẺ TÌM CHÚA (NB)</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94289"/>
            <a:ext cx="9144000" cy="7030720"/>
          </a:xfrm>
        </p:spPr>
        <p:txBody>
          <a:bodyPr>
            <a:noAutofit/>
          </a:bodyPr>
          <a:lstStyle/>
          <a:p>
            <a:pPr algn="just"/>
            <a:r>
              <a:rPr lang="vi-VN" sz="5400" b="1" dirty="0">
                <a:latin typeface="+mj-lt"/>
              </a:rPr>
              <a:t>ĐK: Đi đi mau ta về nhà Chúa, Chúa Cha toàn năng. Đi đi mau ta về nhà Chúa thánh cung thiên đường. Muôn chư dân đi tìm nhan Chúa vui trong bình an. Dâng Giavê tâm tình dân Chúa sống nơi gian trần.</a:t>
            </a:r>
            <a:endParaRPr lang="en-US" sz="54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708930311"/>
      </p:ext>
    </p:extLst>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NHỮNG KẺ TÌM CHÚA (NB)</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13867"/>
            <a:ext cx="9144000" cy="6391564"/>
          </a:xfrm>
        </p:spPr>
        <p:txBody>
          <a:bodyPr>
            <a:noAutofit/>
          </a:bodyPr>
          <a:lstStyle/>
          <a:p>
            <a:pPr algn="just"/>
            <a:r>
              <a:rPr lang="vi-VN" sz="5400" b="1" dirty="0">
                <a:latin typeface="+mj-lt"/>
              </a:rPr>
              <a:t>2/ Lạy Chúa suốt đời con yêu Chúa luôn. Nơi thế gian nương bóng Chúa soi dẫn đường, trong tim con hân hoan được Chúa mến thương, dâng tấm lòng ca ngợi tình thương Chúa Trời.</a:t>
            </a:r>
            <a:endParaRPr lang="en-US" sz="54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3822212872"/>
      </p:ext>
    </p:extLst>
  </p:cSld>
  <p:clrMapOvr>
    <a:masterClrMapping/>
  </p:clrMapOv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NHỮNG KẺ TÌM CHÚA (NB)</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94289"/>
            <a:ext cx="9144000" cy="7030720"/>
          </a:xfrm>
        </p:spPr>
        <p:txBody>
          <a:bodyPr>
            <a:noAutofit/>
          </a:bodyPr>
          <a:lstStyle/>
          <a:p>
            <a:pPr algn="just"/>
            <a:r>
              <a:rPr lang="vi-VN" sz="5400" b="1" dirty="0">
                <a:latin typeface="+mj-lt"/>
              </a:rPr>
              <a:t>ĐK: Đi đi mau ta về nhà Chúa, Chúa Cha toàn năng. Đi đi mau ta về nhà Chúa thánh cung thiên đường. Muôn chư dân đi tìm nhan Chúa vui trong bình an. Dâng Giavê tâm tình dân Chúa sống nơi gian trần.</a:t>
            </a:r>
            <a:endParaRPr lang="en-US" sz="54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289121851"/>
      </p:ext>
    </p:extLst>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700931"/>
            <a:ext cx="9144000" cy="8673524"/>
          </a:xfrm>
        </p:spPr>
        <p:txBody>
          <a:bodyPr>
            <a:noAutofit/>
          </a:bodyPr>
          <a:lstStyle/>
          <a:p>
            <a:r>
              <a:rPr lang="en-US" sz="66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Đáp</a:t>
            </a:r>
            <a:r>
              <a:rPr lang="en-US" sz="6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Ca</a:t>
            </a:r>
          </a:p>
          <a:p>
            <a:pPr algn="just"/>
            <a:r>
              <a:rPr lang="en-US" sz="5400" b="1" dirty="0">
                <a:latin typeface="Times New Roman" panose="02020603050405020304" pitchFamily="18" charset="0"/>
                <a:cs typeface="Times New Roman" panose="02020603050405020304" pitchFamily="18" charset="0"/>
              </a:rPr>
              <a:t>Ai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đường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ngay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thẳng</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chỉ</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thấy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cứu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độ</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092014905"/>
      </p:ext>
    </p:extLst>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576682"/>
            <a:ext cx="9144000" cy="5934077"/>
          </a:xfrm>
        </p:spPr>
        <p:txBody>
          <a:bodyPr>
            <a:noAutofit/>
          </a:bodyPr>
          <a:lstStyle/>
          <a:p>
            <a:r>
              <a:rPr lang="en-US" sz="5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TUNG HÔ TIN MỪNG</a:t>
            </a:r>
          </a:p>
          <a:p>
            <a:pPr algn="just"/>
            <a:r>
              <a:rPr lang="en-US" sz="5400" b="1" dirty="0" err="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của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trí</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sự</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có</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lời</a:t>
            </a:r>
            <a:r>
              <a:rPr lang="en-US" sz="5400" b="1" dirty="0">
                <a:latin typeface="Times New Roman" panose="02020603050405020304" pitchFamily="18" charset="0"/>
                <a:cs typeface="Times New Roman" panose="02020603050405020304" pitchFamily="18" charset="0"/>
              </a:rPr>
              <a:t> ban </a:t>
            </a:r>
            <a:r>
              <a:rPr lang="en-US" sz="5400" b="1" dirty="0" err="1">
                <a:latin typeface="Times New Roman" panose="02020603050405020304" pitchFamily="18" charset="0"/>
                <a:cs typeface="Times New Roman" panose="02020603050405020304" pitchFamily="18" charset="0"/>
              </a:rPr>
              <a:t>sự</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504007725"/>
      </p:ext>
    </p:extLst>
  </p:cSld>
  <p:clrMapOvr>
    <a:masterClrMapping/>
  </p:clrMapOvr>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HIẾN LỄ CUỘC ĐỜI 67</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75822"/>
            <a:ext cx="9144000" cy="7030720"/>
          </a:xfrm>
        </p:spPr>
        <p:txBody>
          <a:bodyPr>
            <a:noAutofit/>
          </a:bodyPr>
          <a:lstStyle/>
          <a:p>
            <a:pPr algn="just"/>
            <a:r>
              <a:rPr lang="vi-VN" sz="5400" b="1" dirty="0">
                <a:latin typeface="+mj-lt"/>
              </a:rPr>
              <a:t>1, Lạy Chúa trọn đời con đã dâng cho Ngài trọn đời con bước theo chân Ngài. Con muốn Chúa ở đâu thì cho con ở đó để trọn đời con dâng làm hy tế để trọn niềm vui trong Chúa muôn đời.</a:t>
            </a:r>
            <a:endParaRPr lang="vi-VN" sz="54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1336614716"/>
      </p:ext>
    </p:extLst>
  </p:cSld>
  <p:clrMapOvr>
    <a:masterClrMapping/>
  </p:clrMapOvr>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HIẾN LỄ CUỘC ĐỜI 67</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95400"/>
            <a:ext cx="9144000" cy="6391564"/>
          </a:xfrm>
        </p:spPr>
        <p:txBody>
          <a:bodyPr>
            <a:noAutofit/>
          </a:bodyPr>
          <a:lstStyle/>
          <a:p>
            <a:pPr algn="just"/>
            <a:r>
              <a:rPr lang="vi-VN" sz="5400" b="1" dirty="0">
                <a:latin typeface="+mj-lt"/>
              </a:rPr>
              <a:t>ĐK : Nơi Ngài con đặt hy vọng, nơi Ngài con dâng xác hồn, lạy Thiên Chúa, Đấng nguồn sự sống. Lạy Thiên Chúa, Đấng nguồn phục sinh.</a:t>
            </a:r>
            <a:endParaRPr lang="vi-VN" sz="54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1886394600"/>
      </p:ext>
    </p:extLst>
  </p:cSld>
  <p:clrMapOvr>
    <a:masterClrMapping/>
  </p:clrMapOvr>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46179"/>
            <a:ext cx="9144000" cy="533400"/>
          </a:xfrm>
        </p:spPr>
        <p:txBody>
          <a:bodyPr>
            <a:normAutofit fontScale="90000"/>
          </a:bodyPr>
          <a:lstStyle/>
          <a:p>
            <a:pPr algn="l"/>
            <a:r>
              <a:rPr lang="en-US" sz="3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CA HIỆP LỄ</a:t>
            </a:r>
            <a:endParaRPr lang="en-US" sz="4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751346"/>
            <a:ext cx="9144000" cy="5615940"/>
          </a:xfrm>
        </p:spPr>
        <p:txBody>
          <a:bodyPr>
            <a:noAutofit/>
          </a:bodyPr>
          <a:lstStyle/>
          <a:p>
            <a:pPr algn="just"/>
            <a:r>
              <a:rPr lang="en-US" sz="5400" b="1" dirty="0" err="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Đấng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Tối</a:t>
            </a:r>
            <a:r>
              <a:rPr lang="en-US" sz="5400" b="1" dirty="0">
                <a:latin typeface="Times New Roman" panose="02020603050405020304" pitchFamily="18" charset="0"/>
                <a:cs typeface="Times New Roman" panose="02020603050405020304" pitchFamily="18" charset="0"/>
              </a:rPr>
              <a:t> Cao, con </a:t>
            </a:r>
            <a:r>
              <a:rPr lang="en-US" sz="5400" b="1" dirty="0" err="1">
                <a:latin typeface="Times New Roman" panose="02020603050405020304" pitchFamily="18" charset="0"/>
                <a:cs typeface="Times New Roman" panose="02020603050405020304" pitchFamily="18" charset="0"/>
              </a:rPr>
              <a:t>sẽ</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tường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thuật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mọi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kỳ</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của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sẽ</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hoan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sẽ</a:t>
            </a:r>
            <a:r>
              <a:rPr lang="en-US" sz="5400" b="1" dirty="0">
                <a:latin typeface="Times New Roman" panose="02020603050405020304" pitchFamily="18" charset="0"/>
                <a:cs typeface="Times New Roman" panose="02020603050405020304" pitchFamily="18" charset="0"/>
              </a:rPr>
              <a:t> ca </a:t>
            </a:r>
            <a:r>
              <a:rPr lang="en-US" sz="5400" b="1" dirty="0" err="1">
                <a:latin typeface="Times New Roman" panose="02020603050405020304" pitchFamily="18" charset="0"/>
                <a:cs typeface="Times New Roman" panose="02020603050405020304" pitchFamily="18" charset="0"/>
              </a:rPr>
              <a:t>ngợi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danh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454802588"/>
      </p:ext>
    </p:extLst>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NGUỒN TRỢ LỰC ĐỜI TÔI 165</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733550"/>
            <a:ext cx="9144000" cy="6391564"/>
          </a:xfrm>
        </p:spPr>
        <p:txBody>
          <a:bodyPr>
            <a:noAutofit/>
          </a:bodyPr>
          <a:lstStyle/>
          <a:p>
            <a:pPr algn="just"/>
            <a:r>
              <a:rPr lang="vi-VN" sz="5400" b="1" dirty="0">
                <a:solidFill>
                  <a:schemeClr val="tx1"/>
                </a:solidFill>
                <a:latin typeface="+mj-lt"/>
              </a:rPr>
              <a:t>1. Ngước mắt nhìn nhìn lên đỉnh núi tôi nhủ thầm ai đâu người sẽ cứu giúp tôi. </a:t>
            </a:r>
            <a:r>
              <a:rPr lang="vi-VN" sz="5400" b="1" dirty="0">
                <a:latin typeface="+mj-lt"/>
              </a:rPr>
              <a:t>Đưa tôi đi qua muôn ngàn nơi. </a:t>
            </a:r>
            <a:endParaRPr lang="vi-VN" sz="857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3942130457"/>
      </p:ext>
    </p:extLst>
  </p:cSld>
  <p:clrMapOvr>
    <a:masterClrMapping/>
  </p:clrMapOvr>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NGUỒN TRỢ LỰC ĐỜI TÔI 165</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733550"/>
            <a:ext cx="9144000" cy="6391564"/>
          </a:xfrm>
        </p:spPr>
        <p:txBody>
          <a:bodyPr>
            <a:noAutofit/>
          </a:bodyPr>
          <a:lstStyle/>
          <a:p>
            <a:pPr algn="just"/>
            <a:r>
              <a:rPr lang="vi-VN" sz="5400" b="1" dirty="0">
                <a:latin typeface="+mj-lt"/>
              </a:rPr>
              <a:t>Kiếp sống này đời tôi lặng lẽ ngước nhìn lên. Xin thương tôi từng bước đơn côi nghe trong tim nghẹn ứ mà thôi.</a:t>
            </a:r>
            <a:endParaRPr lang="vi-VN" sz="857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3671394616"/>
      </p:ext>
    </p:extLst>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NGUỒN TRỢ LỰC ĐỜI TÔI 165</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52525"/>
            <a:ext cx="9144000" cy="6391564"/>
          </a:xfrm>
        </p:spPr>
        <p:txBody>
          <a:bodyPr>
            <a:noAutofit/>
          </a:bodyPr>
          <a:lstStyle/>
          <a:p>
            <a:pPr algn="just"/>
            <a:r>
              <a:rPr lang="vi-VN" sz="5400" b="1" dirty="0">
                <a:latin typeface="+mj-lt"/>
              </a:rPr>
              <a:t>ĐK: Chúa chính là nguồn ơn cứu thoát phù giúp con dẫn dắt con ngày đêm. Chúa đất trời Ngài đưa con bước đời sống con sẽ chứa chan niềm vui.</a:t>
            </a:r>
            <a:endParaRPr lang="vi-VN" sz="857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953035742"/>
      </p:ext>
    </p:extLst>
  </p:cSld>
  <p:clrMapOvr>
    <a:masterClrMapping/>
  </p:clrMapOvr>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NGUỒN TRỢ LỰC ĐỜI TÔI 165</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733550"/>
            <a:ext cx="9144000" cy="6391564"/>
          </a:xfrm>
        </p:spPr>
        <p:txBody>
          <a:bodyPr>
            <a:noAutofit/>
          </a:bodyPr>
          <a:lstStyle/>
          <a:p>
            <a:pPr algn="just"/>
            <a:r>
              <a:rPr lang="vi-VN" sz="5400" b="1" dirty="0">
                <a:solidFill>
                  <a:schemeClr val="tx1"/>
                </a:solidFill>
                <a:latin typeface="+mj-lt"/>
              </a:rPr>
              <a:t>2. Những bước đời nguyện xin trợ giúp luôn chở che cho mưu đời không vướng lối đi qua cơn mê con đâu sợ chi. </a:t>
            </a:r>
            <a:endParaRPr lang="vi-VN" sz="857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64267152"/>
      </p:ext>
    </p:extLst>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NGUỒN TRỢ LỰC ĐỜI TÔI 165</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733550"/>
            <a:ext cx="9144000" cy="6391564"/>
          </a:xfrm>
        </p:spPr>
        <p:txBody>
          <a:bodyPr>
            <a:noAutofit/>
          </a:bodyPr>
          <a:lstStyle/>
          <a:p>
            <a:pPr algn="just"/>
            <a:r>
              <a:rPr lang="vi-VN" sz="5400" b="1" dirty="0">
                <a:latin typeface="+mj-lt"/>
              </a:rPr>
              <a:t>Dẫu tháng ngày giọt cay giọt đắng thấm bờ môi con trung kiên tìm Chúa yêu thôi bao âu lo Ngài gánh dùm con.</a:t>
            </a:r>
            <a:endParaRPr lang="vi-VN" sz="85700" b="1" dirty="0">
              <a:latin typeface="+mj-lt"/>
              <a:cs typeface="Times New Roman" pitchFamily="18" charset="0"/>
            </a:endParaRPr>
          </a:p>
        </p:txBody>
      </p:sp>
    </p:spTree>
    <p:extLst>
      <p:ext uri="{BB962C8B-B14F-4D97-AF65-F5344CB8AC3E}">
        <p14:creationId xmlns:p14="http://schemas.microsoft.com/office/powerpoint/2010/main" val="4004767919"/>
      </p:ext>
    </p:extLst>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NGUỒN TRỢ LỰC ĐỜI TÔI 165</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52525"/>
            <a:ext cx="9144000" cy="6391564"/>
          </a:xfrm>
        </p:spPr>
        <p:txBody>
          <a:bodyPr>
            <a:noAutofit/>
          </a:bodyPr>
          <a:lstStyle/>
          <a:p>
            <a:pPr algn="just"/>
            <a:r>
              <a:rPr lang="vi-VN" sz="5400" b="1" dirty="0">
                <a:latin typeface="+mj-lt"/>
              </a:rPr>
              <a:t>ĐK: Chúa chính là nguồn ơn cứu thoát phù giúp con dẫn dắt con ngày đêm. Chúa đất trời Ngài đưa con bước đời sống con sẽ chứa chan niềm vui.</a:t>
            </a:r>
            <a:endParaRPr lang="vi-VN" sz="857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2625264656"/>
      </p:ext>
    </p:extLst>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NGUỒN TRỢ LỰC ĐỜI TÔI 165</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90482"/>
            <a:ext cx="9144000" cy="6391564"/>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3. </a:t>
            </a:r>
            <a:r>
              <a:rPr lang="en-US" sz="5400" b="1" dirty="0" err="1">
                <a:solidFill>
                  <a:schemeClr val="tx1"/>
                </a:solidFill>
                <a:latin typeface="Times New Roman" panose="02020603050405020304" pitchFamily="18" charset="0"/>
                <a:cs typeface="Times New Roman" panose="02020603050405020304" pitchFamily="18" charset="0"/>
              </a:rPr>
              <a:t>Ánh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mắt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này</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từng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đêm</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lệ</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ướt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tiếng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thở</a:t>
            </a:r>
            <a:r>
              <a:rPr lang="en-US" sz="5400" b="1" dirty="0">
                <a:latin typeface="Times New Roman" panose="02020603050405020304" pitchFamily="18" charset="0"/>
                <a:cs typeface="Times New Roman" panose="02020603050405020304" pitchFamily="18" charset="0"/>
              </a:rPr>
              <a:t> than </a:t>
            </a:r>
            <a:r>
              <a:rPr lang="en-US" sz="5400" b="1" dirty="0" err="1">
                <a:latin typeface="Times New Roman" panose="02020603050405020304" pitchFamily="18" charset="0"/>
                <a:cs typeface="Times New Roman" panose="02020603050405020304" pitchFamily="18" charset="0"/>
              </a:rPr>
              <a:t>kiếp</a:t>
            </a:r>
            <a:r>
              <a:rPr lang="en-US" sz="5400" b="1" dirty="0">
                <a:latin typeface="Times New Roman" panose="02020603050405020304" pitchFamily="18" charset="0"/>
                <a:cs typeface="Times New Roman" panose="02020603050405020304" pitchFamily="18" charset="0"/>
              </a:rPr>
              <a:t> u </a:t>
            </a:r>
            <a:r>
              <a:rPr lang="en-US" sz="5400" b="1" dirty="0" err="1">
                <a:latin typeface="Times New Roman" panose="02020603050405020304" pitchFamily="18" charset="0"/>
                <a:cs typeface="Times New Roman" panose="02020603050405020304" pitchFamily="18" charset="0"/>
              </a:rPr>
              <a:t>buồn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năm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ngóng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ngày</a:t>
            </a:r>
            <a:r>
              <a:rPr lang="en-US" sz="5400" b="1" dirty="0">
                <a:latin typeface="Times New Roman" panose="02020603050405020304" pitchFamily="18" charset="0"/>
                <a:cs typeface="Times New Roman" panose="02020603050405020304" pitchFamily="18" charset="0"/>
              </a:rPr>
              <a:t> qua.</a:t>
            </a:r>
            <a:endParaRPr lang="vi-VN" sz="857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85328095"/>
      </p:ext>
    </p:extLst>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NGUỒN TRỢ LỰC ĐỜI TÔI 165</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90482"/>
            <a:ext cx="9144000" cy="6391564"/>
          </a:xfrm>
        </p:spPr>
        <p:txBody>
          <a:bodyPr>
            <a:noAutofit/>
          </a:bodyPr>
          <a:lstStyle/>
          <a:p>
            <a:pPr algn="just"/>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đất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nguyện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dìu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dắt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giữ</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gìn</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không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bước</a:t>
            </a:r>
            <a:r>
              <a:rPr lang="en-US" sz="5400" b="1" dirty="0">
                <a:latin typeface="Times New Roman" panose="02020603050405020304" pitchFamily="18" charset="0"/>
                <a:cs typeface="Times New Roman" panose="02020603050405020304" pitchFamily="18" charset="0"/>
              </a:rPr>
              <a:t> an </a:t>
            </a:r>
            <a:r>
              <a:rPr lang="en-US" sz="5400" b="1" dirty="0" err="1">
                <a:latin typeface="Times New Roman" panose="02020603050405020304" pitchFamily="18" charset="0"/>
                <a:cs typeface="Times New Roman" panose="02020603050405020304" pitchFamily="18" charset="0"/>
              </a:rPr>
              <a:t>tâm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tin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rực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một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lần</a:t>
            </a:r>
            <a:r>
              <a:rPr lang="en-US" sz="5400" b="1" dirty="0">
                <a:latin typeface="Times New Roman" panose="02020603050405020304" pitchFamily="18" charset="0"/>
                <a:cs typeface="Times New Roman" panose="02020603050405020304" pitchFamily="18" charset="0"/>
              </a:rPr>
              <a:t>.</a:t>
            </a:r>
            <a:endParaRPr lang="vi-VN" sz="857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64788610"/>
      </p:ext>
    </p:extLst>
  </p:cSld>
  <p:clrMapOvr>
    <a:masterClrMapping/>
  </p:clrMapOv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NGUỒN TRỢ LỰC ĐỜI TÔI 165</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52525"/>
            <a:ext cx="9144000" cy="6391564"/>
          </a:xfrm>
        </p:spPr>
        <p:txBody>
          <a:bodyPr>
            <a:noAutofit/>
          </a:bodyPr>
          <a:lstStyle/>
          <a:p>
            <a:pPr algn="just"/>
            <a:r>
              <a:rPr lang="vi-VN" sz="5400" b="1" dirty="0">
                <a:latin typeface="+mj-lt"/>
              </a:rPr>
              <a:t>ĐK: Chúa chính là nguồn ơn cứu thoát phù giúp con dẫn dắt con ngày đêm. Chúa đất trời Ngài đưa con bước đời sống con sẽ chứa chan niềm vui.</a:t>
            </a:r>
            <a:endParaRPr lang="vi-VN" sz="857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989667352"/>
      </p:ext>
    </p:extLst>
  </p:cSld>
  <p:clrMapOvr>
    <a:masterClrMapping/>
  </p:clrMapOvr>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CẦU XIN THÁNH GIA (489)</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094718"/>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Giu</a:t>
            </a:r>
            <a:r>
              <a:rPr lang="en-US" sz="5400" b="1" dirty="0">
                <a:latin typeface="Times New Roman" panose="02020603050405020304" pitchFamily="18" charset="0"/>
                <a:cs typeface="Times New Roman" panose="02020603050405020304" pitchFamily="18" charset="0"/>
              </a:rPr>
              <a:t>-se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xóm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nhỏ</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động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thuở</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xưa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miền</a:t>
            </a:r>
            <a:r>
              <a:rPr lang="en-US" sz="5400" b="1" dirty="0">
                <a:latin typeface="Times New Roman" panose="02020603050405020304" pitchFamily="18" charset="0"/>
                <a:cs typeface="Times New Roman" panose="02020603050405020304" pitchFamily="18" charset="0"/>
              </a:rPr>
              <a:t> Na-da-</a:t>
            </a:r>
            <a:r>
              <a:rPr lang="en-US" sz="5400" b="1" dirty="0" err="1">
                <a:latin typeface="Times New Roman" panose="02020603050405020304" pitchFamily="18" charset="0"/>
                <a:cs typeface="Times New Roman" panose="02020603050405020304" pitchFamily="18" charset="0"/>
              </a:rPr>
              <a:t>rét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tất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cảnh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nghèo</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98578370"/>
      </p:ext>
    </p:extLst>
  </p:cSld>
  <p:clrMapOvr>
    <a:masterClrMapping/>
  </p:clrMapOvr>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CẦU XIN THÁNH GIA (489)</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094718"/>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1. Cho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cha </a:t>
            </a:r>
            <a:r>
              <a:rPr lang="en-US" sz="5400" b="1" dirty="0" err="1">
                <a:latin typeface="Times New Roman" panose="02020603050405020304" pitchFamily="18" charset="0"/>
                <a:cs typeface="Times New Roman" panose="02020603050405020304" pitchFamily="18" charset="0"/>
              </a:rPr>
              <a:t>biết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quên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biết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chốn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Dù</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lòng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được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sướng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tay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thuyền</a:t>
            </a:r>
            <a:r>
              <a:rPr lang="en-US" sz="5400" b="1" dirty="0">
                <a:latin typeface="Times New Roman" panose="02020603050405020304" pitchFamily="18" charset="0"/>
                <a:cs typeface="Times New Roman" panose="02020603050405020304" pitchFamily="18" charset="0"/>
              </a:rPr>
              <a:t> qua </a:t>
            </a:r>
            <a:r>
              <a:rPr lang="en-US" sz="5400" b="1" dirty="0" err="1">
                <a:latin typeface="Times New Roman" panose="02020603050405020304" pitchFamily="18" charset="0"/>
                <a:cs typeface="Times New Roman" panose="02020603050405020304" pitchFamily="18" charset="0"/>
              </a:rPr>
              <a:t>sóng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293193634"/>
      </p:ext>
    </p:extLst>
  </p:cSld>
  <p:clrMapOvr>
    <a:masterClrMapping/>
  </p:clrMapOvr>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CẦU XIN THÁNH GIA (489)</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094718"/>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Giu</a:t>
            </a:r>
            <a:r>
              <a:rPr lang="en-US" sz="5400" b="1" dirty="0">
                <a:latin typeface="Times New Roman" panose="02020603050405020304" pitchFamily="18" charset="0"/>
                <a:cs typeface="Times New Roman" panose="02020603050405020304" pitchFamily="18" charset="0"/>
              </a:rPr>
              <a:t>-se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xóm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nhỏ</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động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thuở</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xưa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miền</a:t>
            </a:r>
            <a:r>
              <a:rPr lang="en-US" sz="5400" b="1" dirty="0">
                <a:latin typeface="Times New Roman" panose="02020603050405020304" pitchFamily="18" charset="0"/>
                <a:cs typeface="Times New Roman" panose="02020603050405020304" pitchFamily="18" charset="0"/>
              </a:rPr>
              <a:t> Na-da-</a:t>
            </a:r>
            <a:r>
              <a:rPr lang="en-US" sz="5400" b="1" dirty="0" err="1">
                <a:latin typeface="Times New Roman" panose="02020603050405020304" pitchFamily="18" charset="0"/>
                <a:cs typeface="Times New Roman" panose="02020603050405020304" pitchFamily="18" charset="0"/>
              </a:rPr>
              <a:t>rét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tất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cảnh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nghèo</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191343545"/>
      </p:ext>
    </p:extLst>
  </p:cSld>
  <p:clrMapOvr>
    <a:masterClrMapping/>
  </p:clrMapOvr>
  <p:transition/>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4300</TotalTime>
  <Words>1245</Words>
  <Application>Microsoft Office PowerPoint</Application>
  <PresentationFormat>On-screen Show (4:3)</PresentationFormat>
  <Paragraphs>57</Paragraphs>
  <Slides>29</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29</vt:i4>
      </vt:variant>
    </vt:vector>
  </HeadingPairs>
  <TitlesOfParts>
    <vt:vector size="34" baseType="lpstr">
      <vt:lpstr>Arial</vt:lpstr>
      <vt:lpstr>Calibri</vt:lpstr>
      <vt:lpstr>Calibri Light</vt:lpstr>
      <vt:lpstr>Times New Roman</vt:lpstr>
      <vt:lpstr>Office Theme</vt:lpstr>
      <vt:lpstr>KINH CẦU CHO ĐẠI DỊCH</vt:lpstr>
      <vt:lpstr>KINH CẦU CHO ĐẠI DỊCH</vt:lpstr>
      <vt:lpstr>KINH CẦU CHO ĐẠI DỊCH</vt:lpstr>
      <vt:lpstr>KINH CẦU CHO ĐẠI DỊCH</vt:lpstr>
      <vt:lpstr>KINH CẦU CHO ĐẠI DỊCH</vt:lpstr>
      <vt:lpstr>KINH CẦU CHO ĐẠI DỊCH</vt:lpstr>
      <vt:lpstr>PowerPoint Presentation</vt:lpstr>
      <vt:lpstr>Nhập Lễ                          NHỮNG KẺ TÌM CHÚA (NB)</vt:lpstr>
      <vt:lpstr>Nhập Lễ                          NHỮNG KẺ TÌM CHÚA (NB)</vt:lpstr>
      <vt:lpstr>Nhập Lễ                          NHỮNG KẺ TÌM CHÚA (NB)</vt:lpstr>
      <vt:lpstr>Nhập Lễ                          NHỮNG KẺ TÌM CHÚA (NB)</vt:lpstr>
      <vt:lpstr>Nhập Lễ                          NHỮNG KẺ TÌM CHÚA (NB)</vt:lpstr>
      <vt:lpstr>PowerPoint Presentation</vt:lpstr>
      <vt:lpstr>PowerPoint Presentation</vt:lpstr>
      <vt:lpstr>Dâng Lễ                                      HIẾN LỄ CUỘC ĐỜI 67</vt:lpstr>
      <vt:lpstr>Dâng Lễ                                      HIẾN LỄ CUỘC ĐỜI 67</vt:lpstr>
      <vt:lpstr>CA HIỆP LỄ</vt:lpstr>
      <vt:lpstr>Hiệp Lễ                           NGUỒN TRỢ LỰC ĐỜI TÔI 165</vt:lpstr>
      <vt:lpstr>Hiệp Lễ                           NGUỒN TRỢ LỰC ĐỜI TÔI 165</vt:lpstr>
      <vt:lpstr>Hiệp Lễ                           NGUỒN TRỢ LỰC ĐỜI TÔI 165</vt:lpstr>
      <vt:lpstr>Hiệp Lễ                           NGUỒN TRỢ LỰC ĐỜI TÔI 165</vt:lpstr>
      <vt:lpstr>Hiệp Lễ                           NGUỒN TRỢ LỰC ĐỜI TÔI 165</vt:lpstr>
      <vt:lpstr>Hiệp Lễ                           NGUỒN TRỢ LỰC ĐỜI TÔI 165</vt:lpstr>
      <vt:lpstr>Hiệp Lễ                           NGUỒN TRỢ LỰC ĐỜI TÔI 165</vt:lpstr>
      <vt:lpstr>Hiệp Lễ                           NGUỒN TRỢ LỰC ĐỜI TÔI 165</vt:lpstr>
      <vt:lpstr>Hiệp Lễ                           NGUỒN TRỢ LỰC ĐỜI TÔI 165</vt:lpstr>
      <vt:lpstr>Kết lễ                                   CẦU XIN THÁNH GIA (489)</vt:lpstr>
      <vt:lpstr>Kết lễ                                   CẦU XIN THÁNH GIA (489)</vt:lpstr>
      <vt:lpstr>Kết lễ                                   CẦU XIN THÁNH GIA (489)</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Nhập Lễ                                    BÀI CA NGÀN TRÙNG 499 </dc:title>
  <dc:creator>Anh Tran</dc:creator>
  <cp:lastModifiedBy>Anh</cp:lastModifiedBy>
  <cp:revision>1392</cp:revision>
  <dcterms:created xsi:type="dcterms:W3CDTF">2018-09-17T12:52:44Z</dcterms:created>
  <dcterms:modified xsi:type="dcterms:W3CDTF">2021-03-01T15:28:32Z</dcterms:modified>
</cp:coreProperties>
</file>