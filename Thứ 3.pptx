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5"/>
  </p:notesMasterIdLst>
  <p:sldIdLst>
    <p:sldId id="4112" r:id="rId2"/>
    <p:sldId id="4113" r:id="rId3"/>
    <p:sldId id="4114" r:id="rId4"/>
    <p:sldId id="4115" r:id="rId5"/>
    <p:sldId id="4116" r:id="rId6"/>
    <p:sldId id="4117" r:id="rId7"/>
    <p:sldId id="4372" r:id="rId8"/>
    <p:sldId id="1924" r:id="rId9"/>
    <p:sldId id="1925" r:id="rId10"/>
    <p:sldId id="4979" r:id="rId11"/>
    <p:sldId id="4043" r:id="rId12"/>
    <p:sldId id="4980" r:id="rId13"/>
    <p:sldId id="4653" r:id="rId14"/>
    <p:sldId id="4654" r:id="rId15"/>
    <p:sldId id="3351" r:id="rId16"/>
    <p:sldId id="3352" r:id="rId17"/>
    <p:sldId id="3353" r:id="rId18"/>
    <p:sldId id="4981" r:id="rId19"/>
    <p:sldId id="4106" r:id="rId20"/>
    <p:sldId id="4987" r:id="rId21"/>
    <p:sldId id="4988" r:id="rId22"/>
    <p:sldId id="4989" r:id="rId23"/>
    <p:sldId id="4990" r:id="rId24"/>
    <p:sldId id="4991" r:id="rId25"/>
    <p:sldId id="4992" r:id="rId26"/>
    <p:sldId id="4993" r:id="rId27"/>
    <p:sldId id="4994" r:id="rId28"/>
    <p:sldId id="4995" r:id="rId29"/>
    <p:sldId id="4996" r:id="rId30"/>
    <p:sldId id="4997" r:id="rId31"/>
    <p:sldId id="4998" r:id="rId32"/>
    <p:sldId id="4982" r:id="rId33"/>
    <p:sldId id="4983" r:id="rId34"/>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p:scale>
          <a:sx n="50" d="100"/>
          <a:sy n="50" d="100"/>
        </p:scale>
        <p:origin x="2525" y="64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01/02/2021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1E4D914E-6825-4475-A990-0303B744F5B1}" type="slidenum">
              <a:rPr lang="vi-VN" smtClean="0"/>
              <a:pPr/>
              <a:t>1</a:t>
            </a:fld>
            <a:endParaRPr lang="vi-VN"/>
          </a:p>
        </p:txBody>
      </p:sp>
    </p:spTree>
    <p:extLst>
      <p:ext uri="{BB962C8B-B14F-4D97-AF65-F5344CB8AC3E}">
        <p14:creationId xmlns:p14="http://schemas.microsoft.com/office/powerpoint/2010/main" val="9888987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15560238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39240227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5299396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11</a:t>
            </a:fld>
            <a:endParaRPr lang="en-US"/>
          </a:p>
        </p:txBody>
      </p:sp>
    </p:spTree>
    <p:extLst>
      <p:ext uri="{BB962C8B-B14F-4D97-AF65-F5344CB8AC3E}">
        <p14:creationId xmlns:p14="http://schemas.microsoft.com/office/powerpoint/2010/main" val="4566512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12</a:t>
            </a:fld>
            <a:endParaRPr lang="en-US"/>
          </a:p>
        </p:txBody>
      </p:sp>
    </p:spTree>
    <p:extLst>
      <p:ext uri="{BB962C8B-B14F-4D97-AF65-F5344CB8AC3E}">
        <p14:creationId xmlns:p14="http://schemas.microsoft.com/office/powerpoint/2010/main" val="16140725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01/02/2021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01/02/2021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9144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ta.</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7041457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192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1. Xin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nâng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dìu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con. Xin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say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6127801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9144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ta.</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90194513"/>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19225"/>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2. Con </a:t>
            </a:r>
            <a:r>
              <a:rPr lang="en-US" sz="5400" b="1" dirty="0" err="1">
                <a:solidFill>
                  <a:schemeClr val="tx1"/>
                </a:solidFill>
                <a:latin typeface="Times New Roman" pitchFamily="18" charset="0"/>
                <a:cs typeface="Times New Roman" pitchFamily="18" charset="0"/>
              </a:rPr>
              <a:t>mong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nhiêu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đẹp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Tâm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trông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20562871"/>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594" y="9144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Ngay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ta.</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VUI THIẾT THA 31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0060163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80032"/>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vậy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57554"/>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Israel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76200"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bay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hóa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a:t>
            </a:r>
            <a:r>
              <a:rPr lang="en-US" sz="5400" b="1" dirty="0" err="1">
                <a:solidFill>
                  <a:schemeClr val="tx1"/>
                </a:solidFill>
                <a:latin typeface="Times New Roman" panose="02020603050405020304" pitchFamily="18" charset="0"/>
                <a:cs typeface="Times New Roman" panose="02020603050405020304" pitchFamily="18" charset="0"/>
              </a:rPr>
              <a:t>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chén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rượu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Cha </a:t>
            </a:r>
            <a:r>
              <a:rPr lang="en-US" sz="5400" b="1" dirty="0" err="1">
                <a:solidFill>
                  <a:schemeClr val="tx1"/>
                </a:solidFill>
                <a:latin typeface="Times New Roman" panose="02020603050405020304" pitchFamily="18" charset="0"/>
                <a:cs typeface="Times New Roman" panose="02020603050405020304" pitchFamily="18" charset="0"/>
              </a:rPr>
              <a:t>chí</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nhân</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23929443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rộng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nuôi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29677491"/>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xác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tin. Cho </a:t>
            </a:r>
            <a:r>
              <a:rPr lang="en-US" sz="5400" b="1" dirty="0" err="1">
                <a:solidFill>
                  <a:schemeClr val="tx1"/>
                </a:solidFill>
                <a:latin typeface="Times New Roman" panose="02020603050405020304" pitchFamily="18" charset="0"/>
                <a:cs typeface="Times New Roman" panose="02020603050405020304" pitchFamily="18" charset="0"/>
              </a:rPr>
              <a:t>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đẹp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tuổi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xuân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nâng</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44501757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rộng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nuôi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9339991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sẵn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844"/>
            <a:ext cx="9144000" cy="4802077"/>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53274516"/>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4740"/>
            <a:ext cx="9144000" cy="5282285"/>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a:t>
            </a:r>
            <a:r>
              <a:rPr lang="en-US" sz="5400" b="1" dirty="0">
                <a:latin typeface="Times New Roman" panose="02020603050405020304" pitchFamily="18" charset="0"/>
                <a:cs typeface="Times New Roman" panose="02020603050405020304" pitchFamily="18" charset="0"/>
              </a:rPr>
              <a:t> loan </a:t>
            </a:r>
            <a:r>
              <a:rPr lang="en-US" sz="5400" b="1" dirty="0" err="1">
                <a:latin typeface="Times New Roman" panose="02020603050405020304" pitchFamily="18" charset="0"/>
                <a:cs typeface="Times New Roman" panose="02020603050405020304" pitchFamily="18" charset="0"/>
              </a:rPr>
              <a:t>truyền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5586219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4740"/>
            <a:ext cx="9144000" cy="5282285"/>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58384251"/>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844"/>
            <a:ext cx="9144000" cy="4802077"/>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đài</a:t>
            </a:r>
            <a:r>
              <a:rPr lang="en-US" sz="5400" b="1" dirty="0">
                <a:latin typeface="Times New Roman" panose="02020603050405020304" pitchFamily="18" charset="0"/>
                <a:cs typeface="Times New Roman" panose="02020603050405020304" pitchFamily="18" charset="0"/>
              </a:rPr>
              <a:t>. Cho ai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94546028"/>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844"/>
            <a:ext cx="9144000" cy="4802077"/>
          </a:xfrm>
        </p:spPr>
        <p:txBody>
          <a:bodyPr>
            <a:noAutofit/>
          </a:bodyPr>
          <a:lstStyle/>
          <a:p>
            <a:pPr algn="just"/>
            <a:r>
              <a:rPr lang="en-US" sz="5400" b="1" dirty="0">
                <a:latin typeface="Times New Roman" panose="02020603050405020304" pitchFamily="18" charset="0"/>
                <a:cs typeface="Times New Roman" panose="02020603050405020304" pitchFamily="18" charset="0"/>
              </a:rPr>
              <a:t>2. Bao </a:t>
            </a:r>
            <a:r>
              <a:rPr lang="en-US" sz="5400" b="1" dirty="0" err="1">
                <a:latin typeface="Times New Roman" panose="02020603050405020304" pitchFamily="18" charset="0"/>
                <a:cs typeface="Times New Roman" panose="02020603050405020304" pitchFamily="18" charset="0"/>
              </a:rPr>
              <a:t>năm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gặp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nghẹn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ẵm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48136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4740"/>
            <a:ext cx="9144000" cy="5282285"/>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90616928"/>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4740"/>
            <a:ext cx="9144000" cy="5282285"/>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6065729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844"/>
            <a:ext cx="9144000" cy="4802077"/>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đài</a:t>
            </a:r>
            <a:r>
              <a:rPr lang="en-US" sz="5400" b="1" dirty="0">
                <a:latin typeface="Times New Roman" panose="02020603050405020304" pitchFamily="18" charset="0"/>
                <a:cs typeface="Times New Roman" panose="02020603050405020304" pitchFamily="18" charset="0"/>
              </a:rPr>
              <a:t>. Cho ai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3174584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844"/>
            <a:ext cx="9144000" cy="4802077"/>
          </a:xfrm>
        </p:spPr>
        <p:txBody>
          <a:bodyPr>
            <a:noAutofit/>
          </a:bodyPr>
          <a:lstStyle/>
          <a:p>
            <a:pPr algn="just"/>
            <a:r>
              <a:rPr lang="en-US" sz="5400" b="1" dirty="0">
                <a:latin typeface="Times New Roman" panose="02020603050405020304" pitchFamily="18" charset="0"/>
                <a:cs typeface="Times New Roman" panose="02020603050405020304" pitchFamily="18" charset="0"/>
              </a:rPr>
              <a:t>3. </a:t>
            </a:r>
            <a:r>
              <a:rPr lang="en-US" sz="5400" b="1" dirty="0" err="1">
                <a:latin typeface="Times New Roman" panose="02020603050405020304" pitchFamily="18" charset="0"/>
                <a:cs typeface="Times New Roman" panose="02020603050405020304" pitchFamily="18" charset="0"/>
              </a:rPr>
              <a:t>Tiên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hậu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lai</a:t>
            </a:r>
            <a:r>
              <a:rPr lang="en-US" sz="5400" b="1" dirty="0">
                <a:latin typeface="Times New Roman" panose="02020603050405020304" pitchFamily="18" charset="0"/>
                <a:cs typeface="Times New Roman" panose="02020603050405020304" pitchFamily="18" charset="0"/>
              </a:rPr>
              <a:t>: “Mai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cớ</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thấy</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2753248"/>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844"/>
            <a:ext cx="9144000" cy="4802077"/>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ngã</a:t>
            </a:r>
            <a:r>
              <a:rPr lang="en-US" sz="5400" b="1" dirty="0">
                <a:latin typeface="Times New Roman" panose="02020603050405020304" pitchFamily="18" charset="0"/>
                <a:cs typeface="Times New Roman" panose="02020603050405020304" pitchFamily="18" charset="0"/>
              </a:rPr>
              <a:t> hay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lưỡi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gươm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0360356"/>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4740"/>
            <a:ext cx="9144000" cy="5282285"/>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5548150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CHÚA TRONG ĐỀN THỜ (BN)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94844"/>
            <a:ext cx="9144000" cy="4802077"/>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đài</a:t>
            </a:r>
            <a:r>
              <a:rPr lang="en-US" sz="5400" b="1" dirty="0">
                <a:latin typeface="Times New Roman" panose="02020603050405020304" pitchFamily="18" charset="0"/>
                <a:cs typeface="Times New Roman" panose="02020603050405020304" pitchFamily="18" charset="0"/>
              </a:rPr>
              <a:t>. Cho ai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2205177"/>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CA ĐỒNG HÀNH 3 (PA)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1044"/>
            <a:ext cx="9144000" cy="4802077"/>
          </a:xfrm>
        </p:spPr>
        <p:txBody>
          <a:bodyPr>
            <a:noAutofit/>
          </a:bodyPr>
          <a:lstStyle/>
          <a:p>
            <a:pPr algn="just"/>
            <a:r>
              <a:rPr lang="vi-VN" sz="5400" b="1" dirty="0">
                <a:latin typeface="+mj-lt"/>
              </a:rPr>
              <a:t>1. Nhịp bước bên Mẹ, con đem </a:t>
            </a:r>
            <a:r>
              <a:rPr lang="en-US" sz="5400" b="1" dirty="0">
                <a:latin typeface="Times New Roman" panose="02020603050405020304" pitchFamily="18" charset="0"/>
                <a:cs typeface="Times New Roman" panose="02020603050405020304" pitchFamily="18" charset="0"/>
              </a:rPr>
              <a:t>Gi</a:t>
            </a:r>
            <a:r>
              <a:rPr lang="vi-VN" sz="5400" b="1" dirty="0">
                <a:latin typeface="+mj-lt"/>
              </a:rPr>
              <a:t>ê-su đi vào lòng đời. Nhịp bước với Mẹ, con đem Ngôi Lời vào trong thế giới.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445595864"/>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CA ĐỒNG HÀNH 3 (PA)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66825"/>
            <a:ext cx="9144000" cy="5810514"/>
          </a:xfrm>
        </p:spPr>
        <p:txBody>
          <a:bodyPr>
            <a:noAutofit/>
          </a:bodyPr>
          <a:lstStyle/>
          <a:p>
            <a:pPr algn="just"/>
            <a:r>
              <a:rPr lang="vi-VN" sz="5400" b="1" dirty="0">
                <a:latin typeface="+mj-lt"/>
              </a:rPr>
              <a:t>ĐK. Ma-ri-a xin giúp sức cho con, dìu con đi trên những lối gian nguy. Đời dâng hiến cho Nước Trời hôm nay. Bao chông gai nhưng có Mẹ con vững lòng.</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04704639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4011</TotalTime>
  <Words>1337</Words>
  <Application>Microsoft Office PowerPoint</Application>
  <PresentationFormat>On-screen Show (4:3)</PresentationFormat>
  <Paragraphs>70</Paragraphs>
  <Slides>33</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NIỀM VUI THIẾT THA 31 </vt:lpstr>
      <vt:lpstr>Nhập Lễ                                        NIỀM VUI THIẾT THA 31 </vt:lpstr>
      <vt:lpstr>Nhập Lễ                                        NIỀM VUI THIẾT THA 31 </vt:lpstr>
      <vt:lpstr>Nhập Lễ                                        NIỀM VUI THIẾT THA 31 </vt:lpstr>
      <vt:lpstr>Nhập Lễ                                        NIỀM VUI THIẾT THA 31 </vt:lpstr>
      <vt:lpstr>PowerPoint Presentation</vt:lpstr>
      <vt:lpstr>PowerPoint Presentation</vt:lpstr>
      <vt:lpstr>Dâng Lễ                                 TỰA LÀN TRẦM HƯƠNG 104</vt:lpstr>
      <vt:lpstr>Dâng Lễ                                 TỰA LÀN TRẦM HƯƠNG 104</vt:lpstr>
      <vt:lpstr>Dâng Lễ                                 TỰA LÀN TRẦM HƯƠNG 104</vt:lpstr>
      <vt:lpstr>Dâng Lễ                                 TỰA LÀN TRẦM HƯƠNG 104</vt:lpstr>
      <vt:lpstr>CA HIỆP LỄ</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Hiệp Lễ                        DÂNG CHÚA TRONG ĐỀN THỜ (BN)</vt:lpstr>
      <vt:lpstr>Kết Lễ                                 TÂM CA ĐỒNG HÀNH 3 (PA)</vt:lpstr>
      <vt:lpstr>Kết Lễ                                 TÂM CA ĐỒNG HÀNH 3 (PA)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1339</cp:revision>
  <dcterms:created xsi:type="dcterms:W3CDTF">2018-09-17T12:52:44Z</dcterms:created>
  <dcterms:modified xsi:type="dcterms:W3CDTF">2021-02-01T13:02:39Z</dcterms:modified>
</cp:coreProperties>
</file>