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3"/>
  </p:notesMasterIdLst>
  <p:sldIdLst>
    <p:sldId id="4112" r:id="rId2"/>
    <p:sldId id="4113" r:id="rId3"/>
    <p:sldId id="4114" r:id="rId4"/>
    <p:sldId id="4115" r:id="rId5"/>
    <p:sldId id="4116" r:id="rId6"/>
    <p:sldId id="4117" r:id="rId7"/>
    <p:sldId id="4372" r:id="rId8"/>
    <p:sldId id="4883" r:id="rId9"/>
    <p:sldId id="4884" r:id="rId10"/>
    <p:sldId id="4885" r:id="rId11"/>
    <p:sldId id="1522" r:id="rId12"/>
    <p:sldId id="3729" r:id="rId13"/>
    <p:sldId id="4848" r:id="rId14"/>
    <p:sldId id="4851" r:id="rId15"/>
    <p:sldId id="4106" r:id="rId16"/>
    <p:sldId id="2786" r:id="rId17"/>
    <p:sldId id="2787" r:id="rId18"/>
    <p:sldId id="2788" r:id="rId19"/>
    <p:sldId id="2789" r:id="rId20"/>
    <p:sldId id="4886" r:id="rId21"/>
    <p:sldId id="4887" r:id="rId22"/>
    <p:sldId id="2792" r:id="rId23"/>
    <p:sldId id="4888" r:id="rId24"/>
    <p:sldId id="4889" r:id="rId25"/>
    <p:sldId id="2795" r:id="rId26"/>
    <p:sldId id="4890" r:id="rId27"/>
    <p:sldId id="4891" r:id="rId28"/>
    <p:sldId id="4892" r:id="rId29"/>
    <p:sldId id="4893" r:id="rId30"/>
    <p:sldId id="4894" r:id="rId31"/>
    <p:sldId id="4895" r:id="rId32"/>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99" autoAdjust="0"/>
    <p:restoredTop sz="94660"/>
  </p:normalViewPr>
  <p:slideViewPr>
    <p:cSldViewPr snapToGrid="0">
      <p:cViewPr>
        <p:scale>
          <a:sx n="66" d="100"/>
          <a:sy n="66" d="100"/>
        </p:scale>
        <p:origin x="1954" y="96"/>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29/12/2020</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16</a:t>
            </a:fld>
            <a:endParaRPr lang="en-US"/>
          </a:p>
        </p:txBody>
      </p:sp>
    </p:spTree>
    <p:extLst>
      <p:ext uri="{BB962C8B-B14F-4D97-AF65-F5344CB8AC3E}">
        <p14:creationId xmlns:p14="http://schemas.microsoft.com/office/powerpoint/2010/main" val="18097374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17</a:t>
            </a:fld>
            <a:endParaRPr lang="en-US"/>
          </a:p>
        </p:txBody>
      </p:sp>
    </p:spTree>
    <p:extLst>
      <p:ext uri="{BB962C8B-B14F-4D97-AF65-F5344CB8AC3E}">
        <p14:creationId xmlns:p14="http://schemas.microsoft.com/office/powerpoint/2010/main" val="23564754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18</a:t>
            </a:fld>
            <a:endParaRPr lang="en-US"/>
          </a:p>
        </p:txBody>
      </p:sp>
    </p:spTree>
    <p:extLst>
      <p:ext uri="{BB962C8B-B14F-4D97-AF65-F5344CB8AC3E}">
        <p14:creationId xmlns:p14="http://schemas.microsoft.com/office/powerpoint/2010/main" val="84169776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19</a:t>
            </a:fld>
            <a:endParaRPr lang="en-US"/>
          </a:p>
        </p:txBody>
      </p:sp>
    </p:spTree>
    <p:extLst>
      <p:ext uri="{BB962C8B-B14F-4D97-AF65-F5344CB8AC3E}">
        <p14:creationId xmlns:p14="http://schemas.microsoft.com/office/powerpoint/2010/main" val="42321267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20</a:t>
            </a:fld>
            <a:endParaRPr lang="en-US"/>
          </a:p>
        </p:txBody>
      </p:sp>
    </p:spTree>
    <p:extLst>
      <p:ext uri="{BB962C8B-B14F-4D97-AF65-F5344CB8AC3E}">
        <p14:creationId xmlns:p14="http://schemas.microsoft.com/office/powerpoint/2010/main" val="37322153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21</a:t>
            </a:fld>
            <a:endParaRPr lang="en-US"/>
          </a:p>
        </p:txBody>
      </p:sp>
    </p:spTree>
    <p:extLst>
      <p:ext uri="{BB962C8B-B14F-4D97-AF65-F5344CB8AC3E}">
        <p14:creationId xmlns:p14="http://schemas.microsoft.com/office/powerpoint/2010/main" val="348645547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22</a:t>
            </a:fld>
            <a:endParaRPr lang="en-US"/>
          </a:p>
        </p:txBody>
      </p:sp>
    </p:spTree>
    <p:extLst>
      <p:ext uri="{BB962C8B-B14F-4D97-AF65-F5344CB8AC3E}">
        <p14:creationId xmlns:p14="http://schemas.microsoft.com/office/powerpoint/2010/main" val="118389995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23</a:t>
            </a:fld>
            <a:endParaRPr lang="en-US"/>
          </a:p>
        </p:txBody>
      </p:sp>
    </p:spTree>
    <p:extLst>
      <p:ext uri="{BB962C8B-B14F-4D97-AF65-F5344CB8AC3E}">
        <p14:creationId xmlns:p14="http://schemas.microsoft.com/office/powerpoint/2010/main" val="266681886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24</a:t>
            </a:fld>
            <a:endParaRPr lang="en-US"/>
          </a:p>
        </p:txBody>
      </p:sp>
    </p:spTree>
    <p:extLst>
      <p:ext uri="{BB962C8B-B14F-4D97-AF65-F5344CB8AC3E}">
        <p14:creationId xmlns:p14="http://schemas.microsoft.com/office/powerpoint/2010/main" val="20298282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25</a:t>
            </a:fld>
            <a:endParaRPr lang="en-US"/>
          </a:p>
        </p:txBody>
      </p:sp>
    </p:spTree>
    <p:extLst>
      <p:ext uri="{BB962C8B-B14F-4D97-AF65-F5344CB8AC3E}">
        <p14:creationId xmlns:p14="http://schemas.microsoft.com/office/powerpoint/2010/main" val="14069887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26</a:t>
            </a:fld>
            <a:endParaRPr lang="en-US"/>
          </a:p>
        </p:txBody>
      </p:sp>
    </p:spTree>
    <p:extLst>
      <p:ext uri="{BB962C8B-B14F-4D97-AF65-F5344CB8AC3E}">
        <p14:creationId xmlns:p14="http://schemas.microsoft.com/office/powerpoint/2010/main" val="97224570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27</a:t>
            </a:fld>
            <a:endParaRPr lang="en-US"/>
          </a:p>
        </p:txBody>
      </p:sp>
    </p:spTree>
    <p:extLst>
      <p:ext uri="{BB962C8B-B14F-4D97-AF65-F5344CB8AC3E}">
        <p14:creationId xmlns:p14="http://schemas.microsoft.com/office/powerpoint/2010/main" val="150612802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28</a:t>
            </a:fld>
            <a:endParaRPr lang="en-US"/>
          </a:p>
        </p:txBody>
      </p:sp>
    </p:spTree>
    <p:extLst>
      <p:ext uri="{BB962C8B-B14F-4D97-AF65-F5344CB8AC3E}">
        <p14:creationId xmlns:p14="http://schemas.microsoft.com/office/powerpoint/2010/main" val="249470805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29</a:t>
            </a:fld>
            <a:endParaRPr lang="en-US"/>
          </a:p>
        </p:txBody>
      </p:sp>
    </p:spTree>
    <p:extLst>
      <p:ext uri="{BB962C8B-B14F-4D97-AF65-F5344CB8AC3E}">
        <p14:creationId xmlns:p14="http://schemas.microsoft.com/office/powerpoint/2010/main" val="208837257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30</a:t>
            </a:fld>
            <a:endParaRPr lang="en-US"/>
          </a:p>
        </p:txBody>
      </p:sp>
    </p:spTree>
    <p:extLst>
      <p:ext uri="{BB962C8B-B14F-4D97-AF65-F5344CB8AC3E}">
        <p14:creationId xmlns:p14="http://schemas.microsoft.com/office/powerpoint/2010/main" val="127396467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31</a:t>
            </a:fld>
            <a:endParaRPr lang="en-US"/>
          </a:p>
        </p:txBody>
      </p:sp>
    </p:spTree>
    <p:extLst>
      <p:ext uri="{BB962C8B-B14F-4D97-AF65-F5344CB8AC3E}">
        <p14:creationId xmlns:p14="http://schemas.microsoft.com/office/powerpoint/2010/main" val="33590750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29/12/2020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29/12/2020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29/12/2020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29/12/2020</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29/12/2020</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29/12/2020</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29/12/2020</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29/12/2020</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29/12/2020</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29/12/2020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29/12/2020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29/12/2020</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2174263447"/>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1057351675"/>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479294224"/>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6858728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a:t>
            </a:r>
            <a:r>
              <a:rPr lang="vi-VN" sz="5400" b="1">
                <a:latin typeface="Times New Roman" panose="02020603050405020304" pitchFamily="18" charset="0"/>
                <a:cs typeface="Times New Roman" panose="02020603050405020304" pitchFamily="18" charset="0"/>
              </a:rPr>
              <a:t>tình thương và </a:t>
            </a:r>
            <a:r>
              <a:rPr lang="vi-VN" sz="5400" b="1" dirty="0">
                <a:latin typeface="Times New Roman" panose="02020603050405020304" pitchFamily="18" charset="0"/>
                <a:cs typeface="Times New Roman" panose="02020603050405020304" pitchFamily="18" charset="0"/>
              </a:rPr>
              <a:t>lòng nhiệt thành quảng đại, </a:t>
            </a:r>
          </a:p>
        </p:txBody>
      </p:sp>
    </p:spTree>
    <p:extLst>
      <p:ext uri="{BB962C8B-B14F-4D97-AF65-F5344CB8AC3E}">
        <p14:creationId xmlns:p14="http://schemas.microsoft.com/office/powerpoint/2010/main" val="2157549357"/>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24972696"/>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5707EB-D7C8-4315-861E-0C0D881BA22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80A1A79-EAAF-4BC4-8937-5CA2ACF0C6C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4464965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MAU LÊN NÀO (362)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14044"/>
            <a:ext cx="9144000" cy="5105400"/>
          </a:xfrm>
        </p:spPr>
        <p:txBody>
          <a:bodyPr>
            <a:noAutofit/>
          </a:bodyPr>
          <a:lstStyle/>
          <a:p>
            <a:pPr algn="just"/>
            <a:r>
              <a:rPr lang="vi-VN" sz="5400" b="1" dirty="0">
                <a:latin typeface="+mj-lt"/>
              </a:rPr>
              <a:t>ĐK. Mau lên nào, mau lên nào, mau lên nào mục đồng ơi mau tới vì Chúa nay ra đời. Mau lên nào, mau lên nào, mau lên nào mục đồng ơi mau tới thờ kính Con Vua Trời.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2980126572"/>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MAU LÊN NÀO (362)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57075"/>
            <a:ext cx="9144000" cy="4219339"/>
          </a:xfrm>
        </p:spPr>
        <p:txBody>
          <a:bodyPr>
            <a:noAutofit/>
          </a:bodyPr>
          <a:lstStyle/>
          <a:p>
            <a:pPr algn="just"/>
            <a:r>
              <a:rPr lang="vi-VN" sz="5400" b="1" dirty="0">
                <a:latin typeface="+mj-lt"/>
              </a:rPr>
              <a:t>2. Các mục đồng về xóm thôn đã ca tụng Thiên Chúa luôn và báo cho dân được biết tin: Chúa đã sinh tại Bê</a:t>
            </a:r>
            <a:r>
              <a:rPr lang="en-US" sz="5400" b="1" dirty="0">
                <a:latin typeface="+mj-lt"/>
              </a:rPr>
              <a:t>-</a:t>
            </a:r>
            <a:r>
              <a:rPr lang="vi-VN" sz="5400" b="1" dirty="0">
                <a:latin typeface="+mj-lt"/>
              </a:rPr>
              <a:t>lem.</a:t>
            </a:r>
            <a:br>
              <a:rPr lang="vi-VN" sz="5400" b="1" dirty="0">
                <a:latin typeface="+mj-lt"/>
              </a:rPr>
            </a:b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575513214"/>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MAU LÊN NÀO (362)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14044"/>
            <a:ext cx="9144000" cy="5105400"/>
          </a:xfrm>
        </p:spPr>
        <p:txBody>
          <a:bodyPr>
            <a:noAutofit/>
          </a:bodyPr>
          <a:lstStyle/>
          <a:p>
            <a:pPr algn="just"/>
            <a:r>
              <a:rPr lang="vi-VN" sz="5400" b="1" dirty="0">
                <a:latin typeface="+mj-lt"/>
              </a:rPr>
              <a:t>ĐK. Mau lên nào, mau lên nào, mau lên nào mục đồng ơi mau tới vì Chúa nay ra đời. Mau lên nào, mau lên nào, mau lên nào mục đồng ơi mau tới thờ kính Con Vua Trời.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2811149375"/>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862194"/>
            <a:ext cx="9144000" cy="4727942"/>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địa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cầu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hoan</a:t>
            </a:r>
            <a:r>
              <a:rPr lang="en-US" sz="5400" b="1" dirty="0">
                <a:latin typeface="Times New Roman" panose="02020603050405020304" pitchFamily="18" charset="0"/>
                <a:cs typeface="Times New Roman" panose="02020603050405020304" pitchFamily="18" charset="0"/>
              </a:rPr>
              <a:t>.</a:t>
            </a:r>
          </a:p>
        </p:txBody>
      </p:sp>
      <p:sp>
        <p:nvSpPr>
          <p:cNvPr id="4" name="Subtitle 2"/>
          <p:cNvSpPr txBox="1">
            <a:spLocks/>
          </p:cNvSpPr>
          <p:nvPr/>
        </p:nvSpPr>
        <p:spPr>
          <a:xfrm>
            <a:off x="-670560" y="3791900"/>
            <a:ext cx="9144000" cy="6922180"/>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14151938"/>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9428" y="181849"/>
            <a:ext cx="9144000" cy="6091148"/>
          </a:xfrm>
        </p:spPr>
        <p:txBody>
          <a:bodyPr>
            <a:noAutofit/>
          </a:bodyPr>
          <a:lstStyle/>
          <a:p>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All…All… </a:t>
            </a:r>
            <a:r>
              <a:rPr lang="en-US" sz="5400" b="1" dirty="0" err="1">
                <a:latin typeface="Times New Roman" panose="02020603050405020304" pitchFamily="18" charset="0"/>
                <a:cs typeface="Times New Roman" panose="02020603050405020304" pitchFamily="18" charset="0"/>
              </a:rPr>
              <a:t>Ngôi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hóa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nhục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c</a:t>
            </a:r>
            <a:r>
              <a:rPr lang="vi-VN" sz="5400" b="1" dirty="0">
                <a:latin typeface="Times New Roman" panose="02020603050405020304" pitchFamily="18" charset="0"/>
                <a:cs typeface="Times New Roman" panose="02020603050405020304" pitchFamily="18" charset="0"/>
              </a:rPr>
              <a:t>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ngụ</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giữa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ai </a:t>
            </a:r>
            <a:r>
              <a:rPr lang="en-US" sz="5400" b="1" dirty="0" err="1">
                <a:latin typeface="Times New Roman" panose="02020603050405020304" pitchFamily="18" charset="0"/>
                <a:cs typeface="Times New Roman" panose="02020603050405020304" pitchFamily="18" charset="0"/>
              </a:rPr>
              <a:t>tiếp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nhận</a:t>
            </a:r>
            <a:r>
              <a:rPr lang="en-US" sz="5400" b="1" dirty="0">
                <a:latin typeface="Times New Roman" panose="02020603050405020304" pitchFamily="18" charset="0"/>
                <a:cs typeface="Times New Roman" panose="02020603050405020304" pitchFamily="18" charset="0"/>
              </a:rPr>
              <a:t> Ng</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thì</a:t>
            </a:r>
            <a:r>
              <a:rPr lang="en-US" sz="5400" b="1" dirty="0">
                <a:latin typeface="Times New Roman" panose="02020603050405020304" pitchFamily="18" charset="0"/>
                <a:cs typeface="Times New Roman" panose="02020603050405020304" pitchFamily="18" charset="0"/>
              </a:rPr>
              <a:t> Ng</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ời</a:t>
            </a:r>
            <a:r>
              <a:rPr lang="en-US" sz="5400" b="1" dirty="0">
                <a:latin typeface="Times New Roman" panose="02020603050405020304" pitchFamily="18" charset="0"/>
                <a:cs typeface="Times New Roman" panose="02020603050405020304" pitchFamily="18" charset="0"/>
              </a:rPr>
              <a:t> ban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họ</a:t>
            </a:r>
            <a:r>
              <a:rPr lang="en-US" sz="5400" b="1" dirty="0">
                <a:latin typeface="Times New Roman" panose="02020603050405020304" pitchFamily="18" charset="0"/>
                <a:cs typeface="Times New Roman" panose="02020603050405020304" pitchFamily="18" charset="0"/>
              </a:rPr>
              <a:t> đ</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quyền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làm</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All…</a:t>
            </a:r>
            <a:endParaRPr lang="vi-VN" sz="5400" b="1" dirty="0">
              <a:latin typeface="Times New Roman" panose="02020603050405020304" pitchFamily="18" charset="0"/>
              <a:cs typeface="Times New Roman" panose="02020603050405020304" pitchFamily="18" charset="0"/>
            </a:endParaRPr>
          </a:p>
          <a:p>
            <a:pPr algn="just"/>
            <a:endParaRPr lang="en-US" sz="5400" b="1" dirty="0">
              <a:latin typeface="Times New Roman" panose="02020603050405020304" pitchFamily="18" charset="0"/>
              <a:cs typeface="Times New Roman" panose="02020603050405020304" pitchFamily="18" charset="0"/>
            </a:endParaRPr>
          </a:p>
        </p:txBody>
      </p:sp>
      <p:sp>
        <p:nvSpPr>
          <p:cNvPr id="4" name="Subtitle 2"/>
          <p:cNvSpPr txBox="1">
            <a:spLocks/>
          </p:cNvSpPr>
          <p:nvPr/>
        </p:nvSpPr>
        <p:spPr>
          <a:xfrm>
            <a:off x="-670560" y="3791900"/>
            <a:ext cx="9144000" cy="6922180"/>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10103324"/>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CHÚA ĐÊM NAY (PXC)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20627"/>
            <a:ext cx="9144000" cy="7030720"/>
          </a:xfrm>
        </p:spPr>
        <p:txBody>
          <a:bodyPr>
            <a:noAutofit/>
          </a:bodyPr>
          <a:lstStyle/>
          <a:p>
            <a:pPr algn="just"/>
            <a:r>
              <a:rPr lang="vi-VN" sz="5400" b="1" dirty="0">
                <a:latin typeface="+mj-lt"/>
              </a:rPr>
              <a:t>1. Con mở bàn tay dâng Chúa đêm nay, chút sương đọng trên máng cỏ đọa đày. Chút gió trong ngày tình yêu ngự đến, chút lời nỉ non tiếng Mẹ ru say.</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470502850"/>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CHÚA ĐÊM NAY (PXC)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20627"/>
            <a:ext cx="9144000" cy="7030720"/>
          </a:xfrm>
        </p:spPr>
        <p:txBody>
          <a:bodyPr>
            <a:noAutofit/>
          </a:bodyPr>
          <a:lstStyle/>
          <a:p>
            <a:pPr algn="just"/>
            <a:r>
              <a:rPr lang="vi-VN" sz="5400" b="1" dirty="0">
                <a:latin typeface="+mj-lt"/>
              </a:rPr>
              <a:t>ĐK. Dâng gió sương mùa đông, dâng hoa mùa xuân nồng, một đời là bao mùa sống. Xin Chúa trên trời cao, đêm nay vào cõi đời, đổ tràn ân phúc cho người.</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64945505"/>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57552"/>
            <a:ext cx="9144000" cy="510540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xót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thẳm</a:t>
            </a:r>
            <a:r>
              <a:rPr lang="en-US" sz="5400" b="1" dirty="0">
                <a:latin typeface="Times New Roman" panose="02020603050405020304" pitchFamily="18" charset="0"/>
                <a:cs typeface="Times New Roman" panose="02020603050405020304" pitchFamily="18" charset="0"/>
              </a:rPr>
              <a:t> Ng</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viếng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ta.</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4802588"/>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00959"/>
            <a:ext cx="9144000" cy="5410200"/>
          </a:xfrm>
        </p:spPr>
        <p:txBody>
          <a:bodyPr>
            <a:noAutofit/>
          </a:bodyPr>
          <a:lstStyle/>
          <a:p>
            <a:pPr algn="just"/>
            <a:r>
              <a:rPr lang="en-US" sz="5400" b="1" dirty="0">
                <a:latin typeface="Times New Roman" pitchFamily="18" charset="0"/>
                <a:cs typeface="Times New Roman" pitchFamily="18" charset="0"/>
              </a:rPr>
              <a:t>1. </a:t>
            </a:r>
            <a:r>
              <a:rPr lang="en-US" sz="5400" b="1" dirty="0" err="1">
                <a:latin typeface="Times New Roman" pitchFamily="18" charset="0"/>
                <a:cs typeface="Times New Roman" pitchFamily="18" charset="0"/>
              </a:rPr>
              <a:t>Hội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nhạc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Thiên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quốc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đắm</a:t>
            </a:r>
            <a:r>
              <a:rPr lang="en-US" sz="5400" b="1" dirty="0">
                <a:latin typeface="Times New Roman" pitchFamily="18" charset="0"/>
                <a:cs typeface="Times New Roman" pitchFamily="18" charset="0"/>
              </a:rPr>
              <a:t> say </a:t>
            </a:r>
            <a:r>
              <a:rPr lang="en-US" sz="5400" b="1" dirty="0" err="1">
                <a:latin typeface="Times New Roman" pitchFamily="18" charset="0"/>
                <a:cs typeface="Times New Roman" pitchFamily="18" charset="0"/>
              </a:rPr>
              <a:t>nghiêm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dứt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cung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đàn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lặng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nghe</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cõi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thế</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Giọng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êm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ái</a:t>
            </a:r>
            <a:r>
              <a:rPr lang="en-US" sz="5400" b="1" dirty="0">
                <a:latin typeface="Times New Roman" pitchFamily="18" charset="0"/>
                <a:cs typeface="Times New Roman" pitchFamily="18" charset="0"/>
              </a:rPr>
              <a:t> du </a:t>
            </a:r>
            <a:r>
              <a:rPr lang="en-US" sz="5400" b="1" dirty="0" err="1">
                <a:latin typeface="Times New Roman" pitchFamily="18" charset="0"/>
                <a:cs typeface="Times New Roman" pitchFamily="18" charset="0"/>
              </a:rPr>
              <a:t>dương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ngần</a:t>
            </a:r>
            <a:r>
              <a:rPr lang="en-US" sz="5400" b="1" dirty="0">
                <a:latin typeface="Times New Roman" pitchFamily="18" charset="0"/>
                <a:cs typeface="Times New Roman" pitchFamily="18" charset="0"/>
              </a:rPr>
              <a:t>. Ru </a:t>
            </a:r>
            <a:r>
              <a:rPr lang="en-US" sz="5400" b="1" dirty="0" err="1">
                <a:latin typeface="Times New Roman" pitchFamily="18" charset="0"/>
                <a:cs typeface="Times New Roman" pitchFamily="18" charset="0"/>
              </a:rPr>
              <a:t>bên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Nhi</a:t>
            </a:r>
            <a:r>
              <a:rPr lang="en-US" sz="5400" b="1" dirty="0">
                <a:latin typeface="Times New Roman" pitchFamily="18" charset="0"/>
                <a:cs typeface="Times New Roman" pitchFamily="18" charset="0"/>
              </a:rPr>
              <a:t>.</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HỘI NHẠC THIÊN QUỐC (HH)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910397467"/>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2194035"/>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Thiên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cung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phẩm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đắm</a:t>
            </a:r>
            <a:r>
              <a:rPr lang="en-US" sz="5400" b="1" dirty="0">
                <a:latin typeface="Times New Roman" pitchFamily="18" charset="0"/>
                <a:cs typeface="Times New Roman" pitchFamily="18" charset="0"/>
              </a:rPr>
              <a:t> say. </a:t>
            </a:r>
            <a:r>
              <a:rPr lang="en-US" sz="5400" b="1" dirty="0" err="1">
                <a:latin typeface="Times New Roman" pitchFamily="18" charset="0"/>
                <a:cs typeface="Times New Roman" pitchFamily="18" charset="0"/>
              </a:rPr>
              <a:t>Dứt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cung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nhạc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im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lặng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tầng</a:t>
            </a:r>
            <a:r>
              <a:rPr lang="en-US" sz="5400" b="1" dirty="0">
                <a:latin typeface="Times New Roman" pitchFamily="18" charset="0"/>
                <a:cs typeface="Times New Roman" pitchFamily="18" charset="0"/>
              </a:rPr>
              <a:t>. </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HỘI NHẠC THIÊN QUỐC (HH)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477822657"/>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85042"/>
            <a:ext cx="9144000" cy="5410200"/>
          </a:xfrm>
        </p:spPr>
        <p:txBody>
          <a:bodyPr>
            <a:noAutofit/>
          </a:bodyPr>
          <a:lstStyle/>
          <a:p>
            <a:pPr algn="just"/>
            <a:r>
              <a:rPr lang="en-US" sz="5400" b="1" dirty="0" err="1">
                <a:latin typeface="Times New Roman" pitchFamily="18" charset="0"/>
                <a:cs typeface="Times New Roman" pitchFamily="18" charset="0"/>
              </a:rPr>
              <a:t>Khi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nghe</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hèn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tiếng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Đức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cất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Vừa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nghe</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hèn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tiếng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êm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đềm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Vừa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nghe</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hèn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êm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giọng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hát</a:t>
            </a:r>
            <a:r>
              <a:rPr lang="en-US" sz="5400" b="1" dirty="0">
                <a:latin typeface="Times New Roman" pitchFamily="18" charset="0"/>
                <a:cs typeface="Times New Roman" pitchFamily="18" charset="0"/>
              </a:rPr>
              <a:t>.</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HỘI NHẠC THIÊN QUỐC (HH)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489495350"/>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374228"/>
            <a:ext cx="9144000" cy="5410200"/>
          </a:xfrm>
        </p:spPr>
        <p:txBody>
          <a:bodyPr>
            <a:noAutofit/>
          </a:bodyPr>
          <a:lstStyle/>
          <a:p>
            <a:pPr algn="just"/>
            <a:r>
              <a:rPr lang="en-US" sz="5400" b="1" dirty="0">
                <a:latin typeface="Times New Roman" pitchFamily="18" charset="0"/>
                <a:cs typeface="Times New Roman" pitchFamily="18" charset="0"/>
              </a:rPr>
              <a:t>2. </a:t>
            </a:r>
            <a:r>
              <a:rPr lang="en-US" sz="5400" b="1" dirty="0" err="1">
                <a:latin typeface="Times New Roman" pitchFamily="18" charset="0"/>
                <a:cs typeface="Times New Roman" pitchFamily="18" charset="0"/>
              </a:rPr>
              <a:t>Quỳ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hàn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rực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tựa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vì</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tiếng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thanh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bai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vô</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hồi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Bên</a:t>
            </a:r>
            <a:r>
              <a:rPr lang="en-US" sz="5400" b="1" dirty="0">
                <a:latin typeface="Times New Roman" pitchFamily="18" charset="0"/>
                <a:cs typeface="Times New Roman" pitchFamily="18" charset="0"/>
              </a:rPr>
              <a:t> tai </a:t>
            </a:r>
            <a:r>
              <a:rPr lang="en-US" sz="5400" b="1" dirty="0" err="1">
                <a:latin typeface="Times New Roman" pitchFamily="18" charset="0"/>
                <a:cs typeface="Times New Roman" pitchFamily="18" charset="0"/>
              </a:rPr>
              <a:t>Giê-su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than.</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HỘI NHẠC THIÊN QUỐC (HH)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0813796"/>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2194035"/>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Thiên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cung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phẩm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đắm</a:t>
            </a:r>
            <a:r>
              <a:rPr lang="en-US" sz="5400" b="1" dirty="0">
                <a:latin typeface="Times New Roman" pitchFamily="18" charset="0"/>
                <a:cs typeface="Times New Roman" pitchFamily="18" charset="0"/>
              </a:rPr>
              <a:t> say. </a:t>
            </a:r>
            <a:r>
              <a:rPr lang="en-US" sz="5400" b="1" dirty="0" err="1">
                <a:latin typeface="Times New Roman" pitchFamily="18" charset="0"/>
                <a:cs typeface="Times New Roman" pitchFamily="18" charset="0"/>
              </a:rPr>
              <a:t>Dứt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cung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nhạc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im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lặng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tầng</a:t>
            </a:r>
            <a:r>
              <a:rPr lang="en-US" sz="5400" b="1" dirty="0">
                <a:latin typeface="Times New Roman" pitchFamily="18" charset="0"/>
                <a:cs typeface="Times New Roman" pitchFamily="18" charset="0"/>
              </a:rPr>
              <a:t>. </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HỘI NHẠC THIÊN QUỐC (HH)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922322640"/>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85042"/>
            <a:ext cx="9144000" cy="5410200"/>
          </a:xfrm>
        </p:spPr>
        <p:txBody>
          <a:bodyPr>
            <a:noAutofit/>
          </a:bodyPr>
          <a:lstStyle/>
          <a:p>
            <a:pPr algn="just"/>
            <a:r>
              <a:rPr lang="en-US" sz="5400" b="1" dirty="0" err="1">
                <a:latin typeface="Times New Roman" pitchFamily="18" charset="0"/>
                <a:cs typeface="Times New Roman" pitchFamily="18" charset="0"/>
              </a:rPr>
              <a:t>Khi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nghe</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hèn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tiếng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Đức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cất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Vừa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nghe</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hèn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tiếng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êm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đềm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Vừa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nghe</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hèn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êm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giọng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hát</a:t>
            </a:r>
            <a:r>
              <a:rPr lang="en-US" sz="5400" b="1" dirty="0">
                <a:latin typeface="Times New Roman" pitchFamily="18" charset="0"/>
                <a:cs typeface="Times New Roman" pitchFamily="18" charset="0"/>
              </a:rPr>
              <a:t>.</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HỘI NHẠC THIÊN QUỐC (HH)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375961520"/>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090448"/>
            <a:ext cx="9144000" cy="5410200"/>
          </a:xfrm>
        </p:spPr>
        <p:txBody>
          <a:bodyPr>
            <a:noAutofit/>
          </a:bodyPr>
          <a:lstStyle/>
          <a:p>
            <a:pPr algn="just"/>
            <a:r>
              <a:rPr lang="en-US" sz="5400" b="1" dirty="0">
                <a:latin typeface="Times New Roman" pitchFamily="18" charset="0"/>
                <a:cs typeface="Times New Roman" pitchFamily="18" charset="0"/>
              </a:rPr>
              <a:t>3.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lặng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chiêm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ngắm</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ngủ</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mắt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chẳng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còn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khi</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mỉm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Dầu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vậy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thở</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như</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lửa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hồng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nung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đốt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thôi</a:t>
            </a:r>
            <a:r>
              <a:rPr lang="en-US" sz="5400" b="1" dirty="0">
                <a:latin typeface="Times New Roman" pitchFamily="18" charset="0"/>
                <a:cs typeface="Times New Roman" pitchFamily="18" charset="0"/>
              </a:rPr>
              <a:t>.</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HỘI NHẠC THIÊN QUỐC (HH)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977561675"/>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2194035"/>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Thiên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cung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phẩm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đắm</a:t>
            </a:r>
            <a:r>
              <a:rPr lang="en-US" sz="5400" b="1" dirty="0">
                <a:latin typeface="Times New Roman" pitchFamily="18" charset="0"/>
                <a:cs typeface="Times New Roman" pitchFamily="18" charset="0"/>
              </a:rPr>
              <a:t> say. </a:t>
            </a:r>
            <a:r>
              <a:rPr lang="en-US" sz="5400" b="1" dirty="0" err="1">
                <a:latin typeface="Times New Roman" pitchFamily="18" charset="0"/>
                <a:cs typeface="Times New Roman" pitchFamily="18" charset="0"/>
              </a:rPr>
              <a:t>Dứt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cung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nhạc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im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lặng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tầng</a:t>
            </a:r>
            <a:r>
              <a:rPr lang="en-US" sz="5400" b="1" dirty="0">
                <a:latin typeface="Times New Roman" pitchFamily="18" charset="0"/>
                <a:cs typeface="Times New Roman" pitchFamily="18" charset="0"/>
              </a:rPr>
              <a:t>. </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HỘI NHẠC THIÊN QUỐC (HH)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385425592"/>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85042"/>
            <a:ext cx="9144000" cy="5410200"/>
          </a:xfrm>
        </p:spPr>
        <p:txBody>
          <a:bodyPr>
            <a:noAutofit/>
          </a:bodyPr>
          <a:lstStyle/>
          <a:p>
            <a:pPr algn="just"/>
            <a:r>
              <a:rPr lang="en-US" sz="5400" b="1" dirty="0" err="1">
                <a:latin typeface="Times New Roman" pitchFamily="18" charset="0"/>
                <a:cs typeface="Times New Roman" pitchFamily="18" charset="0"/>
              </a:rPr>
              <a:t>Khi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nghe</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hèn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tiếng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Đức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cất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Vừa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nghe</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hèn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tiếng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êm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đềm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Vừa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nghe</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hèn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êm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giọng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hát</a:t>
            </a:r>
            <a:r>
              <a:rPr lang="en-US" sz="5400" b="1" dirty="0">
                <a:latin typeface="Times New Roman" pitchFamily="18" charset="0"/>
                <a:cs typeface="Times New Roman" pitchFamily="18" charset="0"/>
              </a:rPr>
              <a:t>.</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HỘI NHẠC THIÊN QUỐC (HH)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870043118"/>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090448"/>
            <a:ext cx="9144000" cy="5410200"/>
          </a:xfrm>
        </p:spPr>
        <p:txBody>
          <a:bodyPr>
            <a:noAutofit/>
          </a:bodyPr>
          <a:lstStyle/>
          <a:p>
            <a:pPr algn="just"/>
            <a:r>
              <a:rPr lang="en-US" sz="5400" b="1" dirty="0">
                <a:latin typeface="Times New Roman" pitchFamily="18" charset="0"/>
                <a:cs typeface="Times New Roman" pitchFamily="18" charset="0"/>
              </a:rPr>
              <a:t>4. </a:t>
            </a:r>
            <a:r>
              <a:rPr lang="en-US" sz="5400" b="1" dirty="0" err="1">
                <a:latin typeface="Times New Roman" pitchFamily="18" charset="0"/>
                <a:cs typeface="Times New Roman" pitchFamily="18" charset="0"/>
              </a:rPr>
              <a:t>Sự</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chiêm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ngắm</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thiên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đàng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vẫn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hờ</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không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Còn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như</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lửa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Thiên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HỘI NHẠC THIÊN QUỐC (HH)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36876912"/>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2194035"/>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Thiên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cung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phẩm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đắm</a:t>
            </a:r>
            <a:r>
              <a:rPr lang="en-US" sz="5400" b="1" dirty="0">
                <a:latin typeface="Times New Roman" pitchFamily="18" charset="0"/>
                <a:cs typeface="Times New Roman" pitchFamily="18" charset="0"/>
              </a:rPr>
              <a:t> say. </a:t>
            </a:r>
            <a:r>
              <a:rPr lang="en-US" sz="5400" b="1" dirty="0" err="1">
                <a:latin typeface="Times New Roman" pitchFamily="18" charset="0"/>
                <a:cs typeface="Times New Roman" pitchFamily="18" charset="0"/>
              </a:rPr>
              <a:t>Dứt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cung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nhạc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im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lặng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tầng</a:t>
            </a:r>
            <a:r>
              <a:rPr lang="en-US" sz="5400" b="1" dirty="0">
                <a:latin typeface="Times New Roman" pitchFamily="18" charset="0"/>
                <a:cs typeface="Times New Roman" pitchFamily="18" charset="0"/>
              </a:rPr>
              <a:t>. </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HỘI NHẠC THIÊN QUỐC (HH)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198502758"/>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85042"/>
            <a:ext cx="9144000" cy="5410200"/>
          </a:xfrm>
        </p:spPr>
        <p:txBody>
          <a:bodyPr>
            <a:noAutofit/>
          </a:bodyPr>
          <a:lstStyle/>
          <a:p>
            <a:pPr algn="just"/>
            <a:r>
              <a:rPr lang="en-US" sz="5400" b="1" dirty="0" err="1">
                <a:latin typeface="Times New Roman" pitchFamily="18" charset="0"/>
                <a:cs typeface="Times New Roman" pitchFamily="18" charset="0"/>
              </a:rPr>
              <a:t>Khi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nghe</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hèn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tiếng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Đức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cất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Vừa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nghe</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hèn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tiếng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êm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đềm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Vừa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nghe</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hèn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êm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giọng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hát</a:t>
            </a:r>
            <a:r>
              <a:rPr lang="en-US" sz="5400" b="1" dirty="0">
                <a:latin typeface="Times New Roman" pitchFamily="18" charset="0"/>
                <a:cs typeface="Times New Roman" pitchFamily="18" charset="0"/>
              </a:rPr>
              <a:t>.</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HỘI NHẠC THIÊN QUỐC (HH)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280167933"/>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616971"/>
            <a:ext cx="9144000" cy="6546342"/>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Loài</a:t>
            </a:r>
            <a:r>
              <a:rPr lang="en-US" sz="5400" b="1" dirty="0">
                <a:solidFill>
                  <a:schemeClr val="tx1"/>
                </a:solidFill>
                <a:latin typeface="Times New Roman" pitchFamily="18" charset="0"/>
                <a:cs typeface="Times New Roman" pitchFamily="18" charset="0"/>
              </a:rPr>
              <a:t> ng</a:t>
            </a:r>
            <a:r>
              <a:rPr lang="vi-VN" sz="5400" b="1" dirty="0">
                <a:solidFill>
                  <a:schemeClr val="tx1"/>
                </a:solidFill>
                <a:latin typeface="Times New Roman" pitchFamily="18" charset="0"/>
                <a:cs typeface="Times New Roman" pitchFamily="18" charset="0"/>
              </a:rPr>
              <a:t>ư</a:t>
            </a:r>
            <a:r>
              <a:rPr lang="en-US" sz="5400" b="1" dirty="0" err="1">
                <a:latin typeface="Times New Roman" pitchFamily="18" charset="0"/>
                <a:cs typeface="Times New Roman" pitchFamily="18" charset="0"/>
              </a:rPr>
              <a:t>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tới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Bê-lem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kính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thờ</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Ngôi</a:t>
            </a:r>
            <a:r>
              <a:rPr lang="en-US" sz="5400" b="1" dirty="0">
                <a:latin typeface="Times New Roman" pitchFamily="18" charset="0"/>
                <a:cs typeface="Times New Roman" pitchFamily="18" charset="0"/>
              </a:rPr>
              <a:t> Hai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cao</a:t>
            </a:r>
            <a:r>
              <a:rPr lang="en-US" sz="5400" b="1" dirty="0">
                <a:latin typeface="Times New Roman" pitchFamily="18" charset="0"/>
                <a:cs typeface="Times New Roman" pitchFamily="18" charset="0"/>
              </a:rPr>
              <a:t> sang. Ng</a:t>
            </a:r>
            <a:r>
              <a:rPr lang="vi-VN" sz="5400" b="1" dirty="0">
                <a:latin typeface="Times New Roman" pitchFamily="18" charset="0"/>
                <a:cs typeface="Times New Roman" pitchFamily="18" charset="0"/>
              </a:rPr>
              <a:t>ư</a:t>
            </a:r>
            <a:r>
              <a:rPr lang="en-US" sz="5400" b="1" dirty="0" err="1">
                <a:latin typeface="Times New Roman" pitchFamily="18" charset="0"/>
                <a:cs typeface="Times New Roman" pitchFamily="18" charset="0"/>
              </a:rPr>
              <a:t>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a:t>
            </a:r>
            <a:r>
              <a:rPr lang="vi-VN" sz="5400" b="1" dirty="0">
                <a:latin typeface="Times New Roman" pitchFamily="18" charset="0"/>
                <a:cs typeface="Times New Roman" pitchFamily="18" charset="0"/>
              </a:rPr>
              <a:t>ư</a:t>
            </a:r>
            <a:r>
              <a:rPr lang="en-US" sz="5400" b="1" dirty="0" err="1">
                <a:latin typeface="Times New Roman" pitchFamily="18" charset="0"/>
                <a:cs typeface="Times New Roman" pitchFamily="18" charset="0"/>
              </a:rPr>
              <a:t>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xuống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cứu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muôn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đang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lầm</a:t>
            </a:r>
            <a:r>
              <a:rPr lang="en-US" sz="5400" b="1" dirty="0">
                <a:latin typeface="Times New Roman" pitchFamily="18" charset="0"/>
                <a:cs typeface="Times New Roman" pitchFamily="18" charset="0"/>
              </a:rPr>
              <a:t> than. </a:t>
            </a:r>
            <a:r>
              <a:rPr lang="en-US" sz="5400" b="1" dirty="0" err="1">
                <a:latin typeface="Times New Roman" pitchFamily="18" charset="0"/>
                <a:cs typeface="Times New Roman" pitchFamily="18" charset="0"/>
              </a:rPr>
              <a:t>Nào</a:t>
            </a:r>
            <a:r>
              <a:rPr lang="en-US" sz="5400" b="1" dirty="0">
                <a:latin typeface="Times New Roman" pitchFamily="18" charset="0"/>
                <a:cs typeface="Times New Roman" pitchFamily="18" charset="0"/>
              </a:rPr>
              <a:t> Si-on </a:t>
            </a:r>
            <a:r>
              <a:rPr lang="en-US" sz="5400" b="1" dirty="0" err="1">
                <a:latin typeface="Times New Roman" pitchFamily="18" charset="0"/>
                <a:cs typeface="Times New Roman" pitchFamily="18" charset="0"/>
              </a:rPr>
              <a:t>hãy</a:t>
            </a:r>
            <a:r>
              <a:rPr lang="en-US" sz="5400" b="1" dirty="0">
                <a:latin typeface="Times New Roman" pitchFamily="18" charset="0"/>
                <a:cs typeface="Times New Roman" pitchFamily="18" charset="0"/>
              </a:rPr>
              <a:t> ca </a:t>
            </a:r>
            <a:r>
              <a:rPr lang="en-US" sz="5400" b="1" dirty="0" err="1">
                <a:latin typeface="Times New Roman" pitchFamily="18" charset="0"/>
                <a:cs typeface="Times New Roman" pitchFamily="18" charset="0"/>
              </a:rPr>
              <a:t>lên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nhịp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nhàng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tung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hô</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quang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Vì</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a:t>
            </a:r>
            <a:r>
              <a:rPr lang="vi-VN" sz="5400" b="1" dirty="0">
                <a:latin typeface="Times New Roman" pitchFamily="18" charset="0"/>
                <a:cs typeface="Times New Roman" pitchFamily="18" charset="0"/>
              </a:rPr>
              <a:t>ư</a:t>
            </a:r>
            <a:r>
              <a:rPr lang="en-US" sz="5400" b="1" dirty="0" err="1">
                <a:latin typeface="Times New Roman" pitchFamily="18" charset="0"/>
                <a:cs typeface="Times New Roman" pitchFamily="18" charset="0"/>
              </a:rPr>
              <a:t>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ra </a:t>
            </a:r>
            <a:r>
              <a:rPr lang="en-US" sz="5400" b="1" dirty="0" err="1">
                <a:latin typeface="Times New Roman" pitchFamily="18" charset="0"/>
                <a:cs typeface="Times New Roman" pitchFamily="18" charset="0"/>
              </a:rPr>
              <a:t>trong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cảnh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âm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thầm</a:t>
            </a:r>
            <a:r>
              <a:rPr lang="en-US" sz="5400" b="1" dirty="0">
                <a:latin typeface="Times New Roman" pitchFamily="18" charset="0"/>
                <a:cs typeface="Times New Roman" pitchFamily="18" charset="0"/>
              </a:rPr>
              <a:t>.</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LOÀI NG</a:t>
            </a:r>
            <a:r>
              <a:rPr lang="vi-VN"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Ư</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ỜI ƠI (VT)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603822710"/>
      </p:ext>
    </p:extLst>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85042"/>
            <a:ext cx="9144000" cy="5410200"/>
          </a:xfrm>
        </p:spPr>
        <p:txBody>
          <a:bodyPr>
            <a:noAutofit/>
          </a:bodyPr>
          <a:lstStyle/>
          <a:p>
            <a:pPr algn="just"/>
            <a:r>
              <a:rPr lang="en-US" sz="5400" b="1" dirty="0">
                <a:solidFill>
                  <a:schemeClr val="tx1"/>
                </a:solidFill>
                <a:latin typeface="Times New Roman" pitchFamily="18" charset="0"/>
                <a:cs typeface="Times New Roman" pitchFamily="18" charset="0"/>
              </a:rPr>
              <a:t>1. </a:t>
            </a:r>
            <a:r>
              <a:rPr lang="en-US" sz="5400" b="1" dirty="0" err="1">
                <a:solidFill>
                  <a:schemeClr val="tx1"/>
                </a:solidFill>
                <a:latin typeface="Times New Roman" pitchFamily="18" charset="0"/>
                <a:cs typeface="Times New Roman" pitchFamily="18" charset="0"/>
              </a:rPr>
              <a:t>Bê-lem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năm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ấy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chiếu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lang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giữa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mùa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đông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Vang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tuyết</a:t>
            </a:r>
            <a:r>
              <a:rPr lang="en-US" sz="5400" b="1" dirty="0">
                <a:latin typeface="Times New Roman" pitchFamily="18" charset="0"/>
                <a:cs typeface="Times New Roman" pitchFamily="18" charset="0"/>
              </a:rPr>
              <a:t> s</a:t>
            </a:r>
            <a:r>
              <a:rPr lang="vi-VN" sz="5400" b="1" dirty="0">
                <a:latin typeface="Times New Roman" pitchFamily="18" charset="0"/>
                <a:cs typeface="Times New Roman" pitchFamily="18" charset="0"/>
              </a:rPr>
              <a:t>ư</a:t>
            </a:r>
            <a:r>
              <a:rPr lang="en-US" sz="5400" b="1" dirty="0" err="1">
                <a:latin typeface="Times New Roman" pitchFamily="18" charset="0"/>
                <a:cs typeface="Times New Roman" pitchFamily="18" charset="0"/>
              </a:rPr>
              <a:t>ơng</a:t>
            </a:r>
            <a:r>
              <a:rPr lang="en-US" sz="5400" b="1" dirty="0">
                <a:latin typeface="Times New Roman" pitchFamily="18" charset="0"/>
                <a:cs typeface="Times New Roman" pitchFamily="18" charset="0"/>
              </a:rPr>
              <a:t> bao </a:t>
            </a:r>
            <a:r>
              <a:rPr lang="en-US" sz="5400" b="1" dirty="0" err="1">
                <a:latin typeface="Times New Roman" pitchFamily="18" charset="0"/>
                <a:cs typeface="Times New Roman" pitchFamily="18" charset="0"/>
              </a:rPr>
              <a:t>điệu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đàn</a:t>
            </a:r>
            <a:r>
              <a:rPr lang="en-US" sz="5400" b="1" dirty="0">
                <a:latin typeface="Times New Roman" pitchFamily="18" charset="0"/>
                <a:cs typeface="Times New Roman" pitchFamily="18" charset="0"/>
              </a:rPr>
              <a:t> ca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lên</a:t>
            </a:r>
            <a:r>
              <a:rPr lang="en-US" sz="5400" b="1" dirty="0">
                <a:latin typeface="Times New Roman" pitchFamily="18" charset="0"/>
                <a:cs typeface="Times New Roman" pitchFamily="18" charset="0"/>
              </a:rPr>
              <a:t> du d</a:t>
            </a:r>
            <a:r>
              <a:rPr lang="vi-VN" sz="5400" b="1" dirty="0">
                <a:latin typeface="Times New Roman" pitchFamily="18" charset="0"/>
                <a:cs typeface="Times New Roman" pitchFamily="18" charset="0"/>
              </a:rPr>
              <a:t>ư</a:t>
            </a:r>
            <a:r>
              <a:rPr lang="en-US" sz="5400" b="1" dirty="0" err="1">
                <a:latin typeface="Times New Roman" pitchFamily="18" charset="0"/>
                <a:cs typeface="Times New Roman" pitchFamily="18" charset="0"/>
              </a:rPr>
              <a:t>ơng</a:t>
            </a:r>
            <a:r>
              <a:rPr lang="en-US" sz="5400" b="1" dirty="0">
                <a:latin typeface="Times New Roman" pitchFamily="18" charset="0"/>
                <a:cs typeface="Times New Roman" pitchFamily="18" charset="0"/>
              </a:rPr>
              <a:t>. </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LOÀI NG</a:t>
            </a:r>
            <a:r>
              <a:rPr lang="vi-VN"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Ư</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ỜI ƠI (VT)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782255223"/>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85042"/>
            <a:ext cx="9144000" cy="5410200"/>
          </a:xfrm>
        </p:spPr>
        <p:txBody>
          <a:bodyPr>
            <a:noAutofit/>
          </a:bodyPr>
          <a:lstStyle/>
          <a:p>
            <a:pPr algn="just"/>
            <a:r>
              <a:rPr lang="en-US" sz="5400" b="1" dirty="0" err="1">
                <a:latin typeface="Times New Roman" pitchFamily="18" charset="0"/>
                <a:cs typeface="Times New Roman" pitchFamily="18" charset="0"/>
              </a:rPr>
              <a:t>Bên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trong</a:t>
            </a:r>
            <a:r>
              <a:rPr lang="en-US" sz="5400" b="1" dirty="0">
                <a:latin typeface="Times New Roman" pitchFamily="18" charset="0"/>
                <a:cs typeface="Times New Roman" pitchFamily="18" charset="0"/>
              </a:rPr>
              <a:t> hang </a:t>
            </a:r>
            <a:r>
              <a:rPr lang="en-US" sz="5400" b="1" dirty="0" err="1">
                <a:latin typeface="Times New Roman" pitchFamily="18" charset="0"/>
                <a:cs typeface="Times New Roman" pitchFamily="18" charset="0"/>
              </a:rPr>
              <a:t>đá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khăn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thấp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hèn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giữa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đầy</a:t>
            </a:r>
            <a:r>
              <a:rPr lang="en-US" sz="5400" b="1" dirty="0">
                <a:latin typeface="Times New Roman" pitchFamily="18" charset="0"/>
                <a:cs typeface="Times New Roman" pitchFamily="18" charset="0"/>
              </a:rPr>
              <a:t> s</a:t>
            </a:r>
            <a:r>
              <a:rPr lang="vi-VN" sz="5400" b="1" dirty="0">
                <a:latin typeface="Times New Roman" pitchFamily="18" charset="0"/>
                <a:cs typeface="Times New Roman" pitchFamily="18" charset="0"/>
              </a:rPr>
              <a:t>ư</a:t>
            </a:r>
            <a:r>
              <a:rPr lang="en-US" sz="5400" b="1" dirty="0" err="1">
                <a:latin typeface="Times New Roman" pitchFamily="18" charset="0"/>
                <a:cs typeface="Times New Roman" pitchFamily="18" charset="0"/>
              </a:rPr>
              <a:t>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Ngôi</a:t>
            </a:r>
            <a:r>
              <a:rPr lang="en-US" sz="5400" b="1" dirty="0">
                <a:latin typeface="Times New Roman" pitchFamily="18" charset="0"/>
                <a:cs typeface="Times New Roman" pitchFamily="18" charset="0"/>
              </a:rPr>
              <a:t> Hai </a:t>
            </a:r>
            <a:r>
              <a:rPr lang="en-US" sz="5400" b="1" dirty="0" err="1">
                <a:latin typeface="Times New Roman" pitchFamily="18" charset="0"/>
                <a:cs typeface="Times New Roman" pitchFamily="18" charset="0"/>
              </a:rPr>
              <a:t>Giáng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làm</a:t>
            </a:r>
            <a:r>
              <a:rPr lang="en-US" sz="5400" b="1" dirty="0">
                <a:latin typeface="Times New Roman" pitchFamily="18" charset="0"/>
                <a:cs typeface="Times New Roman" pitchFamily="18" charset="0"/>
              </a:rPr>
              <a:t> ng</a:t>
            </a:r>
            <a:r>
              <a:rPr lang="vi-VN" sz="5400" b="1" dirty="0">
                <a:latin typeface="Times New Roman" pitchFamily="18" charset="0"/>
                <a:cs typeface="Times New Roman" pitchFamily="18" charset="0"/>
              </a:rPr>
              <a:t>ư</a:t>
            </a:r>
            <a:r>
              <a:rPr lang="en-US" sz="5400" b="1" dirty="0" err="1">
                <a:latin typeface="Times New Roman" pitchFamily="18" charset="0"/>
                <a:cs typeface="Times New Roman" pitchFamily="18" charset="0"/>
              </a:rPr>
              <a:t>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chuộc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vì</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xót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a:t>
            </a:r>
            <a:r>
              <a:rPr lang="vi-VN" sz="5400" b="1" dirty="0">
                <a:latin typeface="Times New Roman" pitchFamily="18" charset="0"/>
                <a:cs typeface="Times New Roman" pitchFamily="18" charset="0"/>
              </a:rPr>
              <a:t>ư</a:t>
            </a:r>
            <a:r>
              <a:rPr lang="en-US" sz="5400" b="1" dirty="0" err="1">
                <a:latin typeface="Times New Roman" pitchFamily="18" charset="0"/>
                <a:cs typeface="Times New Roman" pitchFamily="18" charset="0"/>
              </a:rPr>
              <a:t>ơng</a:t>
            </a:r>
            <a:r>
              <a:rPr lang="en-US" sz="5400" b="1" dirty="0">
                <a:latin typeface="Times New Roman" pitchFamily="18" charset="0"/>
                <a:cs typeface="Times New Roman" pitchFamily="18" charset="0"/>
              </a:rPr>
              <a:t>.</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LOÀI NG</a:t>
            </a:r>
            <a:r>
              <a:rPr lang="vi-VN"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Ư</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ỜI ƠI (VT)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162280052"/>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616971"/>
            <a:ext cx="9144000" cy="6546342"/>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Loài</a:t>
            </a:r>
            <a:r>
              <a:rPr lang="en-US" sz="5400" b="1" dirty="0">
                <a:solidFill>
                  <a:schemeClr val="tx1"/>
                </a:solidFill>
                <a:latin typeface="Times New Roman" pitchFamily="18" charset="0"/>
                <a:cs typeface="Times New Roman" pitchFamily="18" charset="0"/>
              </a:rPr>
              <a:t> ng</a:t>
            </a:r>
            <a:r>
              <a:rPr lang="vi-VN" sz="5400" b="1" dirty="0">
                <a:solidFill>
                  <a:schemeClr val="tx1"/>
                </a:solidFill>
                <a:latin typeface="Times New Roman" pitchFamily="18" charset="0"/>
                <a:cs typeface="Times New Roman" pitchFamily="18" charset="0"/>
              </a:rPr>
              <a:t>ư</a:t>
            </a:r>
            <a:r>
              <a:rPr lang="en-US" sz="5400" b="1" dirty="0" err="1">
                <a:latin typeface="Times New Roman" pitchFamily="18" charset="0"/>
                <a:cs typeface="Times New Roman" pitchFamily="18" charset="0"/>
              </a:rPr>
              <a:t>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tới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Bê-lem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kính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thờ</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Ngôi</a:t>
            </a:r>
            <a:r>
              <a:rPr lang="en-US" sz="5400" b="1" dirty="0">
                <a:latin typeface="Times New Roman" pitchFamily="18" charset="0"/>
                <a:cs typeface="Times New Roman" pitchFamily="18" charset="0"/>
              </a:rPr>
              <a:t> Hai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cao</a:t>
            </a:r>
            <a:r>
              <a:rPr lang="en-US" sz="5400" b="1" dirty="0">
                <a:latin typeface="Times New Roman" pitchFamily="18" charset="0"/>
                <a:cs typeface="Times New Roman" pitchFamily="18" charset="0"/>
              </a:rPr>
              <a:t> sang. Ng</a:t>
            </a:r>
            <a:r>
              <a:rPr lang="vi-VN" sz="5400" b="1" dirty="0">
                <a:latin typeface="Times New Roman" pitchFamily="18" charset="0"/>
                <a:cs typeface="Times New Roman" pitchFamily="18" charset="0"/>
              </a:rPr>
              <a:t>ư</a:t>
            </a:r>
            <a:r>
              <a:rPr lang="en-US" sz="5400" b="1" dirty="0" err="1">
                <a:latin typeface="Times New Roman" pitchFamily="18" charset="0"/>
                <a:cs typeface="Times New Roman" pitchFamily="18" charset="0"/>
              </a:rPr>
              <a:t>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a:t>
            </a:r>
            <a:r>
              <a:rPr lang="vi-VN" sz="5400" b="1" dirty="0">
                <a:latin typeface="Times New Roman" pitchFamily="18" charset="0"/>
                <a:cs typeface="Times New Roman" pitchFamily="18" charset="0"/>
              </a:rPr>
              <a:t>ư</a:t>
            </a:r>
            <a:r>
              <a:rPr lang="en-US" sz="5400" b="1" dirty="0" err="1">
                <a:latin typeface="Times New Roman" pitchFamily="18" charset="0"/>
                <a:cs typeface="Times New Roman" pitchFamily="18" charset="0"/>
              </a:rPr>
              <a:t>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xuống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cứu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muôn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đang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lầm</a:t>
            </a:r>
            <a:r>
              <a:rPr lang="en-US" sz="5400" b="1" dirty="0">
                <a:latin typeface="Times New Roman" pitchFamily="18" charset="0"/>
                <a:cs typeface="Times New Roman" pitchFamily="18" charset="0"/>
              </a:rPr>
              <a:t> than. </a:t>
            </a:r>
            <a:r>
              <a:rPr lang="en-US" sz="5400" b="1" dirty="0" err="1">
                <a:latin typeface="Times New Roman" pitchFamily="18" charset="0"/>
                <a:cs typeface="Times New Roman" pitchFamily="18" charset="0"/>
              </a:rPr>
              <a:t>Nào</a:t>
            </a:r>
            <a:r>
              <a:rPr lang="en-US" sz="5400" b="1" dirty="0">
                <a:latin typeface="Times New Roman" pitchFamily="18" charset="0"/>
                <a:cs typeface="Times New Roman" pitchFamily="18" charset="0"/>
              </a:rPr>
              <a:t> Si-on </a:t>
            </a:r>
            <a:r>
              <a:rPr lang="en-US" sz="5400" b="1" dirty="0" err="1">
                <a:latin typeface="Times New Roman" pitchFamily="18" charset="0"/>
                <a:cs typeface="Times New Roman" pitchFamily="18" charset="0"/>
              </a:rPr>
              <a:t>hãy</a:t>
            </a:r>
            <a:r>
              <a:rPr lang="en-US" sz="5400" b="1" dirty="0">
                <a:latin typeface="Times New Roman" pitchFamily="18" charset="0"/>
                <a:cs typeface="Times New Roman" pitchFamily="18" charset="0"/>
              </a:rPr>
              <a:t> ca </a:t>
            </a:r>
            <a:r>
              <a:rPr lang="en-US" sz="5400" b="1" dirty="0" err="1">
                <a:latin typeface="Times New Roman" pitchFamily="18" charset="0"/>
                <a:cs typeface="Times New Roman" pitchFamily="18" charset="0"/>
              </a:rPr>
              <a:t>lên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nhịp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nhàng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tung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hô</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quang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Vì</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a:t>
            </a:r>
            <a:r>
              <a:rPr lang="vi-VN" sz="5400" b="1" dirty="0">
                <a:latin typeface="Times New Roman" pitchFamily="18" charset="0"/>
                <a:cs typeface="Times New Roman" pitchFamily="18" charset="0"/>
              </a:rPr>
              <a:t>ư</a:t>
            </a:r>
            <a:r>
              <a:rPr lang="en-US" sz="5400" b="1" dirty="0" err="1">
                <a:latin typeface="Times New Roman" pitchFamily="18" charset="0"/>
                <a:cs typeface="Times New Roman" pitchFamily="18" charset="0"/>
              </a:rPr>
              <a:t>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ra </a:t>
            </a:r>
            <a:r>
              <a:rPr lang="en-US" sz="5400" b="1" dirty="0" err="1">
                <a:latin typeface="Times New Roman" pitchFamily="18" charset="0"/>
                <a:cs typeface="Times New Roman" pitchFamily="18" charset="0"/>
              </a:rPr>
              <a:t>trong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cảnh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âm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thầm</a:t>
            </a:r>
            <a:r>
              <a:rPr lang="en-US" sz="5400" b="1" dirty="0">
                <a:latin typeface="Times New Roman" pitchFamily="18" charset="0"/>
                <a:cs typeface="Times New Roman" pitchFamily="18" charset="0"/>
              </a:rPr>
              <a:t>.</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LOÀI NG</a:t>
            </a:r>
            <a:r>
              <a:rPr lang="vi-VN"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Ư</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ỜI ƠI (VT)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669485367"/>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3897</TotalTime>
  <Words>1401</Words>
  <Application>Microsoft Office PowerPoint</Application>
  <PresentationFormat>On-screen Show (4:3)</PresentationFormat>
  <Paragraphs>76</Paragraphs>
  <Slides>31</Slides>
  <Notes>16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31</vt:i4>
      </vt:variant>
    </vt:vector>
  </HeadingPairs>
  <TitlesOfParts>
    <vt:vector size="36" baseType="lpstr">
      <vt:lpstr>Arial</vt:lpstr>
      <vt:lpstr>Calibri</vt:lpstr>
      <vt:lpstr>Calibri Light</vt:lpstr>
      <vt:lpstr>Times New Roman</vt:lpstr>
      <vt:lpstr>Office Theme</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MAU LÊN NÀO (362)</vt:lpstr>
      <vt:lpstr>Nhập Lễ                                        MAU LÊN NÀO (362)</vt:lpstr>
      <vt:lpstr>Nhập Lễ                                        MAU LÊN NÀO (362)</vt:lpstr>
      <vt:lpstr>PowerPoint Presentation</vt:lpstr>
      <vt:lpstr>PowerPoint Presentation</vt:lpstr>
      <vt:lpstr>Dâng Lễ                                      DÂNG CHÚA ĐÊM NAY (PXC)</vt:lpstr>
      <vt:lpstr>Dâng Lễ                                      DÂNG CHÚA ĐÊM NAY (PXC)</vt:lpstr>
      <vt:lpstr>CA HIỆP LỄ</vt:lpstr>
      <vt:lpstr>Hiệp Lễ                              HỘI NHẠC THIÊN QUỐC (HH)</vt:lpstr>
      <vt:lpstr>Hiệp Lễ                              HỘI NHẠC THIÊN QUỐC (HH)</vt:lpstr>
      <vt:lpstr>Hiệp Lễ                              HỘI NHẠC THIÊN QUỐC (HH)</vt:lpstr>
      <vt:lpstr>Hiệp Lễ                              HỘI NHẠC THIÊN QUỐC (HH)</vt:lpstr>
      <vt:lpstr>Hiệp Lễ                              HỘI NHẠC THIÊN QUỐC (HH)</vt:lpstr>
      <vt:lpstr>Hiệp Lễ                              HỘI NHẠC THIÊN QUỐC (HH)</vt:lpstr>
      <vt:lpstr>Hiệp Lễ                              HỘI NHẠC THIÊN QUỐC (HH)</vt:lpstr>
      <vt:lpstr>Hiệp Lễ                              HỘI NHẠC THIÊN QUỐC (HH)</vt:lpstr>
      <vt:lpstr>Hiệp Lễ                              HỘI NHẠC THIÊN QUỐC (HH)</vt:lpstr>
      <vt:lpstr>Hiệp Lễ                              HỘI NHẠC THIÊN QUỐC (HH)</vt:lpstr>
      <vt:lpstr>Hiệp Lễ                              HỘI NHẠC THIÊN QUỐC (HH)</vt:lpstr>
      <vt:lpstr>Hiệp Lễ                              HỘI NHẠC THIÊN QUỐC (HH)</vt:lpstr>
      <vt:lpstr>Kết Lễ                               LOÀI NGƯỜI ƠI (VT)</vt:lpstr>
      <vt:lpstr>Kết Lễ                               LOÀI NGƯỜI ƠI (VT)</vt:lpstr>
      <vt:lpstr>Kết Lễ                               LOÀI NGƯỜI ƠI (VT)</vt:lpstr>
      <vt:lpstr>Kết Lễ                               LOÀI NGƯỜI ƠI (VT)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 </dc:title>
  <dc:creator>Anh Tran</dc:creator>
  <cp:lastModifiedBy>Anh</cp:lastModifiedBy>
  <cp:revision>1304</cp:revision>
  <dcterms:created xsi:type="dcterms:W3CDTF">2018-09-17T12:52:44Z</dcterms:created>
  <dcterms:modified xsi:type="dcterms:W3CDTF">2020-12-28T17:37:49Z</dcterms:modified>
</cp:coreProperties>
</file>