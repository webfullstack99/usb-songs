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8"/>
  </p:notesMasterIdLst>
  <p:sldIdLst>
    <p:sldId id="4810" r:id="rId2"/>
    <p:sldId id="4811" r:id="rId3"/>
    <p:sldId id="4812" r:id="rId4"/>
    <p:sldId id="4813" r:id="rId5"/>
    <p:sldId id="4814" r:id="rId6"/>
    <p:sldId id="4815" r:id="rId7"/>
    <p:sldId id="5163" r:id="rId8"/>
    <p:sldId id="4579" r:id="rId9"/>
    <p:sldId id="4580" r:id="rId10"/>
    <p:sldId id="5521" r:id="rId11"/>
    <p:sldId id="2426" r:id="rId12"/>
    <p:sldId id="5517" r:id="rId13"/>
    <p:sldId id="5522" r:id="rId14"/>
    <p:sldId id="5523" r:id="rId15"/>
    <p:sldId id="5412" r:id="rId16"/>
    <p:sldId id="4944" r:id="rId17"/>
    <p:sldId id="4947" r:id="rId18"/>
    <p:sldId id="5524" r:id="rId19"/>
    <p:sldId id="4948" r:id="rId20"/>
    <p:sldId id="5526" r:id="rId21"/>
    <p:sldId id="4949" r:id="rId22"/>
    <p:sldId id="5525" r:id="rId23"/>
    <p:sldId id="5527" r:id="rId24"/>
    <p:sldId id="3109" r:id="rId25"/>
    <p:sldId id="3515" r:id="rId26"/>
    <p:sldId id="5528" r:id="rId27"/>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p:scale>
          <a:sx n="66" d="100"/>
          <a:sy n="66" d="100"/>
        </p:scale>
        <p:origin x="2194" y="394"/>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27/05/2021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8</a:t>
            </a:fld>
            <a:endParaRPr lang="en-US"/>
          </a:p>
        </p:txBody>
      </p:sp>
    </p:spTree>
    <p:extLst>
      <p:ext uri="{BB962C8B-B14F-4D97-AF65-F5344CB8AC3E}">
        <p14:creationId xmlns:p14="http://schemas.microsoft.com/office/powerpoint/2010/main" val="5097118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9</a:t>
            </a:fld>
            <a:endParaRPr lang="en-US"/>
          </a:p>
        </p:txBody>
      </p:sp>
    </p:spTree>
    <p:extLst>
      <p:ext uri="{BB962C8B-B14F-4D97-AF65-F5344CB8AC3E}">
        <p14:creationId xmlns:p14="http://schemas.microsoft.com/office/powerpoint/2010/main" val="26229249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10</a:t>
            </a:fld>
            <a:endParaRPr lang="en-US"/>
          </a:p>
        </p:txBody>
      </p:sp>
    </p:spTree>
    <p:extLst>
      <p:ext uri="{BB962C8B-B14F-4D97-AF65-F5344CB8AC3E}">
        <p14:creationId xmlns:p14="http://schemas.microsoft.com/office/powerpoint/2010/main" val="8618319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13</a:t>
            </a:fld>
            <a:endParaRPr lang="en-US"/>
          </a:p>
        </p:txBody>
      </p:sp>
    </p:spTree>
    <p:extLst>
      <p:ext uri="{BB962C8B-B14F-4D97-AF65-F5344CB8AC3E}">
        <p14:creationId xmlns:p14="http://schemas.microsoft.com/office/powerpoint/2010/main" val="28837368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14</a:t>
            </a:fld>
            <a:endParaRPr lang="en-US"/>
          </a:p>
        </p:txBody>
      </p:sp>
    </p:spTree>
    <p:extLst>
      <p:ext uri="{BB962C8B-B14F-4D97-AF65-F5344CB8AC3E}">
        <p14:creationId xmlns:p14="http://schemas.microsoft.com/office/powerpoint/2010/main" val="12179390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37018415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20850134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18</a:t>
            </a:fld>
            <a:endParaRPr lang="en-US"/>
          </a:p>
        </p:txBody>
      </p:sp>
    </p:spTree>
    <p:extLst>
      <p:ext uri="{BB962C8B-B14F-4D97-AF65-F5344CB8AC3E}">
        <p14:creationId xmlns:p14="http://schemas.microsoft.com/office/powerpoint/2010/main" val="9055457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37703222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20</a:t>
            </a:fld>
            <a:endParaRPr lang="en-US"/>
          </a:p>
        </p:txBody>
      </p:sp>
    </p:spTree>
    <p:extLst>
      <p:ext uri="{BB962C8B-B14F-4D97-AF65-F5344CB8AC3E}">
        <p14:creationId xmlns:p14="http://schemas.microsoft.com/office/powerpoint/2010/main" val="2969653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21</a:t>
            </a:fld>
            <a:endParaRPr lang="en-US"/>
          </a:p>
        </p:txBody>
      </p:sp>
    </p:spTree>
    <p:extLst>
      <p:ext uri="{BB962C8B-B14F-4D97-AF65-F5344CB8AC3E}">
        <p14:creationId xmlns:p14="http://schemas.microsoft.com/office/powerpoint/2010/main" val="4167658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22</a:t>
            </a:fld>
            <a:endParaRPr lang="en-US"/>
          </a:p>
        </p:txBody>
      </p:sp>
    </p:spTree>
    <p:extLst>
      <p:ext uri="{BB962C8B-B14F-4D97-AF65-F5344CB8AC3E}">
        <p14:creationId xmlns:p14="http://schemas.microsoft.com/office/powerpoint/2010/main" val="16026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27/05/2021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27/05/2021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80595"/>
            <a:ext cx="9144000" cy="5410200"/>
          </a:xfrm>
        </p:spPr>
        <p:txBody>
          <a:bodyPr>
            <a:noAutofit/>
          </a:bodyPr>
          <a:lstStyle/>
          <a:p>
            <a:pPr algn="just"/>
            <a:r>
              <a:rPr lang="vi-VN" sz="5400" b="1" dirty="0">
                <a:latin typeface="+mj-lt"/>
              </a:rPr>
              <a:t>ĐK: Con </a:t>
            </a:r>
            <a:r>
              <a:rPr lang="en-US" sz="5400" b="1" dirty="0" err="1">
                <a:latin typeface="Times New Roman" panose="02020603050405020304" pitchFamily="18" charset="0"/>
                <a:cs typeface="Times New Roman" panose="02020603050405020304" pitchFamily="18" charset="0"/>
              </a:rPr>
              <a:t>tiến</a:t>
            </a:r>
            <a:r>
              <a:rPr lang="vi-VN" sz="5400" b="1" dirty="0">
                <a:latin typeface="+mj-lt"/>
              </a:rPr>
              <a:t> lên bàn thờ Chúa, gần bên Chúa tâm hồn con sướng vui thảnh thơi. Nơi Danh Chúa toàn năng tác sinh đất trời, tràn ơn phúc cứu độ muôn người.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CON B</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ƯỚC LÊN (KL)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517724747"/>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80595"/>
            <a:ext cx="9144000" cy="5410200"/>
          </a:xfrm>
        </p:spPr>
        <p:txBody>
          <a:bodyPr>
            <a:noAutofit/>
          </a:bodyPr>
          <a:lstStyle/>
          <a:p>
            <a:pPr algn="just"/>
            <a:r>
              <a:rPr lang="vi-VN" sz="5400" b="1" dirty="0">
                <a:latin typeface="+mj-lt"/>
              </a:rPr>
              <a:t>1. Đây lễ vật hy sinh, con Chúa Trời uy linh dâng mình trên thánh giá. Nay tiến dâng trên muôn bàn thờ, đây bánh thơm đây ly rượu nồng, lễ vật vẹn sạch trinh trong.</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CON B</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ƯỚC LÊN (KL)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44857535"/>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80595"/>
            <a:ext cx="9144000" cy="5410200"/>
          </a:xfrm>
        </p:spPr>
        <p:txBody>
          <a:bodyPr>
            <a:noAutofit/>
          </a:bodyPr>
          <a:lstStyle/>
          <a:p>
            <a:pPr algn="just"/>
            <a:r>
              <a:rPr lang="vi-VN" sz="5400" b="1" dirty="0">
                <a:latin typeface="+mj-lt"/>
              </a:rPr>
              <a:t>ĐK: Con </a:t>
            </a:r>
            <a:r>
              <a:rPr lang="en-US" sz="5400" b="1" dirty="0" err="1">
                <a:latin typeface="Times New Roman" panose="02020603050405020304" pitchFamily="18" charset="0"/>
                <a:cs typeface="Times New Roman" panose="02020603050405020304" pitchFamily="18" charset="0"/>
              </a:rPr>
              <a:t>tiến</a:t>
            </a:r>
            <a:r>
              <a:rPr lang="vi-VN" sz="5400" b="1" dirty="0">
                <a:latin typeface="+mj-lt"/>
              </a:rPr>
              <a:t> lên bàn thờ Chúa, gần bên Chúa tâm hồn con sướng vui thảnh thơi. Nơi Danh Chúa toàn năng tác sinh đất trời, tràn ơn phúc cứu độ muôn người.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CON B</a:t>
            </a:r>
            <a:r>
              <a:rPr lang="vi-VN"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ƯỚC LÊN (KL)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44390544"/>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9607"/>
            <a:ext cx="9144000" cy="7164280"/>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a:latin typeface="Times New Roman" panose="02020603050405020304" pitchFamily="18" charset="0"/>
                <a:cs typeface="Times New Roman" panose="02020603050405020304" pitchFamily="18" charset="0"/>
              </a:rPr>
              <a:t>Do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64627009"/>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09230"/>
            <a:ext cx="9144000" cy="7164280"/>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việc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8459715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1/ Con dâng về Thiên Chúa đây hy lễ của một chiều xưa, ôi Con Chúa hiến mình vì yêu, đền tội cho nhân thế trăm chiều.</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KINH DÂNG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799049141"/>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66081"/>
            <a:ext cx="9144000" cy="6546342"/>
          </a:xfrm>
        </p:spPr>
        <p:txBody>
          <a:bodyPr>
            <a:noAutofit/>
          </a:bodyPr>
          <a:lstStyle/>
          <a:p>
            <a:pPr algn="just"/>
            <a:r>
              <a:rPr lang="vi-VN" sz="5400" b="1" dirty="0">
                <a:latin typeface="+mj-lt"/>
              </a:rPr>
              <a:t>ĐK: Xin Cha thương nhận lễ vật này. Xin Cha ban hồng ân dư đầy. Lòng con vui sướng từ đây. Con hăng say đi về muôn phương, trao đôi tay cho người mến thương, đem tin yêu cho đời ngát hương.</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KINH DÂNG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47202478"/>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836128-4A05-40B8-BBED-8B4157398241}"/>
              </a:ext>
            </a:extLst>
          </p:cNvPr>
          <p:cNvSpPr>
            <a:spLocks noGrp="1"/>
          </p:cNvSpPr>
          <p:nvPr>
            <p:ph type="title"/>
          </p:nvPr>
        </p:nvSpPr>
        <p:spPr>
          <a:xfrm>
            <a:off x="-1" y="0"/>
            <a:ext cx="9143999" cy="1325563"/>
          </a:xfrm>
        </p:spPr>
        <p:txBody>
          <a:bodyPr>
            <a:normAutofit/>
          </a:bodyPr>
          <a:lstStyle/>
          <a:p>
            <a:r>
              <a:rPr lang="en-US" sz="5400" b="1" dirty="0">
                <a:solidFill>
                  <a:srgbClr val="FF0000"/>
                </a:solidFill>
                <a:latin typeface="Times New Roman" panose="02020603050405020304" pitchFamily="18" charset="0"/>
                <a:cs typeface="Times New Roman" panose="02020603050405020304" pitchFamily="18" charset="0"/>
              </a:rPr>
              <a:t>Ca </a:t>
            </a:r>
            <a:r>
              <a:rPr lang="en-US" sz="5400" b="1" dirty="0" err="1">
                <a:solidFill>
                  <a:srgbClr val="FF0000"/>
                </a:solidFill>
                <a:latin typeface="Times New Roman" panose="02020603050405020304" pitchFamily="18" charset="0"/>
                <a:cs typeface="Times New Roman" panose="02020603050405020304" pitchFamily="18" charset="0"/>
              </a:rPr>
              <a:t>hiệp</a:t>
            </a:r>
            <a:r>
              <a:rPr lang="en-US" sz="5400" b="1" dirty="0">
                <a:solidFill>
                  <a:srgbClr val="FF0000"/>
                </a:solidFill>
                <a:latin typeface="Times New Roman" panose="02020603050405020304" pitchFamily="18" charset="0"/>
                <a:cs typeface="Times New Roman" panose="02020603050405020304" pitchFamily="18" charset="0"/>
              </a:rPr>
              <a:t> </a:t>
            </a:r>
            <a:r>
              <a:rPr lang="en-US" sz="5400" b="1" dirty="0" err="1">
                <a:solidFill>
                  <a:srgbClr val="FF0000"/>
                </a:solidFill>
                <a:latin typeface="Times New Roman" panose="02020603050405020304" pitchFamily="18" charset="0"/>
                <a:cs typeface="Times New Roman" panose="02020603050405020304" pitchFamily="18" charset="0"/>
              </a:rPr>
              <a:t>lễ</a:t>
            </a:r>
            <a:endParaRPr lang="en-US" sz="5400" b="1"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9C51F5D-34DD-43C2-95A7-3D04A4BAD8AB}"/>
              </a:ext>
            </a:extLst>
          </p:cNvPr>
          <p:cNvSpPr>
            <a:spLocks noGrp="1"/>
          </p:cNvSpPr>
          <p:nvPr>
            <p:ph idx="1"/>
          </p:nvPr>
        </p:nvSpPr>
        <p:spPr>
          <a:xfrm>
            <a:off x="0" y="1540400"/>
            <a:ext cx="9144000" cy="4351338"/>
          </a:xfrm>
        </p:spPr>
        <p:txBody>
          <a:bodyPr>
            <a:noAutofit/>
          </a:bodyPr>
          <a:lstStyle/>
          <a:p>
            <a:pPr marL="0" indent="0" algn="just">
              <a:buNone/>
            </a:pPr>
            <a:r>
              <a:rPr lang="en-US" sz="5400" b="1" dirty="0">
                <a:latin typeface="Times New Roman" panose="02020603050405020304" pitchFamily="18" charset="0"/>
                <a:cs typeface="Times New Roman" panose="02020603050405020304" pitchFamily="18" charset="0"/>
              </a:rPr>
              <a:t>Con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huệ</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Cao.</a:t>
            </a:r>
          </a:p>
        </p:txBody>
      </p:sp>
    </p:spTree>
    <p:extLst>
      <p:ext uri="{BB962C8B-B14F-4D97-AF65-F5344CB8AC3E}">
        <p14:creationId xmlns:p14="http://schemas.microsoft.com/office/powerpoint/2010/main" val="11214843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1313775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74618"/>
            <a:ext cx="9144000" cy="56803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bao la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bao la v</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núi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513527496"/>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75650912"/>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bụi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303645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8389715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x</a:t>
            </a:r>
            <a:r>
              <a:rPr lang="vi-VN" sz="5400" b="1" dirty="0">
                <a:latin typeface="Times New Roman" panose="02020603050405020304" pitchFamily="18" charset="0"/>
                <a:cs typeface="Times New Roman" panose="02020603050405020304" pitchFamily="18" charset="0"/>
              </a:rPr>
              <a:t>ư</a:t>
            </a:r>
            <a:r>
              <a:rPr lang="en-US" sz="5400" b="1" dirty="0">
                <a:latin typeface="Times New Roman" panose="02020603050405020304" pitchFamily="18" charset="0"/>
                <a:cs typeface="Times New Roman" panose="02020603050405020304" pitchFamily="18" charset="0"/>
              </a:rPr>
              <a:t>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loài</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53701577"/>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70628664"/>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DFEDE-6F92-4037-BEA1-159CB9BD2DB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885842A-D60A-4975-9BE1-348EAE9217E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69618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TẠ ƠN CHÚA VỚI MẸ 309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82608"/>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uy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chi </a:t>
            </a:r>
            <a:r>
              <a:rPr lang="en-US" sz="5400" b="1" dirty="0" err="1">
                <a:solidFill>
                  <a:schemeClr val="tx1"/>
                </a:solidFill>
                <a:latin typeface="Times New Roman" panose="02020603050405020304" pitchFamily="18" charset="0"/>
                <a:cs typeface="Times New Roman" panose="02020603050405020304" pitchFamily="18" charset="0"/>
              </a:rPr>
              <a:t>báo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vũ</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trụ</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chiếu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hiển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trị</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262951"/>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TẠ ƠN CHÚA VỚI MẸ 309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60960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chứa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trìu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cứu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giúp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chở</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che</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vẫn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khổ</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đau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cũng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nhờ</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Mẹ</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trót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29077730"/>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TẠ ƠN CHÚA VỚI MẸ 309</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82608"/>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uy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chi </a:t>
            </a:r>
            <a:r>
              <a:rPr lang="en-US" sz="5400" b="1" dirty="0" err="1">
                <a:solidFill>
                  <a:schemeClr val="tx1"/>
                </a:solidFill>
                <a:latin typeface="Times New Roman" panose="02020603050405020304" pitchFamily="18" charset="0"/>
                <a:cs typeface="Times New Roman" panose="02020603050405020304" pitchFamily="18" charset="0"/>
              </a:rPr>
              <a:t>báo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vũ</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trụ</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chiếu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hiển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trị</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35120260"/>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6240</TotalTime>
  <Words>1171</Words>
  <Application>Microsoft Office PowerPoint</Application>
  <PresentationFormat>On-screen Show (4:3)</PresentationFormat>
  <Paragraphs>60</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CON BƯỚC LÊN (KL)</vt:lpstr>
      <vt:lpstr>Nhập Lễ                          CON BƯỚC LÊN (KL)</vt:lpstr>
      <vt:lpstr>Nhập Lễ                          CON BƯỚC LÊN (KL)</vt:lpstr>
      <vt:lpstr>PowerPoint Presentation</vt:lpstr>
      <vt:lpstr>PowerPoint Presentation</vt:lpstr>
      <vt:lpstr>Dâng Lễ                                 KINH DÂNG (ND)</vt:lpstr>
      <vt:lpstr>Dâng Lễ                                 KINH DÂNG (ND)</vt:lpstr>
      <vt:lpstr>Ca hiệp lễ</vt:lpstr>
      <vt:lpstr>Nhập Lễ                                       TÔI SẼ CA NGỢI (MT)</vt:lpstr>
      <vt:lpstr>Nhập Lễ                                       TÔI SẼ CA NGỢI (MT)</vt:lpstr>
      <vt:lpstr>Nhập Lễ                                       TÔI SẼ CA NGỢI (MT)</vt:lpstr>
      <vt:lpstr>Nhập Lễ                                       TÔI SẼ CA NGỢI (MT)</vt:lpstr>
      <vt:lpstr>Nhập Lễ                                       TÔI SẼ CA NGỢI (MT)</vt:lpstr>
      <vt:lpstr>Nhập Lễ                                       TÔI SẼ CA NGỢI (MT)</vt:lpstr>
      <vt:lpstr>Nhập Lễ                                       TÔI SẼ CA NGỢI (MT)</vt:lpstr>
      <vt:lpstr>PowerPoint Presentation</vt:lpstr>
      <vt:lpstr>Kết lễ                                           TẠ ƠN CHÚA VỚI MẸ 309</vt:lpstr>
      <vt:lpstr>Kết lễ                                           TẠ ƠN CHÚA VỚI MẸ 309</vt:lpstr>
      <vt:lpstr>Kết lễ                                           TẠ ƠN CHÚA VỚI MẸ 309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 Tran</cp:lastModifiedBy>
  <cp:revision>1574</cp:revision>
  <dcterms:created xsi:type="dcterms:W3CDTF">2018-09-17T12:52:44Z</dcterms:created>
  <dcterms:modified xsi:type="dcterms:W3CDTF">2021-05-26T17:22:31Z</dcterms:modified>
</cp:coreProperties>
</file>