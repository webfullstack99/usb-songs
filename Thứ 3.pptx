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25"/>
  </p:notesMasterIdLst>
  <p:sldIdLst>
    <p:sldId id="4112" r:id="rId2"/>
    <p:sldId id="4113" r:id="rId3"/>
    <p:sldId id="4114" r:id="rId4"/>
    <p:sldId id="4115" r:id="rId5"/>
    <p:sldId id="4116" r:id="rId6"/>
    <p:sldId id="4117" r:id="rId7"/>
    <p:sldId id="4372" r:id="rId8"/>
    <p:sldId id="3461" r:id="rId9"/>
    <p:sldId id="3478" r:id="rId10"/>
    <p:sldId id="5016" r:id="rId11"/>
    <p:sldId id="5017" r:id="rId12"/>
    <p:sldId id="4102" r:id="rId13"/>
    <p:sldId id="5184" r:id="rId14"/>
    <p:sldId id="5178" r:id="rId15"/>
    <p:sldId id="4944" r:id="rId16"/>
    <p:sldId id="4947" r:id="rId17"/>
    <p:sldId id="5185" r:id="rId18"/>
    <p:sldId id="4948" r:id="rId19"/>
    <p:sldId id="5186" r:id="rId20"/>
    <p:sldId id="4949" r:id="rId21"/>
    <p:sldId id="5187" r:id="rId22"/>
    <p:sldId id="3503" r:id="rId23"/>
    <p:sldId id="3502" r:id="rId24"/>
  </p:sldIdLst>
  <p:sldSz cx="9144000" cy="6858000" type="screen4x3"/>
  <p:notesSz cx="6858000" cy="9144000"/>
  <p:defaultTextStyle>
    <a:defPPr>
      <a:defRPr lang="vi-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2591" autoAdjust="0"/>
    <p:restoredTop sz="94660"/>
  </p:normalViewPr>
  <p:slideViewPr>
    <p:cSldViewPr snapToGrid="0">
      <p:cViewPr>
        <p:scale>
          <a:sx n="66" d="100"/>
          <a:sy n="66" d="100"/>
        </p:scale>
        <p:origin x="2069" y="398"/>
      </p:cViewPr>
      <p:guideLst>
        <p:guide orient="horz" pos="216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vi-V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C25985F-86E8-4AA6-9352-571FAE95264D}" type="datetimeFigureOut">
              <a:rPr lang="vi-VN" smtClean="0"/>
              <a:pPr/>
              <a:t>11/03/2021</a:t>
            </a:fld>
            <a:endParaRPr lang="vi-VN"/>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vi-V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vi-V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E4D914E-6825-4475-A990-0303B744F5B1}" type="slidenum">
              <a:rPr lang="vi-VN" smtClean="0"/>
              <a:pPr/>
              <a:t>‹#›</a:t>
            </a:fld>
            <a:endParaRPr lang="vi-VN"/>
          </a:p>
        </p:txBody>
      </p:sp>
    </p:spTree>
    <p:extLst>
      <p:ext uri="{BB962C8B-B14F-4D97-AF65-F5344CB8AC3E}">
        <p14:creationId xmlns:p14="http://schemas.microsoft.com/office/powerpoint/2010/main" val="4831285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1E4D914E-6825-4475-A990-0303B744F5B1}" type="slidenum">
              <a:rPr lang="vi-VN" smtClean="0"/>
              <a:pPr/>
              <a:t>1</a:t>
            </a:fld>
            <a:endParaRPr lang="vi-VN"/>
          </a:p>
        </p:txBody>
      </p:sp>
    </p:spTree>
    <p:extLst>
      <p:ext uri="{BB962C8B-B14F-4D97-AF65-F5344CB8AC3E}">
        <p14:creationId xmlns:p14="http://schemas.microsoft.com/office/powerpoint/2010/main" val="98889877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15</a:t>
            </a:fld>
            <a:endParaRPr lang="en-US"/>
          </a:p>
        </p:txBody>
      </p:sp>
    </p:spTree>
    <p:extLst>
      <p:ext uri="{BB962C8B-B14F-4D97-AF65-F5344CB8AC3E}">
        <p14:creationId xmlns:p14="http://schemas.microsoft.com/office/powerpoint/2010/main" val="370184151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16</a:t>
            </a:fld>
            <a:endParaRPr lang="en-US"/>
          </a:p>
        </p:txBody>
      </p:sp>
    </p:spTree>
    <p:extLst>
      <p:ext uri="{BB962C8B-B14F-4D97-AF65-F5344CB8AC3E}">
        <p14:creationId xmlns:p14="http://schemas.microsoft.com/office/powerpoint/2010/main" val="208501348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17</a:t>
            </a:fld>
            <a:endParaRPr lang="en-US"/>
          </a:p>
        </p:txBody>
      </p:sp>
    </p:spTree>
    <p:extLst>
      <p:ext uri="{BB962C8B-B14F-4D97-AF65-F5344CB8AC3E}">
        <p14:creationId xmlns:p14="http://schemas.microsoft.com/office/powerpoint/2010/main" val="108552290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18</a:t>
            </a:fld>
            <a:endParaRPr lang="en-US"/>
          </a:p>
        </p:txBody>
      </p:sp>
    </p:spTree>
    <p:extLst>
      <p:ext uri="{BB962C8B-B14F-4D97-AF65-F5344CB8AC3E}">
        <p14:creationId xmlns:p14="http://schemas.microsoft.com/office/powerpoint/2010/main" val="377032222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19</a:t>
            </a:fld>
            <a:endParaRPr lang="en-US"/>
          </a:p>
        </p:txBody>
      </p:sp>
    </p:spTree>
    <p:extLst>
      <p:ext uri="{BB962C8B-B14F-4D97-AF65-F5344CB8AC3E}">
        <p14:creationId xmlns:p14="http://schemas.microsoft.com/office/powerpoint/2010/main" val="412421668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20</a:t>
            </a:fld>
            <a:endParaRPr lang="en-US"/>
          </a:p>
        </p:txBody>
      </p:sp>
    </p:spTree>
    <p:extLst>
      <p:ext uri="{BB962C8B-B14F-4D97-AF65-F5344CB8AC3E}">
        <p14:creationId xmlns:p14="http://schemas.microsoft.com/office/powerpoint/2010/main" val="416765892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21</a:t>
            </a:fld>
            <a:endParaRPr lang="en-US"/>
          </a:p>
        </p:txBody>
      </p:sp>
    </p:spTree>
    <p:extLst>
      <p:ext uri="{BB962C8B-B14F-4D97-AF65-F5344CB8AC3E}">
        <p14:creationId xmlns:p14="http://schemas.microsoft.com/office/powerpoint/2010/main" val="302907931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11/03/2021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278661771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11/03/2021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40143851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623888" y="4589464"/>
            <a:ext cx="7886700" cy="1500187"/>
          </a:xfrm>
        </p:spPr>
        <p:txBody>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0569F2D7-2394-463B-99AA-3447397976B2}" type="datetimeFigureOut">
              <a:rPr lang="vi-VN" smtClean="0"/>
              <a:pPr/>
              <a:t>11/03/2021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0498817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286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291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0569F2D7-2394-463B-99AA-3447397976B2}" type="datetimeFigureOut">
              <a:rPr lang="vi-VN" smtClean="0"/>
              <a:pPr/>
              <a:t>11/03/2021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6590517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629842" y="1681163"/>
            <a:ext cx="386834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629842" y="2505075"/>
            <a:ext cx="3868340"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629150" y="1681163"/>
            <a:ext cx="3887391"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4629150" y="2505075"/>
            <a:ext cx="3887391"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569F2D7-2394-463B-99AA-3447397976B2}" type="datetimeFigureOut">
              <a:rPr lang="vi-VN" smtClean="0"/>
              <a:pPr/>
              <a:t>11/03/2021</a:t>
            </a:fld>
            <a:endParaRPr lang="vi-VN"/>
          </a:p>
        </p:txBody>
      </p:sp>
      <p:sp>
        <p:nvSpPr>
          <p:cNvPr id="8" name="Footer Placeholder 7"/>
          <p:cNvSpPr>
            <a:spLocks noGrp="1"/>
          </p:cNvSpPr>
          <p:nvPr>
            <p:ph type="ftr" sz="quarter" idx="11"/>
          </p:nvPr>
        </p:nvSpPr>
        <p:spPr/>
        <p:txBody>
          <a:bodyPr/>
          <a:lstStyle/>
          <a:p>
            <a:endParaRPr lang="vi-VN"/>
          </a:p>
        </p:txBody>
      </p:sp>
      <p:sp>
        <p:nvSpPr>
          <p:cNvPr id="9" name="Slide Number Placeholder 8"/>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334762892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0569F2D7-2394-463B-99AA-3447397976B2}" type="datetimeFigureOut">
              <a:rPr lang="vi-VN" smtClean="0"/>
              <a:pPr/>
              <a:t>11/03/2021</a:t>
            </a:fld>
            <a:endParaRPr lang="vi-VN"/>
          </a:p>
        </p:txBody>
      </p:sp>
      <p:sp>
        <p:nvSpPr>
          <p:cNvPr id="4" name="Footer Placeholder 3"/>
          <p:cNvSpPr>
            <a:spLocks noGrp="1"/>
          </p:cNvSpPr>
          <p:nvPr>
            <p:ph type="ftr" sz="quarter" idx="11"/>
          </p:nvPr>
        </p:nvSpPr>
        <p:spPr/>
        <p:txBody>
          <a:bodyPr/>
          <a:lstStyle/>
          <a:p>
            <a:endParaRPr lang="vi-VN"/>
          </a:p>
        </p:txBody>
      </p:sp>
      <p:sp>
        <p:nvSpPr>
          <p:cNvPr id="5" name="Slide Number Placeholder 4"/>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8621277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569F2D7-2394-463B-99AA-3447397976B2}" type="datetimeFigureOut">
              <a:rPr lang="vi-VN" smtClean="0"/>
              <a:pPr/>
              <a:t>11/03/2021</a:t>
            </a:fld>
            <a:endParaRPr lang="vi-VN"/>
          </a:p>
        </p:txBody>
      </p:sp>
      <p:sp>
        <p:nvSpPr>
          <p:cNvPr id="3" name="Footer Placeholder 2"/>
          <p:cNvSpPr>
            <a:spLocks noGrp="1"/>
          </p:cNvSpPr>
          <p:nvPr>
            <p:ph type="ftr" sz="quarter" idx="11"/>
          </p:nvPr>
        </p:nvSpPr>
        <p:spPr/>
        <p:txBody>
          <a:bodyPr/>
          <a:lstStyle/>
          <a:p>
            <a:endParaRPr lang="vi-VN"/>
          </a:p>
        </p:txBody>
      </p:sp>
      <p:sp>
        <p:nvSpPr>
          <p:cNvPr id="4" name="Slide Number Placeholder 3"/>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271493882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3887391" y="987426"/>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9F2D7-2394-463B-99AA-3447397976B2}" type="datetimeFigureOut">
              <a:rPr lang="vi-VN" smtClean="0"/>
              <a:pPr/>
              <a:t>11/03/2021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5483498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3887391" y="987426"/>
            <a:ext cx="462915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9F2D7-2394-463B-99AA-3447397976B2}" type="datetimeFigureOut">
              <a:rPr lang="vi-VN" smtClean="0"/>
              <a:pPr/>
              <a:t>11/03/2021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402527331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11/03/2021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35637323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28650" y="365125"/>
            <a:ext cx="5800725"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11/03/2021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266756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569F2D7-2394-463B-99AA-3447397976B2}" type="datetimeFigureOut">
              <a:rPr lang="vi-VN" smtClean="0"/>
              <a:pPr/>
              <a:t>11/03/2021</a:t>
            </a:fld>
            <a:endParaRPr lang="vi-VN"/>
          </a:p>
        </p:txBody>
      </p:sp>
      <p:sp>
        <p:nvSpPr>
          <p:cNvPr id="5"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vi-VN"/>
          </a:p>
        </p:txBody>
      </p:sp>
      <p:sp>
        <p:nvSpPr>
          <p:cNvPr id="6" name="Slide Number Placeholder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35F9DCF-6D91-4825-8894-8E6DFCB090D1}" type="slidenum">
              <a:rPr lang="vi-VN" smtClean="0"/>
              <a:pPr/>
              <a:t>‹#›</a:t>
            </a:fld>
            <a:endParaRPr lang="vi-VN"/>
          </a:p>
        </p:txBody>
      </p:sp>
    </p:spTree>
    <p:extLst>
      <p:ext uri="{BB962C8B-B14F-4D97-AF65-F5344CB8AC3E}">
        <p14:creationId xmlns:p14="http://schemas.microsoft.com/office/powerpoint/2010/main" val="346873767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Lạy Thiên Chúa Ba Ngôi toàn năng, chúng con đang họp nhau cầu nguyện, tha thiết nài xin cho cơn dịch bệnh mau chấm dứt. Lạy Chúa Cha giàu lòng thương xót, xin nhìn đến nỗi thống khổ của đoàn con trên khắp thế giới, </a:t>
            </a:r>
          </a:p>
        </p:txBody>
      </p:sp>
    </p:spTree>
    <p:extLst>
      <p:ext uri="{BB962C8B-B14F-4D97-AF65-F5344CB8AC3E}">
        <p14:creationId xmlns:p14="http://schemas.microsoft.com/office/powerpoint/2010/main" val="2174263447"/>
      </p:ext>
    </p:extLst>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đặc biệt tại những nơi dịch bệnh đang hoành hành. Xin củng cố đức tin của chúng con, cho chúng con hoàn toàn tín thác vào tình yêu quan phòng của Cha. Lạy Chúa Giêsu là Đấng cứu độ duy nhất, </a:t>
            </a:r>
          </a:p>
        </p:txBody>
      </p:sp>
    </p:spTree>
    <p:extLst>
      <p:ext uri="{BB962C8B-B14F-4D97-AF65-F5344CB8AC3E}">
        <p14:creationId xmlns:p14="http://schemas.microsoft.com/office/powerpoint/2010/main" val="1057351675"/>
      </p:ext>
    </p:ext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là vị lương y đầy quyền năng và lòng thương xót, xin thương cho các bệnh nhân sớm được chữa lành, và an ủi các gia đình đang gặp khó khăn thử thách. Xin cho lời chúng con khiêm tốn cầu nguyện, </a:t>
            </a:r>
          </a:p>
        </p:txBody>
      </p:sp>
    </p:spTree>
    <p:extLst>
      <p:ext uri="{BB962C8B-B14F-4D97-AF65-F5344CB8AC3E}">
        <p14:creationId xmlns:p14="http://schemas.microsoft.com/office/powerpoint/2010/main" val="1479294224"/>
      </p:ext>
    </p:extLst>
  </p:cSld>
  <p:clrMapOvr>
    <a:masterClrMapping/>
  </p:clrMapOvr>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được chạm tới trái tim nhân lành của Chúa, xin giảm bớt gánh nặng khổ đau, và cho chúng con cảm nhận được bàn tay Chúa đang ân cần nâng đỡ chúng con. Lạy Chúa Thánh Thần là nguồn sức mạnh tình yêu, </a:t>
            </a:r>
          </a:p>
        </p:txBody>
      </p:sp>
    </p:spTree>
    <p:extLst>
      <p:ext uri="{BB962C8B-B14F-4D97-AF65-F5344CB8AC3E}">
        <p14:creationId xmlns:p14="http://schemas.microsoft.com/office/powerpoint/2010/main" val="685872896"/>
      </p:ext>
    </p:extLst>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xin soi sáng các vị hữu trách và những người có khả năng, giúp họ sớm tìm ra phương thuốc chữa trị dịch bệnh, xin ban cho các bác sĩ và nhân viên y tế, sức mạnh của </a:t>
            </a:r>
            <a:r>
              <a:rPr lang="vi-VN" sz="5400" b="1">
                <a:latin typeface="Times New Roman" panose="02020603050405020304" pitchFamily="18" charset="0"/>
                <a:cs typeface="Times New Roman" panose="02020603050405020304" pitchFamily="18" charset="0"/>
              </a:rPr>
              <a:t>tình thương và </a:t>
            </a:r>
            <a:r>
              <a:rPr lang="vi-VN" sz="5400" b="1" dirty="0">
                <a:latin typeface="Times New Roman" panose="02020603050405020304" pitchFamily="18" charset="0"/>
                <a:cs typeface="Times New Roman" panose="02020603050405020304" pitchFamily="18" charset="0"/>
              </a:rPr>
              <a:t>lòng nhiệt thành quảng đại, </a:t>
            </a:r>
          </a:p>
        </p:txBody>
      </p:sp>
    </p:spTree>
    <p:extLst>
      <p:ext uri="{BB962C8B-B14F-4D97-AF65-F5344CB8AC3E}">
        <p14:creationId xmlns:p14="http://schemas.microsoft.com/office/powerpoint/2010/main" val="2157549357"/>
      </p:ext>
    </p:extLst>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luôn tận tâm tận lực phục vụ các bệnh nhân. Chúng con xin trao vào đôi tay từ mẫu của Mẹ Maria, những lời khẩn nguyện trong cơn đại nạn, nhờ lời Đức Mẹ chuyển cầu, xin Chúa nhận lời chúng con. Amen</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024972696"/>
      </p:ext>
    </p:extLst>
  </p:cSld>
  <p:clrMapOvr>
    <a:masterClrMapping/>
  </p:clrMapOv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5707EB-D7C8-4315-861E-0C0D881BA228}"/>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580A1A79-EAAF-4BC4-8937-5CA2ACF0C6C3}"/>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44649657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TRÊN CON ĐƯỜNG TRỞ VỀ (403)</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913867"/>
            <a:ext cx="9144000" cy="6391564"/>
          </a:xfrm>
        </p:spPr>
        <p:txBody>
          <a:bodyPr>
            <a:noAutofit/>
          </a:bodyPr>
          <a:lstStyle/>
          <a:p>
            <a:pPr algn="just"/>
            <a:r>
              <a:rPr lang="en-US" sz="5400" b="1" dirty="0">
                <a:latin typeface="Times New Roman" panose="02020603050405020304" pitchFamily="18" charset="0"/>
                <a:cs typeface="Times New Roman" panose="02020603050405020304" pitchFamily="18" charset="0"/>
              </a:rPr>
              <a:t>2. </a:t>
            </a:r>
            <a:r>
              <a:rPr lang="en-US" sz="5400" b="1" dirty="0" err="1">
                <a:latin typeface="Times New Roman" panose="02020603050405020304" pitchFamily="18" charset="0"/>
                <a:cs typeface="Times New Roman" panose="02020603050405020304" pitchFamily="18" charset="0"/>
              </a:rPr>
              <a:t>Trên</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đường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trở</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xé</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áo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Trên</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đường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trở</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lòng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diệt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bước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nhanh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trở</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rất</a:t>
            </a:r>
            <a:r>
              <a:rPr lang="en-US" sz="5400" b="1" dirty="0">
                <a:latin typeface="Times New Roman" panose="02020603050405020304" pitchFamily="18" charset="0"/>
                <a:cs typeface="Times New Roman" panose="02020603050405020304" pitchFamily="18" charset="0"/>
              </a:rPr>
              <a:t> bao la.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mãi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thương</a:t>
            </a:r>
            <a:r>
              <a:rPr lang="en-US" sz="5400" b="1" dirty="0">
                <a:latin typeface="Times New Roman" panose="02020603050405020304" pitchFamily="18" charset="0"/>
                <a:cs typeface="Times New Roman" panose="02020603050405020304" pitchFamily="18" charset="0"/>
              </a:rPr>
              <a:t> ta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đất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hòa</a:t>
            </a:r>
            <a:r>
              <a:rPr lang="en-US" sz="5400" b="1" dirty="0">
                <a:latin typeface="Times New Roman" panose="02020603050405020304" pitchFamily="18" charset="0"/>
                <a:cs typeface="Times New Roman" panose="02020603050405020304" pitchFamily="18" charset="0"/>
              </a:rPr>
              <a:t>.</a:t>
            </a:r>
            <a:endParaRPr lang="en-US" sz="54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273012319"/>
      </p:ext>
    </p:extLst>
  </p:cSld>
  <p:clrMapOvr>
    <a:masterClrMapping/>
  </p:clrMapOvr>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TRÊN CON ĐƯỜNG VỀ QUÊ (310)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934436"/>
            <a:ext cx="9144000" cy="6391564"/>
          </a:xfrm>
        </p:spPr>
        <p:txBody>
          <a:bodyPr>
            <a:noAutofit/>
          </a:bodyPr>
          <a:lstStyle/>
          <a:p>
            <a:pPr algn="just"/>
            <a:r>
              <a:rPr lang="en-US" sz="5400" b="1" dirty="0">
                <a:latin typeface="Times New Roman" panose="02020603050405020304" pitchFamily="18" charset="0"/>
                <a:cs typeface="Times New Roman" panose="02020603050405020304" pitchFamily="18" charset="0"/>
              </a:rPr>
              <a:t>ĐK: Con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trở</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a:t>
            </a:r>
            <a:r>
              <a:rPr lang="en-US" sz="5400" b="1" dirty="0">
                <a:latin typeface="Times New Roman" panose="02020603050405020304" pitchFamily="18" charset="0"/>
                <a:cs typeface="Times New Roman" panose="02020603050405020304" pitchFamily="18" charset="0"/>
              </a:rPr>
              <a:t> Cha. Con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trở</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tội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sám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hối</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trở</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a:t>
            </a:r>
            <a:r>
              <a:rPr lang="en-US" sz="5400" b="1" dirty="0">
                <a:latin typeface="Times New Roman" panose="02020603050405020304" pitchFamily="18" charset="0"/>
                <a:cs typeface="Times New Roman" panose="02020603050405020304" pitchFamily="18" charset="0"/>
              </a:rPr>
              <a:t> Cha. Con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trở</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tội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từ</a:t>
            </a:r>
            <a:r>
              <a:rPr lang="en-US" sz="5400" b="1" dirty="0">
                <a:latin typeface="Times New Roman" panose="02020603050405020304" pitchFamily="18" charset="0"/>
                <a:cs typeface="Times New Roman" panose="02020603050405020304" pitchFamily="18" charset="0"/>
              </a:rPr>
              <a:t>.</a:t>
            </a:r>
          </a:p>
          <a:p>
            <a:pPr algn="just"/>
            <a:endParaRPr lang="en-US"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165796164"/>
      </p:ext>
    </p:extLst>
  </p:cSld>
  <p:clrMapOvr>
    <a:masterClrMapping/>
  </p:clrMapOvr>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046164"/>
            <a:ext cx="9144000" cy="8673524"/>
          </a:xfrm>
        </p:spPr>
        <p:txBody>
          <a:bodyPr>
            <a:noAutofit/>
          </a:bodyPr>
          <a:lstStyle/>
          <a:p>
            <a:r>
              <a:rPr lang="en-US" sz="66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Đáp</a:t>
            </a:r>
            <a:r>
              <a:rPr lang="en-US" sz="6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Ca</a:t>
            </a:r>
          </a:p>
          <a:p>
            <a:pPr algn="just"/>
            <a:r>
              <a:rPr lang="vi-VN" sz="5400" b="1" dirty="0">
                <a:latin typeface="Times New Roman" panose="02020603050405020304" pitchFamily="18" charset="0"/>
                <a:cs typeface="Times New Roman" panose="02020603050405020304" pitchFamily="18" charset="0"/>
              </a:rPr>
              <a:t>Ướ</a:t>
            </a:r>
            <a:r>
              <a:rPr lang="en-US" sz="5400" b="1" dirty="0">
                <a:latin typeface="Times New Roman" panose="02020603050405020304" pitchFamily="18" charset="0"/>
                <a:cs typeface="Times New Roman" panose="02020603050405020304" pitchFamily="18" charset="0"/>
              </a:rPr>
              <a:t>c chi </a:t>
            </a:r>
            <a:r>
              <a:rPr lang="en-US" sz="5400" b="1" dirty="0" err="1">
                <a:latin typeface="Times New Roman" panose="02020603050405020304" pitchFamily="18" charset="0"/>
                <a:cs typeface="Times New Roman" panose="02020603050405020304" pitchFamily="18" charset="0"/>
              </a:rPr>
              <a:t>hôm</a:t>
            </a:r>
            <a:r>
              <a:rPr lang="en-US" sz="5400" b="1" dirty="0">
                <a:latin typeface="Times New Roman" panose="02020603050405020304" pitchFamily="18" charset="0"/>
                <a:cs typeface="Times New Roman" panose="02020603050405020304" pitchFamily="18" charset="0"/>
              </a:rPr>
              <a:t> nay </a:t>
            </a:r>
            <a:r>
              <a:rPr lang="en-US" sz="5400" b="1" dirty="0" err="1">
                <a:latin typeface="Times New Roman" panose="02020603050405020304" pitchFamily="18" charset="0"/>
                <a:cs typeface="Times New Roman" panose="02020603050405020304" pitchFamily="18" charset="0"/>
              </a:rPr>
              <a:t>các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bạn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nghe</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tiếng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Các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bạn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cứng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lòng</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092014905"/>
      </p:ext>
    </p:extLst>
  </p:cSld>
  <p:clrMapOvr>
    <a:masterClrMapping/>
  </p:clrMapOvr>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444190"/>
            <a:ext cx="9144000" cy="5934077"/>
          </a:xfrm>
        </p:spPr>
        <p:txBody>
          <a:bodyPr>
            <a:noAutofit/>
          </a:bodyPr>
          <a:lstStyle/>
          <a:p>
            <a:r>
              <a:rPr lang="en-US" sz="5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TUNG HÔ TIN MỪNG</a:t>
            </a:r>
          </a:p>
          <a:p>
            <a:pPr algn="just"/>
            <a:r>
              <a:rPr lang="en-US" sz="5400" b="1" dirty="0" err="1">
                <a:latin typeface="Times New Roman" panose="02020603050405020304" pitchFamily="18" charset="0"/>
                <a:cs typeface="Times New Roman" panose="02020603050405020304" pitchFamily="18" charset="0"/>
              </a:rPr>
              <a:t>Đây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lúc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thuận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tiện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cứu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độ</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504007725"/>
      </p:ext>
    </p:extLst>
  </p:cSld>
  <p:clrMapOvr>
    <a:masterClrMapping/>
  </p:clrMapOvr>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Dâng</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NÂNG CAO (54)</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69180"/>
            <a:ext cx="9144000" cy="7733792"/>
          </a:xfrm>
        </p:spPr>
        <p:txBody>
          <a:bodyPr>
            <a:noAutofit/>
          </a:bodyPr>
          <a:lstStyle/>
          <a:p>
            <a:pPr algn="just"/>
            <a:r>
              <a:rPr lang="vi-VN" sz="5400" b="1" dirty="0">
                <a:latin typeface="+mj-lt"/>
              </a:rPr>
              <a:t>1. Trên đôi tay con dâng lên tôn nhan Cha uy linh. Đây thân phận bụi tro bao nhiêu năm gánh vác lao đao. Kính tiến Chúa chí ái hương hoa thiêng, kinh tin yêu. Xin cho cuộc đời con mãi mãi trong Cha con nghỉ ngơi.</a:t>
            </a:r>
            <a:endParaRPr lang="vi-VN" sz="54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4131352709"/>
      </p:ext>
    </p:extLst>
  </p:cSld>
  <p:clrMapOvr>
    <a:masterClrMapping/>
  </p:clrMapOvr>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Dâng</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NÂNG CAO (54)</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575020"/>
            <a:ext cx="9144000" cy="7733792"/>
          </a:xfrm>
        </p:spPr>
        <p:txBody>
          <a:bodyPr>
            <a:noAutofit/>
          </a:bodyPr>
          <a:lstStyle/>
          <a:p>
            <a:pPr algn="just"/>
            <a:r>
              <a:rPr lang="vi-VN" sz="5400" b="1" dirty="0">
                <a:latin typeface="+mj-lt"/>
              </a:rPr>
              <a:t>ĐK. Và hiệp cùng hiến lễ chí thánh, rượu ngọt nồng với tấm bánh trắng. Tiến dâng Vua Trời cao sang mừng, hát khen danh Ngài vinh quang.</a:t>
            </a:r>
            <a:endParaRPr lang="vi-VN" sz="54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1270071956"/>
      </p:ext>
    </p:extLst>
  </p:cSld>
  <p:clrMapOvr>
    <a:masterClrMapping/>
  </p:clrMapOvr>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46179"/>
            <a:ext cx="9144000" cy="533400"/>
          </a:xfrm>
        </p:spPr>
        <p:txBody>
          <a:bodyPr>
            <a:normAutofit fontScale="90000"/>
          </a:bodyPr>
          <a:lstStyle/>
          <a:p>
            <a:pPr algn="l"/>
            <a:r>
              <a:rPr lang="en-US" sz="3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CA HIỆP LỄ</a:t>
            </a:r>
            <a:endParaRPr lang="en-US" sz="4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80957"/>
            <a:ext cx="9144000" cy="5615940"/>
          </a:xfrm>
        </p:spPr>
        <p:txBody>
          <a:bodyPr>
            <a:noAutofit/>
          </a:bodyPr>
          <a:lstStyle/>
          <a:p>
            <a:pPr algn="just"/>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ban </a:t>
            </a:r>
            <a:r>
              <a:rPr lang="en-US" sz="5400" b="1" dirty="0" err="1">
                <a:latin typeface="Times New Roman" panose="02020603050405020304" pitchFamily="18" charset="0"/>
                <a:cs typeface="Times New Roman" panose="02020603050405020304" pitchFamily="18" charset="0"/>
              </a:rPr>
              <a:t>bố</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những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huấn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lệnh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để</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ta </a:t>
            </a:r>
            <a:r>
              <a:rPr lang="en-US" sz="5400" b="1" dirty="0" err="1">
                <a:latin typeface="Times New Roman" panose="02020603050405020304" pitchFamily="18" charset="0"/>
                <a:cs typeface="Times New Roman" panose="02020603050405020304" pitchFamily="18" charset="0"/>
              </a:rPr>
              <a:t>tuân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giữ</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cần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nguyện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đường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của</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vững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chắc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để</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tuân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giữ</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các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chỉ</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của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320482171"/>
      </p:ext>
    </p:extLst>
  </p:cSld>
  <p:clrMapOvr>
    <a:masterClrMapping/>
  </p:clrMapOvr>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532817"/>
            <a:ext cx="9144000" cy="5163967"/>
          </a:xfrm>
        </p:spPr>
        <p:txBody>
          <a:bodyPr>
            <a:noAutofit/>
          </a:bodyPr>
          <a:lstStyle/>
          <a:p>
            <a:pPr algn="just"/>
            <a:r>
              <a:rPr lang="en-US" sz="5400" b="1" dirty="0">
                <a:solidFill>
                  <a:schemeClr val="tx1"/>
                </a:solidFill>
                <a:latin typeface="Times New Roman" panose="02020603050405020304" pitchFamily="18" charset="0"/>
                <a:cs typeface="Times New Roman" panose="02020603050405020304" pitchFamily="18" charset="0"/>
              </a:rPr>
              <a:t>ĐK: </a:t>
            </a:r>
            <a:r>
              <a:rPr lang="en-US" sz="5400" b="1" dirty="0" err="1">
                <a:solidFill>
                  <a:schemeClr val="tx1"/>
                </a:solidFill>
                <a:latin typeface="Times New Roman" panose="02020603050405020304" pitchFamily="18" charset="0"/>
                <a:cs typeface="Times New Roman" panose="02020603050405020304" pitchFamily="18" charset="0"/>
              </a:rPr>
              <a:t>Tôi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sẽ</a:t>
            </a:r>
            <a:r>
              <a:rPr lang="en-US" sz="5400" b="1" dirty="0">
                <a:solidFill>
                  <a:schemeClr val="tx1"/>
                </a:solidFill>
                <a:latin typeface="Times New Roman" panose="02020603050405020304" pitchFamily="18" charset="0"/>
                <a:cs typeface="Times New Roman" panose="02020603050405020304" pitchFamily="18" charset="0"/>
              </a:rPr>
              <a:t> ca </a:t>
            </a:r>
            <a:r>
              <a:rPr lang="en-US" sz="5400" b="1" dirty="0" err="1">
                <a:solidFill>
                  <a:schemeClr val="tx1"/>
                </a:solidFill>
                <a:latin typeface="Times New Roman" panose="02020603050405020304" pitchFamily="18" charset="0"/>
                <a:cs typeface="Times New Roman" panose="02020603050405020304" pitchFamily="18" charset="0"/>
              </a:rPr>
              <a:t>ng</a:t>
            </a:r>
            <a:r>
              <a:rPr lang="en-US" sz="5400" b="1" dirty="0" err="1">
                <a:latin typeface="Times New Roman" panose="02020603050405020304" pitchFamily="18" charset="0"/>
                <a:cs typeface="Times New Roman" panose="02020603050405020304" pitchFamily="18" charset="0"/>
              </a:rPr>
              <a:t>ợi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a:t>
            </a:r>
            <a:r>
              <a:rPr lang="vi-VN" sz="5400" b="1" dirty="0">
                <a:latin typeface="Times New Roman" panose="02020603050405020304" pitchFamily="18" charset="0"/>
                <a:cs typeface="Times New Roman" panose="02020603050405020304" pitchFamily="18" charset="0"/>
              </a:rPr>
              <a:t>ư</a:t>
            </a:r>
            <a:r>
              <a:rPr lang="en-US" sz="5400" b="1" dirty="0" err="1">
                <a:latin typeface="Times New Roman" panose="02020603050405020304" pitchFamily="18" charset="0"/>
                <a:cs typeface="Times New Roman" panose="02020603050405020304" pitchFamily="18" charset="0"/>
              </a:rPr>
              <a:t>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từ</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thuở</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sẽ</a:t>
            </a:r>
            <a:r>
              <a:rPr lang="en-US" sz="5400" b="1" dirty="0">
                <a:latin typeface="Times New Roman" panose="02020603050405020304" pitchFamily="18" charset="0"/>
                <a:cs typeface="Times New Roman" panose="02020603050405020304" pitchFamily="18" charset="0"/>
              </a:rPr>
              <a:t> ca </a:t>
            </a:r>
            <a:r>
              <a:rPr lang="en-US" sz="5400" b="1" dirty="0" err="1">
                <a:latin typeface="Times New Roman" panose="02020603050405020304" pitchFamily="18" charset="0"/>
                <a:cs typeface="Times New Roman" panose="02020603050405020304" pitchFamily="18" charset="0"/>
              </a:rPr>
              <a:t>ngợi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a:t>
            </a:r>
            <a:r>
              <a:rPr lang="vi-VN" sz="5400" b="1" dirty="0">
                <a:latin typeface="Times New Roman" panose="02020603050405020304" pitchFamily="18" charset="0"/>
                <a:cs typeface="Times New Roman" panose="02020603050405020304" pitchFamily="18" charset="0"/>
              </a:rPr>
              <a:t>ư</a:t>
            </a:r>
            <a:r>
              <a:rPr lang="en-US" sz="5400" b="1" dirty="0" err="1">
                <a:latin typeface="Times New Roman" panose="02020603050405020304" pitchFamily="18" charset="0"/>
                <a:cs typeface="Times New Roman" panose="02020603050405020304" pitchFamily="18" charset="0"/>
              </a:rPr>
              <a:t>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endParaRPr lang="en-US" sz="5400" b="1" dirty="0">
              <a:solidFill>
                <a:schemeClr val="tx1"/>
              </a:solidFill>
              <a:latin typeface="Times New Roman" panose="02020603050405020304" pitchFamily="18" charset="0"/>
              <a:cs typeface="Times New Roman" panose="02020603050405020304"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TÔI SẼ CA NGỢI (MT)</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2913137754"/>
      </p:ext>
    </p:extLst>
  </p:cSld>
  <p:clrMapOvr>
    <a:masterClrMapping/>
  </p:clrMapOvr>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274618"/>
            <a:ext cx="9144000" cy="5680364"/>
          </a:xfrm>
        </p:spPr>
        <p:txBody>
          <a:bodyPr>
            <a:noAutofit/>
          </a:bodyPr>
          <a:lstStyle/>
          <a:p>
            <a:pPr algn="just"/>
            <a:r>
              <a:rPr lang="en-US" sz="5400" b="1" dirty="0">
                <a:solidFill>
                  <a:schemeClr val="tx1"/>
                </a:solidFill>
                <a:latin typeface="Times New Roman" panose="02020603050405020304" pitchFamily="18" charset="0"/>
                <a:cs typeface="Times New Roman" panose="02020603050405020304" pitchFamily="18" charset="0"/>
              </a:rPr>
              <a:t>1. </a:t>
            </a:r>
            <a:r>
              <a:rPr lang="en-US" sz="5400" b="1" dirty="0" err="1">
                <a:solidFill>
                  <a:schemeClr val="tx1"/>
                </a:solidFill>
                <a:latin typeface="Times New Roman" panose="02020603050405020304" pitchFamily="18" charset="0"/>
                <a:cs typeface="Times New Roman" panose="02020603050405020304" pitchFamily="18" charset="0"/>
              </a:rPr>
              <a:t>Tình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Ngài</a:t>
            </a:r>
            <a:r>
              <a:rPr lang="en-US" sz="5400" b="1" dirty="0">
                <a:solidFill>
                  <a:schemeClr val="tx1"/>
                </a:solidFill>
                <a:latin typeface="Times New Roman" panose="02020603050405020304" pitchFamily="18" charset="0"/>
                <a:cs typeface="Times New Roman" panose="02020603050405020304" pitchFamily="18" charset="0"/>
              </a:rPr>
              <a:t> bao la </a:t>
            </a:r>
            <a:r>
              <a:rPr lang="en-US" sz="5400" b="1" dirty="0" err="1">
                <a:solidFill>
                  <a:schemeClr val="tx1"/>
                </a:solidFill>
                <a:latin typeface="Times New Roman" panose="02020603050405020304" pitchFamily="18" charset="0"/>
                <a:cs typeface="Times New Roman" panose="02020603050405020304" pitchFamily="18" charset="0"/>
              </a:rPr>
              <a:t>t</a:t>
            </a:r>
            <a:r>
              <a:rPr lang="en-US" sz="5400" b="1" dirty="0" err="1">
                <a:latin typeface="Times New Roman" panose="02020603050405020304" pitchFamily="18" charset="0"/>
                <a:cs typeface="Times New Roman" panose="02020603050405020304" pitchFamily="18" charset="0"/>
              </a:rPr>
              <a:t>ựa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đất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cách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bao la v</a:t>
            </a:r>
            <a:r>
              <a:rPr lang="vi-VN" sz="5400" b="1" dirty="0">
                <a:latin typeface="Times New Roman" panose="02020603050405020304" pitchFamily="18" charset="0"/>
                <a:cs typeface="Times New Roman" panose="02020603050405020304" pitchFamily="18" charset="0"/>
              </a:rPr>
              <a:t>ư</a:t>
            </a:r>
            <a:r>
              <a:rPr lang="en-US" sz="5400" b="1" dirty="0" err="1">
                <a:latin typeface="Times New Roman" panose="02020603050405020304" pitchFamily="18" charset="0"/>
                <a:cs typeface="Times New Roman" panose="02020603050405020304" pitchFamily="18" charset="0"/>
              </a:rPr>
              <a:t>ợt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núi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đầy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thứ</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tội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lỗi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hát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khen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vẫn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a:t>
            </a:r>
            <a:r>
              <a:rPr lang="vi-VN" sz="5400" b="1" dirty="0">
                <a:latin typeface="Times New Roman" panose="02020603050405020304" pitchFamily="18" charset="0"/>
                <a:cs typeface="Times New Roman" panose="02020603050405020304" pitchFamily="18" charset="0"/>
              </a:rPr>
              <a:t>ư</a:t>
            </a:r>
            <a:r>
              <a:rPr lang="en-US" sz="5400" b="1" dirty="0" err="1">
                <a:latin typeface="Times New Roman" panose="02020603050405020304" pitchFamily="18" charset="0"/>
                <a:cs typeface="Times New Roman" panose="02020603050405020304" pitchFamily="18" charset="0"/>
              </a:rPr>
              <a:t>ơng</a:t>
            </a:r>
            <a:r>
              <a:rPr lang="en-US" sz="5400" b="1" dirty="0">
                <a:latin typeface="Times New Roman" panose="02020603050405020304" pitchFamily="18" charset="0"/>
                <a:cs typeface="Times New Roman" panose="02020603050405020304" pitchFamily="18" charset="0"/>
              </a:rPr>
              <a:t> ta.</a:t>
            </a:r>
            <a:endParaRPr lang="en-US" sz="5400" b="1" dirty="0">
              <a:solidFill>
                <a:schemeClr val="tx1"/>
              </a:solidFill>
              <a:latin typeface="Times New Roman" panose="02020603050405020304" pitchFamily="18" charset="0"/>
              <a:cs typeface="Times New Roman" panose="02020603050405020304"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TÔI SẼ CA NGỢI (MT)</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513527496"/>
      </p:ext>
    </p:extLst>
  </p:cSld>
  <p:clrMapOvr>
    <a:masterClrMapping/>
  </p:clrMapOvr>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532817"/>
            <a:ext cx="9144000" cy="5163967"/>
          </a:xfrm>
        </p:spPr>
        <p:txBody>
          <a:bodyPr>
            <a:noAutofit/>
          </a:bodyPr>
          <a:lstStyle/>
          <a:p>
            <a:pPr algn="just"/>
            <a:r>
              <a:rPr lang="en-US" sz="5400" b="1" dirty="0">
                <a:solidFill>
                  <a:schemeClr val="tx1"/>
                </a:solidFill>
                <a:latin typeface="Times New Roman" panose="02020603050405020304" pitchFamily="18" charset="0"/>
                <a:cs typeface="Times New Roman" panose="02020603050405020304" pitchFamily="18" charset="0"/>
              </a:rPr>
              <a:t>ĐK: </a:t>
            </a:r>
            <a:r>
              <a:rPr lang="en-US" sz="5400" b="1" dirty="0" err="1">
                <a:solidFill>
                  <a:schemeClr val="tx1"/>
                </a:solidFill>
                <a:latin typeface="Times New Roman" panose="02020603050405020304" pitchFamily="18" charset="0"/>
                <a:cs typeface="Times New Roman" panose="02020603050405020304" pitchFamily="18" charset="0"/>
              </a:rPr>
              <a:t>Tôi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sẽ</a:t>
            </a:r>
            <a:r>
              <a:rPr lang="en-US" sz="5400" b="1" dirty="0">
                <a:solidFill>
                  <a:schemeClr val="tx1"/>
                </a:solidFill>
                <a:latin typeface="Times New Roman" panose="02020603050405020304" pitchFamily="18" charset="0"/>
                <a:cs typeface="Times New Roman" panose="02020603050405020304" pitchFamily="18" charset="0"/>
              </a:rPr>
              <a:t> ca </a:t>
            </a:r>
            <a:r>
              <a:rPr lang="en-US" sz="5400" b="1" dirty="0" err="1">
                <a:solidFill>
                  <a:schemeClr val="tx1"/>
                </a:solidFill>
                <a:latin typeface="Times New Roman" panose="02020603050405020304" pitchFamily="18" charset="0"/>
                <a:cs typeface="Times New Roman" panose="02020603050405020304" pitchFamily="18" charset="0"/>
              </a:rPr>
              <a:t>ng</a:t>
            </a:r>
            <a:r>
              <a:rPr lang="en-US" sz="5400" b="1" dirty="0" err="1">
                <a:latin typeface="Times New Roman" panose="02020603050405020304" pitchFamily="18" charset="0"/>
                <a:cs typeface="Times New Roman" panose="02020603050405020304" pitchFamily="18" charset="0"/>
              </a:rPr>
              <a:t>ợi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a:t>
            </a:r>
            <a:r>
              <a:rPr lang="vi-VN" sz="5400" b="1" dirty="0">
                <a:latin typeface="Times New Roman" panose="02020603050405020304" pitchFamily="18" charset="0"/>
                <a:cs typeface="Times New Roman" panose="02020603050405020304" pitchFamily="18" charset="0"/>
              </a:rPr>
              <a:t>ư</a:t>
            </a:r>
            <a:r>
              <a:rPr lang="en-US" sz="5400" b="1" dirty="0" err="1">
                <a:latin typeface="Times New Roman" panose="02020603050405020304" pitchFamily="18" charset="0"/>
                <a:cs typeface="Times New Roman" panose="02020603050405020304" pitchFamily="18" charset="0"/>
              </a:rPr>
              <a:t>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từ</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thuở</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sẽ</a:t>
            </a:r>
            <a:r>
              <a:rPr lang="en-US" sz="5400" b="1" dirty="0">
                <a:latin typeface="Times New Roman" panose="02020603050405020304" pitchFamily="18" charset="0"/>
                <a:cs typeface="Times New Roman" panose="02020603050405020304" pitchFamily="18" charset="0"/>
              </a:rPr>
              <a:t> ca </a:t>
            </a:r>
            <a:r>
              <a:rPr lang="en-US" sz="5400" b="1" dirty="0" err="1">
                <a:latin typeface="Times New Roman" panose="02020603050405020304" pitchFamily="18" charset="0"/>
                <a:cs typeface="Times New Roman" panose="02020603050405020304" pitchFamily="18" charset="0"/>
              </a:rPr>
              <a:t>ngợi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a:t>
            </a:r>
            <a:r>
              <a:rPr lang="vi-VN" sz="5400" b="1" dirty="0">
                <a:latin typeface="Times New Roman" panose="02020603050405020304" pitchFamily="18" charset="0"/>
                <a:cs typeface="Times New Roman" panose="02020603050405020304" pitchFamily="18" charset="0"/>
              </a:rPr>
              <a:t>ư</a:t>
            </a:r>
            <a:r>
              <a:rPr lang="en-US" sz="5400" b="1" dirty="0" err="1">
                <a:latin typeface="Times New Roman" panose="02020603050405020304" pitchFamily="18" charset="0"/>
                <a:cs typeface="Times New Roman" panose="02020603050405020304" pitchFamily="18" charset="0"/>
              </a:rPr>
              <a:t>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endParaRPr lang="en-US" sz="5400" b="1" dirty="0">
              <a:solidFill>
                <a:schemeClr val="tx1"/>
              </a:solidFill>
              <a:latin typeface="Times New Roman" panose="02020603050405020304" pitchFamily="18" charset="0"/>
              <a:cs typeface="Times New Roman" panose="02020603050405020304"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TÔI SẼ CA NGỢI (MT)</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3029409847"/>
      </p:ext>
    </p:extLst>
  </p:cSld>
  <p:clrMapOvr>
    <a:masterClrMapping/>
  </p:clrMapOvr>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990600"/>
            <a:ext cx="9144000" cy="6248400"/>
          </a:xfrm>
        </p:spPr>
        <p:txBody>
          <a:bodyPr>
            <a:noAutofit/>
          </a:bodyPr>
          <a:lstStyle/>
          <a:p>
            <a:pPr algn="just"/>
            <a:r>
              <a:rPr lang="en-US" sz="5400" b="1" dirty="0">
                <a:solidFill>
                  <a:schemeClr val="tx1"/>
                </a:solidFill>
                <a:latin typeface="Times New Roman" panose="02020603050405020304" pitchFamily="18" charset="0"/>
                <a:cs typeface="Times New Roman" panose="02020603050405020304" pitchFamily="18" charset="0"/>
              </a:rPr>
              <a:t>2. </a:t>
            </a:r>
            <a:r>
              <a:rPr lang="en-US" sz="5400" b="1" dirty="0" err="1">
                <a:solidFill>
                  <a:schemeClr val="tx1"/>
                </a:solidFill>
                <a:latin typeface="Times New Roman" panose="02020603050405020304" pitchFamily="18" charset="0"/>
                <a:cs typeface="Times New Roman" panose="02020603050405020304" pitchFamily="18" charset="0"/>
              </a:rPr>
              <a:t>T</a:t>
            </a:r>
            <a:r>
              <a:rPr lang="en-US" sz="5400" b="1" dirty="0" err="1">
                <a:latin typeface="Times New Roman" panose="02020603050405020304" pitchFamily="18" charset="0"/>
                <a:cs typeface="Times New Roman" panose="02020603050405020304" pitchFamily="18" charset="0"/>
              </a:rPr>
              <a:t>ựa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ng</a:t>
            </a:r>
            <a:r>
              <a:rPr lang="vi-VN" sz="5400" b="1" dirty="0">
                <a:latin typeface="Times New Roman" panose="02020603050405020304" pitchFamily="18" charset="0"/>
                <a:cs typeface="Times New Roman" panose="02020603050405020304" pitchFamily="18" charset="0"/>
              </a:rPr>
              <a:t>ư</a:t>
            </a:r>
            <a:r>
              <a:rPr lang="en-US" sz="5400" b="1" dirty="0" err="1">
                <a:latin typeface="Times New Roman" panose="02020603050405020304" pitchFamily="18" charset="0"/>
                <a:cs typeface="Times New Roman" panose="02020603050405020304" pitchFamily="18" charset="0"/>
              </a:rPr>
              <a:t>ời</a:t>
            </a:r>
            <a:r>
              <a:rPr lang="en-US" sz="5400" b="1" dirty="0">
                <a:latin typeface="Times New Roman" panose="02020603050405020304" pitchFamily="18" charset="0"/>
                <a:cs typeface="Times New Roman" panose="02020603050405020304" pitchFamily="18" charset="0"/>
              </a:rPr>
              <a:t> cha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hằng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a:t>
            </a:r>
            <a:r>
              <a:rPr lang="vi-VN" sz="5400" b="1" dirty="0">
                <a:latin typeface="Times New Roman" panose="02020603050405020304" pitchFamily="18" charset="0"/>
                <a:cs typeface="Times New Roman" panose="02020603050405020304" pitchFamily="18" charset="0"/>
              </a:rPr>
              <a:t>ư</a:t>
            </a:r>
            <a:r>
              <a:rPr lang="en-US" sz="5400" b="1" dirty="0" err="1">
                <a:latin typeface="Times New Roman" panose="02020603050405020304" pitchFamily="18" charset="0"/>
                <a:cs typeface="Times New Roman" panose="02020603050405020304" pitchFamily="18" charset="0"/>
              </a:rPr>
              <a:t>ơng</a:t>
            </a:r>
            <a:r>
              <a:rPr lang="en-US" sz="5400" b="1" dirty="0">
                <a:latin typeface="Times New Roman" panose="02020603050405020304" pitchFamily="18" charset="0"/>
                <a:cs typeface="Times New Roman" panose="02020603050405020304" pitchFamily="18" charset="0"/>
              </a:rPr>
              <a:t> ta.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lòng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a:t>
            </a:r>
            <a:r>
              <a:rPr lang="vi-VN" sz="5400" b="1" dirty="0">
                <a:latin typeface="Times New Roman" panose="02020603050405020304" pitchFamily="18" charset="0"/>
                <a:cs typeface="Times New Roman" panose="02020603050405020304" pitchFamily="18" charset="0"/>
              </a:rPr>
              <a:t>ư</a:t>
            </a:r>
            <a:r>
              <a:rPr lang="en-US" sz="5400" b="1" dirty="0" err="1">
                <a:latin typeface="Times New Roman" panose="02020603050405020304" pitchFamily="18" charset="0"/>
                <a:cs typeface="Times New Roman" panose="02020603050405020304" pitchFamily="18" charset="0"/>
              </a:rPr>
              <a:t>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kẻ</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kính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danh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tạo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hóa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biết</a:t>
            </a:r>
            <a:r>
              <a:rPr lang="en-US" sz="5400" b="1" dirty="0">
                <a:latin typeface="Times New Roman" panose="02020603050405020304" pitchFamily="18" charset="0"/>
                <a:cs typeface="Times New Roman" panose="02020603050405020304" pitchFamily="18" charset="0"/>
              </a:rPr>
              <a:t> ta </a:t>
            </a:r>
            <a:r>
              <a:rPr lang="en-US" sz="5400" b="1" dirty="0" err="1">
                <a:latin typeface="Times New Roman" panose="02020603050405020304" pitchFamily="18" charset="0"/>
                <a:cs typeface="Times New Roman" panose="02020603050405020304" pitchFamily="18" charset="0"/>
              </a:rPr>
              <a:t>bụi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cát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hát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khen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vẫn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a:t>
            </a:r>
            <a:r>
              <a:rPr lang="vi-VN" sz="5400" b="1" dirty="0">
                <a:latin typeface="Times New Roman" panose="02020603050405020304" pitchFamily="18" charset="0"/>
                <a:cs typeface="Times New Roman" panose="02020603050405020304" pitchFamily="18" charset="0"/>
              </a:rPr>
              <a:t>ư</a:t>
            </a:r>
            <a:r>
              <a:rPr lang="en-US" sz="5400" b="1" dirty="0" err="1">
                <a:latin typeface="Times New Roman" panose="02020603050405020304" pitchFamily="18" charset="0"/>
                <a:cs typeface="Times New Roman" panose="02020603050405020304" pitchFamily="18" charset="0"/>
              </a:rPr>
              <a:t>ơng</a:t>
            </a:r>
            <a:r>
              <a:rPr lang="en-US" sz="5400" b="1" dirty="0">
                <a:latin typeface="Times New Roman" panose="02020603050405020304" pitchFamily="18" charset="0"/>
                <a:cs typeface="Times New Roman" panose="02020603050405020304" pitchFamily="18" charset="0"/>
              </a:rPr>
              <a:t> ta.</a:t>
            </a:r>
            <a:endParaRPr lang="en-US" sz="5400" b="1" dirty="0">
              <a:solidFill>
                <a:schemeClr val="tx1"/>
              </a:solidFill>
              <a:latin typeface="Times New Roman" panose="02020603050405020304" pitchFamily="18" charset="0"/>
              <a:cs typeface="Times New Roman" panose="02020603050405020304"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TÔI SẼ CA NGỢI (MT)</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423036455"/>
      </p:ext>
    </p:extLst>
  </p:cSld>
  <p:clrMapOvr>
    <a:masterClrMapping/>
  </p:clrMapOvr>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532817"/>
            <a:ext cx="9144000" cy="5163967"/>
          </a:xfrm>
        </p:spPr>
        <p:txBody>
          <a:bodyPr>
            <a:noAutofit/>
          </a:bodyPr>
          <a:lstStyle/>
          <a:p>
            <a:pPr algn="just"/>
            <a:r>
              <a:rPr lang="en-US" sz="5400" b="1" dirty="0">
                <a:solidFill>
                  <a:schemeClr val="tx1"/>
                </a:solidFill>
                <a:latin typeface="Times New Roman" panose="02020603050405020304" pitchFamily="18" charset="0"/>
                <a:cs typeface="Times New Roman" panose="02020603050405020304" pitchFamily="18" charset="0"/>
              </a:rPr>
              <a:t>ĐK: </a:t>
            </a:r>
            <a:r>
              <a:rPr lang="en-US" sz="5400" b="1" dirty="0" err="1">
                <a:solidFill>
                  <a:schemeClr val="tx1"/>
                </a:solidFill>
                <a:latin typeface="Times New Roman" panose="02020603050405020304" pitchFamily="18" charset="0"/>
                <a:cs typeface="Times New Roman" panose="02020603050405020304" pitchFamily="18" charset="0"/>
              </a:rPr>
              <a:t>Tôi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sẽ</a:t>
            </a:r>
            <a:r>
              <a:rPr lang="en-US" sz="5400" b="1" dirty="0">
                <a:solidFill>
                  <a:schemeClr val="tx1"/>
                </a:solidFill>
                <a:latin typeface="Times New Roman" panose="02020603050405020304" pitchFamily="18" charset="0"/>
                <a:cs typeface="Times New Roman" panose="02020603050405020304" pitchFamily="18" charset="0"/>
              </a:rPr>
              <a:t> ca </a:t>
            </a:r>
            <a:r>
              <a:rPr lang="en-US" sz="5400" b="1" dirty="0" err="1">
                <a:solidFill>
                  <a:schemeClr val="tx1"/>
                </a:solidFill>
                <a:latin typeface="Times New Roman" panose="02020603050405020304" pitchFamily="18" charset="0"/>
                <a:cs typeface="Times New Roman" panose="02020603050405020304" pitchFamily="18" charset="0"/>
              </a:rPr>
              <a:t>ng</a:t>
            </a:r>
            <a:r>
              <a:rPr lang="en-US" sz="5400" b="1" dirty="0" err="1">
                <a:latin typeface="Times New Roman" panose="02020603050405020304" pitchFamily="18" charset="0"/>
                <a:cs typeface="Times New Roman" panose="02020603050405020304" pitchFamily="18" charset="0"/>
              </a:rPr>
              <a:t>ợi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a:t>
            </a:r>
            <a:r>
              <a:rPr lang="vi-VN" sz="5400" b="1" dirty="0">
                <a:latin typeface="Times New Roman" panose="02020603050405020304" pitchFamily="18" charset="0"/>
                <a:cs typeface="Times New Roman" panose="02020603050405020304" pitchFamily="18" charset="0"/>
              </a:rPr>
              <a:t>ư</a:t>
            </a:r>
            <a:r>
              <a:rPr lang="en-US" sz="5400" b="1" dirty="0" err="1">
                <a:latin typeface="Times New Roman" panose="02020603050405020304" pitchFamily="18" charset="0"/>
                <a:cs typeface="Times New Roman" panose="02020603050405020304" pitchFamily="18" charset="0"/>
              </a:rPr>
              <a:t>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từ</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thuở</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sẽ</a:t>
            </a:r>
            <a:r>
              <a:rPr lang="en-US" sz="5400" b="1" dirty="0">
                <a:latin typeface="Times New Roman" panose="02020603050405020304" pitchFamily="18" charset="0"/>
                <a:cs typeface="Times New Roman" panose="02020603050405020304" pitchFamily="18" charset="0"/>
              </a:rPr>
              <a:t> ca </a:t>
            </a:r>
            <a:r>
              <a:rPr lang="en-US" sz="5400" b="1" dirty="0" err="1">
                <a:latin typeface="Times New Roman" panose="02020603050405020304" pitchFamily="18" charset="0"/>
                <a:cs typeface="Times New Roman" panose="02020603050405020304" pitchFamily="18" charset="0"/>
              </a:rPr>
              <a:t>ngợi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a:t>
            </a:r>
            <a:r>
              <a:rPr lang="vi-VN" sz="5400" b="1" dirty="0">
                <a:latin typeface="Times New Roman" panose="02020603050405020304" pitchFamily="18" charset="0"/>
                <a:cs typeface="Times New Roman" panose="02020603050405020304" pitchFamily="18" charset="0"/>
              </a:rPr>
              <a:t>ư</a:t>
            </a:r>
            <a:r>
              <a:rPr lang="en-US" sz="5400" b="1" dirty="0" err="1">
                <a:latin typeface="Times New Roman" panose="02020603050405020304" pitchFamily="18" charset="0"/>
                <a:cs typeface="Times New Roman" panose="02020603050405020304" pitchFamily="18" charset="0"/>
              </a:rPr>
              <a:t>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endParaRPr lang="en-US" sz="5400" b="1" dirty="0">
              <a:solidFill>
                <a:schemeClr val="tx1"/>
              </a:solidFill>
              <a:latin typeface="Times New Roman" panose="02020603050405020304" pitchFamily="18" charset="0"/>
              <a:cs typeface="Times New Roman" panose="02020603050405020304"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TÔI SẼ CA NGỢI (MT)</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174425270"/>
      </p:ext>
    </p:extLst>
  </p:cSld>
  <p:clrMapOvr>
    <a:masterClrMapping/>
  </p:clrMapOvr>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990600"/>
            <a:ext cx="9144000" cy="6248400"/>
          </a:xfrm>
        </p:spPr>
        <p:txBody>
          <a:bodyPr>
            <a:noAutofit/>
          </a:bodyPr>
          <a:lstStyle/>
          <a:p>
            <a:pPr algn="just"/>
            <a:r>
              <a:rPr lang="en-US" sz="5400" b="1" dirty="0">
                <a:solidFill>
                  <a:schemeClr val="tx1"/>
                </a:solidFill>
                <a:latin typeface="Times New Roman" panose="02020603050405020304" pitchFamily="18" charset="0"/>
                <a:cs typeface="Times New Roman" panose="02020603050405020304" pitchFamily="18" charset="0"/>
              </a:rPr>
              <a:t>3. </a:t>
            </a:r>
            <a:r>
              <a:rPr lang="en-US" sz="5400" b="1" dirty="0" err="1">
                <a:solidFill>
                  <a:schemeClr val="tx1"/>
                </a:solidFill>
                <a:latin typeface="Times New Roman" panose="02020603050405020304" pitchFamily="18" charset="0"/>
                <a:cs typeface="Times New Roman" panose="02020603050405020304" pitchFamily="18" charset="0"/>
              </a:rPr>
              <a:t>T</a:t>
            </a:r>
            <a:r>
              <a:rPr lang="en-US" sz="5400" b="1" dirty="0" err="1">
                <a:latin typeface="Times New Roman" panose="02020603050405020304" pitchFamily="18" charset="0"/>
                <a:cs typeface="Times New Roman" panose="02020603050405020304" pitchFamily="18" charset="0"/>
              </a:rPr>
              <a:t>ừ</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xa</a:t>
            </a:r>
            <a:r>
              <a:rPr lang="en-US" sz="5400" b="1" dirty="0">
                <a:latin typeface="Times New Roman" panose="02020603050405020304" pitchFamily="18" charset="0"/>
                <a:cs typeface="Times New Roman" panose="02020603050405020304" pitchFamily="18" charset="0"/>
              </a:rPr>
              <a:t> x</a:t>
            </a:r>
            <a:r>
              <a:rPr lang="vi-VN" sz="5400" b="1" dirty="0">
                <a:latin typeface="Times New Roman" panose="02020603050405020304" pitchFamily="18" charset="0"/>
                <a:cs typeface="Times New Roman" panose="02020603050405020304" pitchFamily="18" charset="0"/>
              </a:rPr>
              <a:t>ư</a:t>
            </a:r>
            <a:r>
              <a:rPr lang="en-US" sz="5400" b="1" dirty="0">
                <a:latin typeface="Times New Roman" panose="02020603050405020304" pitchFamily="18" charset="0"/>
                <a:cs typeface="Times New Roman" panose="02020603050405020304" pitchFamily="18" charset="0"/>
              </a:rPr>
              <a:t>a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a:t>
            </a:r>
            <a:r>
              <a:rPr lang="vi-VN" sz="5400" b="1" dirty="0">
                <a:latin typeface="Times New Roman" panose="02020603050405020304" pitchFamily="18" charset="0"/>
                <a:cs typeface="Times New Roman" panose="02020603050405020304" pitchFamily="18" charset="0"/>
              </a:rPr>
              <a:t>ư</a:t>
            </a:r>
            <a:r>
              <a:rPr lang="en-US" sz="5400" b="1" dirty="0" err="1">
                <a:latin typeface="Times New Roman" panose="02020603050405020304" pitchFamily="18" charset="0"/>
                <a:cs typeface="Times New Roman" panose="02020603050405020304" pitchFamily="18" charset="0"/>
              </a:rPr>
              <a:t>ơng</a:t>
            </a:r>
            <a:r>
              <a:rPr lang="en-US" sz="5400" b="1" dirty="0">
                <a:latin typeface="Times New Roman" panose="02020603050405020304" pitchFamily="18" charset="0"/>
                <a:cs typeface="Times New Roman" panose="02020603050405020304" pitchFamily="18" charset="0"/>
              </a:rPr>
              <a:t> ta. </a:t>
            </a:r>
            <a:r>
              <a:rPr lang="en-US" sz="5400" b="1" dirty="0" err="1">
                <a:latin typeface="Times New Roman" panose="02020603050405020304" pitchFamily="18" charset="0"/>
                <a:cs typeface="Times New Roman" panose="02020603050405020304" pitchFamily="18" charset="0"/>
              </a:rPr>
              <a:t>Ngàn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sau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a:t>
            </a:r>
            <a:r>
              <a:rPr lang="vi-VN" sz="5400" b="1" dirty="0">
                <a:latin typeface="Times New Roman" panose="02020603050405020304" pitchFamily="18" charset="0"/>
                <a:cs typeface="Times New Roman" panose="02020603050405020304" pitchFamily="18" charset="0"/>
              </a:rPr>
              <a:t>ư</a:t>
            </a:r>
            <a:r>
              <a:rPr lang="en-US" sz="5400" b="1" dirty="0" err="1">
                <a:latin typeface="Times New Roman" panose="02020603050405020304" pitchFamily="18" charset="0"/>
                <a:cs typeface="Times New Roman" panose="02020603050405020304" pitchFamily="18" charset="0"/>
              </a:rPr>
              <a:t>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dạt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dào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loài</a:t>
            </a:r>
            <a:r>
              <a:rPr lang="en-US" sz="5400" b="1" dirty="0">
                <a:latin typeface="Times New Roman" panose="02020603050405020304" pitchFamily="18" charset="0"/>
                <a:cs typeface="Times New Roman" panose="02020603050405020304" pitchFamily="18" charset="0"/>
              </a:rPr>
              <a:t> ng</a:t>
            </a:r>
            <a:r>
              <a:rPr lang="vi-VN" sz="5400" b="1" dirty="0">
                <a:latin typeface="Times New Roman" panose="02020603050405020304" pitchFamily="18" charset="0"/>
                <a:cs typeface="Times New Roman" panose="02020603050405020304" pitchFamily="18" charset="0"/>
              </a:rPr>
              <a:t>ư</a:t>
            </a:r>
            <a:r>
              <a:rPr lang="en-US" sz="5400" b="1" dirty="0" err="1">
                <a:latin typeface="Times New Roman" panose="02020603050405020304" pitchFamily="18" charset="0"/>
                <a:cs typeface="Times New Roman" panose="02020603050405020304" pitchFamily="18" charset="0"/>
              </a:rPr>
              <a:t>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có</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biết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chăng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hát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khen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vẫn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a:t>
            </a:r>
            <a:r>
              <a:rPr lang="vi-VN" sz="5400" b="1" dirty="0">
                <a:latin typeface="Times New Roman" panose="02020603050405020304" pitchFamily="18" charset="0"/>
                <a:cs typeface="Times New Roman" panose="02020603050405020304" pitchFamily="18" charset="0"/>
              </a:rPr>
              <a:t>ư</a:t>
            </a:r>
            <a:r>
              <a:rPr lang="en-US" sz="5400" b="1" dirty="0" err="1">
                <a:latin typeface="Times New Roman" panose="02020603050405020304" pitchFamily="18" charset="0"/>
                <a:cs typeface="Times New Roman" panose="02020603050405020304" pitchFamily="18" charset="0"/>
              </a:rPr>
              <a:t>ơng</a:t>
            </a:r>
            <a:r>
              <a:rPr lang="en-US" sz="5400" b="1" dirty="0">
                <a:latin typeface="Times New Roman" panose="02020603050405020304" pitchFamily="18" charset="0"/>
                <a:cs typeface="Times New Roman" panose="02020603050405020304" pitchFamily="18" charset="0"/>
              </a:rPr>
              <a:t> ta.</a:t>
            </a:r>
            <a:endParaRPr lang="en-US" sz="5400" b="1" dirty="0">
              <a:solidFill>
                <a:schemeClr val="tx1"/>
              </a:solidFill>
              <a:latin typeface="Times New Roman" panose="02020603050405020304" pitchFamily="18" charset="0"/>
              <a:cs typeface="Times New Roman" panose="02020603050405020304"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TÔI SẼ CA NGỢI (MT)</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4253701577"/>
      </p:ext>
    </p:extLst>
  </p:cSld>
  <p:clrMapOvr>
    <a:masterClrMapping/>
  </p:clrMapOvr>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532817"/>
            <a:ext cx="9144000" cy="5163967"/>
          </a:xfrm>
        </p:spPr>
        <p:txBody>
          <a:bodyPr>
            <a:noAutofit/>
          </a:bodyPr>
          <a:lstStyle/>
          <a:p>
            <a:pPr algn="just"/>
            <a:r>
              <a:rPr lang="en-US" sz="5400" b="1" dirty="0">
                <a:solidFill>
                  <a:schemeClr val="tx1"/>
                </a:solidFill>
                <a:latin typeface="Times New Roman" panose="02020603050405020304" pitchFamily="18" charset="0"/>
                <a:cs typeface="Times New Roman" panose="02020603050405020304" pitchFamily="18" charset="0"/>
              </a:rPr>
              <a:t>ĐK: </a:t>
            </a:r>
            <a:r>
              <a:rPr lang="en-US" sz="5400" b="1" dirty="0" err="1">
                <a:solidFill>
                  <a:schemeClr val="tx1"/>
                </a:solidFill>
                <a:latin typeface="Times New Roman" panose="02020603050405020304" pitchFamily="18" charset="0"/>
                <a:cs typeface="Times New Roman" panose="02020603050405020304" pitchFamily="18" charset="0"/>
              </a:rPr>
              <a:t>Tôi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sẽ</a:t>
            </a:r>
            <a:r>
              <a:rPr lang="en-US" sz="5400" b="1" dirty="0">
                <a:solidFill>
                  <a:schemeClr val="tx1"/>
                </a:solidFill>
                <a:latin typeface="Times New Roman" panose="02020603050405020304" pitchFamily="18" charset="0"/>
                <a:cs typeface="Times New Roman" panose="02020603050405020304" pitchFamily="18" charset="0"/>
              </a:rPr>
              <a:t> ca </a:t>
            </a:r>
            <a:r>
              <a:rPr lang="en-US" sz="5400" b="1" dirty="0" err="1">
                <a:solidFill>
                  <a:schemeClr val="tx1"/>
                </a:solidFill>
                <a:latin typeface="Times New Roman" panose="02020603050405020304" pitchFamily="18" charset="0"/>
                <a:cs typeface="Times New Roman" panose="02020603050405020304" pitchFamily="18" charset="0"/>
              </a:rPr>
              <a:t>ng</a:t>
            </a:r>
            <a:r>
              <a:rPr lang="en-US" sz="5400" b="1" dirty="0" err="1">
                <a:latin typeface="Times New Roman" panose="02020603050405020304" pitchFamily="18" charset="0"/>
                <a:cs typeface="Times New Roman" panose="02020603050405020304" pitchFamily="18" charset="0"/>
              </a:rPr>
              <a:t>ợi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a:t>
            </a:r>
            <a:r>
              <a:rPr lang="vi-VN" sz="5400" b="1" dirty="0">
                <a:latin typeface="Times New Roman" panose="02020603050405020304" pitchFamily="18" charset="0"/>
                <a:cs typeface="Times New Roman" panose="02020603050405020304" pitchFamily="18" charset="0"/>
              </a:rPr>
              <a:t>ư</a:t>
            </a:r>
            <a:r>
              <a:rPr lang="en-US" sz="5400" b="1" dirty="0" err="1">
                <a:latin typeface="Times New Roman" panose="02020603050405020304" pitchFamily="18" charset="0"/>
                <a:cs typeface="Times New Roman" panose="02020603050405020304" pitchFamily="18" charset="0"/>
              </a:rPr>
              <a:t>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từ</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thuở</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sẽ</a:t>
            </a:r>
            <a:r>
              <a:rPr lang="en-US" sz="5400" b="1" dirty="0">
                <a:latin typeface="Times New Roman" panose="02020603050405020304" pitchFamily="18" charset="0"/>
                <a:cs typeface="Times New Roman" panose="02020603050405020304" pitchFamily="18" charset="0"/>
              </a:rPr>
              <a:t> ca </a:t>
            </a:r>
            <a:r>
              <a:rPr lang="en-US" sz="5400" b="1" dirty="0" err="1">
                <a:latin typeface="Times New Roman" panose="02020603050405020304" pitchFamily="18" charset="0"/>
                <a:cs typeface="Times New Roman" panose="02020603050405020304" pitchFamily="18" charset="0"/>
              </a:rPr>
              <a:t>ngợi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a:t>
            </a:r>
            <a:r>
              <a:rPr lang="vi-VN" sz="5400" b="1" dirty="0">
                <a:latin typeface="Times New Roman" panose="02020603050405020304" pitchFamily="18" charset="0"/>
                <a:cs typeface="Times New Roman" panose="02020603050405020304" pitchFamily="18" charset="0"/>
              </a:rPr>
              <a:t>ư</a:t>
            </a:r>
            <a:r>
              <a:rPr lang="en-US" sz="5400" b="1" dirty="0" err="1">
                <a:latin typeface="Times New Roman" panose="02020603050405020304" pitchFamily="18" charset="0"/>
                <a:cs typeface="Times New Roman" panose="02020603050405020304" pitchFamily="18" charset="0"/>
              </a:rPr>
              <a:t>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endParaRPr lang="en-US" sz="5400" b="1" dirty="0">
              <a:solidFill>
                <a:schemeClr val="tx1"/>
              </a:solidFill>
              <a:latin typeface="Times New Roman" panose="02020603050405020304" pitchFamily="18" charset="0"/>
              <a:cs typeface="Times New Roman" panose="02020603050405020304"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TÔI SẼ CA NGỢI (MT)</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06840563"/>
      </p:ext>
    </p:extLst>
  </p:cSld>
  <p:clrMapOvr>
    <a:masterClrMapping/>
  </p:clrMapOvr>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HÃY TRỞ VỀ (308)</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951101"/>
            <a:ext cx="9144000" cy="6391564"/>
          </a:xfrm>
        </p:spPr>
        <p:txBody>
          <a:bodyPr>
            <a:noAutofit/>
          </a:bodyPr>
          <a:lstStyle/>
          <a:p>
            <a:pPr algn="just"/>
            <a:r>
              <a:rPr lang="en-US" sz="5400" b="1" dirty="0">
                <a:latin typeface="Times New Roman" panose="02020603050405020304" pitchFamily="18" charset="0"/>
                <a:cs typeface="Times New Roman" panose="02020603050405020304" pitchFamily="18" charset="0"/>
              </a:rPr>
              <a:t>2. Xin Cha </a:t>
            </a:r>
            <a:r>
              <a:rPr lang="en-US" sz="5400" b="1" dirty="0" err="1">
                <a:latin typeface="Times New Roman" panose="02020603050405020304" pitchFamily="18" charset="0"/>
                <a:cs typeface="Times New Roman" panose="02020603050405020304" pitchFamily="18" charset="0"/>
              </a:rPr>
              <a:t>tha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hồn</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lỡ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bước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hoen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nhơ</a:t>
            </a:r>
            <a:r>
              <a:rPr lang="en-US" sz="5400" b="1">
                <a:latin typeface="Times New Roman" panose="02020603050405020304" pitchFamily="18" charset="0"/>
                <a:cs typeface="Times New Roman" panose="02020603050405020304" pitchFamily="18" charset="0"/>
              </a:rPr>
              <a:t>. Tim Cha bao dung hồn tội lụy chẳng bơ vơ. Tin </a:t>
            </a:r>
            <a:r>
              <a:rPr lang="en-US" sz="5400" b="1" dirty="0" err="1">
                <a:latin typeface="Times New Roman" panose="02020603050405020304" pitchFamily="18" charset="0"/>
                <a:cs typeface="Times New Roman" panose="02020603050405020304" pitchFamily="18" charset="0"/>
              </a:rPr>
              <a:t>ơn</a:t>
            </a:r>
            <a:r>
              <a:rPr lang="en-US" sz="5400" b="1" dirty="0">
                <a:latin typeface="Times New Roman" panose="02020603050405020304" pitchFamily="18" charset="0"/>
                <a:cs typeface="Times New Roman" panose="02020603050405020304" pitchFamily="18" charset="0"/>
              </a:rPr>
              <a:t> dung </a:t>
            </a:r>
            <a:r>
              <a:rPr lang="en-US" sz="5400" b="1" dirty="0" err="1">
                <a:latin typeface="Times New Roman" panose="02020603050405020304" pitchFamily="18" charset="0"/>
                <a:cs typeface="Times New Roman" panose="02020603050405020304" pitchFamily="18" charset="0"/>
              </a:rPr>
              <a:t>tha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lòng</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quên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hết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bao</a:t>
            </a:r>
            <a:r>
              <a:rPr lang="en-US" sz="5400" b="1" dirty="0">
                <a:latin typeface="Times New Roman" panose="02020603050405020304" pitchFamily="18" charset="0"/>
                <a:cs typeface="Times New Roman" panose="02020603050405020304" pitchFamily="18" charset="0"/>
              </a:rPr>
              <a:t> lo </a:t>
            </a:r>
            <a:r>
              <a:rPr lang="en-US" sz="5400" b="1" dirty="0" err="1">
                <a:latin typeface="Times New Roman" panose="02020603050405020304" pitchFamily="18" charset="0"/>
                <a:cs typeface="Times New Roman" panose="02020603050405020304" pitchFamily="18" charset="0"/>
              </a:rPr>
              <a:t>sợ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bóng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bên</a:t>
            </a:r>
            <a:r>
              <a:rPr lang="en-US" sz="5400" b="1" dirty="0">
                <a:latin typeface="Times New Roman" panose="02020603050405020304" pitchFamily="18" charset="0"/>
                <a:cs typeface="Times New Roman" panose="02020603050405020304" pitchFamily="18" charset="0"/>
              </a:rPr>
              <a:t> Cha </a:t>
            </a:r>
            <a:r>
              <a:rPr lang="en-US" sz="5400" b="1" dirty="0" err="1">
                <a:latin typeface="Times New Roman" panose="02020603050405020304" pitchFamily="18" charset="0"/>
                <a:cs typeface="Times New Roman" panose="02020603050405020304" pitchFamily="18" charset="0"/>
              </a:rPr>
              <a:t>trái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tim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hậu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vô</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bờ</a:t>
            </a:r>
            <a:r>
              <a:rPr lang="en-US" sz="5400" b="1" dirty="0">
                <a:latin typeface="Times New Roman" panose="02020603050405020304" pitchFamily="18" charset="0"/>
                <a:cs typeface="Times New Roman" panose="02020603050405020304" pitchFamily="18" charset="0"/>
              </a:rPr>
              <a:t>.</a:t>
            </a:r>
            <a:endParaRPr lang="en-US" sz="54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958887522"/>
      </p:ext>
    </p:extLst>
  </p:cSld>
  <p:clrMapOvr>
    <a:masterClrMapping/>
  </p:clrMapOvr>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HÃY TRỞ VỀ (308)</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28192"/>
            <a:ext cx="9144000" cy="6391564"/>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trở</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trở</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với</a:t>
            </a:r>
            <a:r>
              <a:rPr lang="en-US" sz="5400" b="1" dirty="0">
                <a:latin typeface="Times New Roman" panose="02020603050405020304" pitchFamily="18" charset="0"/>
                <a:cs typeface="Times New Roman" panose="02020603050405020304" pitchFamily="18" charset="0"/>
              </a:rPr>
              <a:t> Cha </a:t>
            </a:r>
            <a:r>
              <a:rPr lang="en-US" sz="5400" b="1" dirty="0" err="1">
                <a:latin typeface="Times New Roman" panose="02020603050405020304" pitchFamily="18" charset="0"/>
                <a:cs typeface="Times New Roman" panose="02020603050405020304" pitchFamily="18" charset="0"/>
              </a:rPr>
              <a:t>nhân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trở</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trở</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để</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sớm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hồi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sinh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trở</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trở</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sống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an </a:t>
            </a:r>
            <a:r>
              <a:rPr lang="en-US" sz="5400" b="1" dirty="0" err="1">
                <a:latin typeface="Times New Roman" panose="02020603050405020304" pitchFamily="18" charset="0"/>
                <a:cs typeface="Times New Roman" panose="02020603050405020304" pitchFamily="18" charset="0"/>
              </a:rPr>
              <a:t>bình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trở</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trở</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sẽ</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mãi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sống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a:t>
            </a:r>
            <a:endParaRPr lang="en-US" sz="54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316481776"/>
      </p:ext>
    </p:extLst>
  </p:cSld>
  <p:clrMapOvr>
    <a:masterClrMapping/>
  </p:clrMapOvr>
  <p:transition/>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Them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4340</TotalTime>
  <Words>1093</Words>
  <Application>Microsoft Office PowerPoint</Application>
  <PresentationFormat>On-screen Show (4:3)</PresentationFormat>
  <Paragraphs>52</Paragraphs>
  <Slides>23</Slides>
  <Notes>8</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23</vt:i4>
      </vt:variant>
    </vt:vector>
  </HeadingPairs>
  <TitlesOfParts>
    <vt:vector size="28" baseType="lpstr">
      <vt:lpstr>Arial</vt:lpstr>
      <vt:lpstr>Calibri</vt:lpstr>
      <vt:lpstr>Calibri Light</vt:lpstr>
      <vt:lpstr>Times New Roman</vt:lpstr>
      <vt:lpstr>Office Theme</vt:lpstr>
      <vt:lpstr>KINH CẦU CHO ĐẠI DỊCH</vt:lpstr>
      <vt:lpstr>KINH CẦU CHO ĐẠI DỊCH</vt:lpstr>
      <vt:lpstr>KINH CẦU CHO ĐẠI DỊCH</vt:lpstr>
      <vt:lpstr>KINH CẦU CHO ĐẠI DỊCH</vt:lpstr>
      <vt:lpstr>KINH CẦU CHO ĐẠI DỊCH</vt:lpstr>
      <vt:lpstr>KINH CẦU CHO ĐẠI DỊCH</vt:lpstr>
      <vt:lpstr>PowerPoint Presentation</vt:lpstr>
      <vt:lpstr>Nhập Lễ                         TRÊN CON ĐƯỜNG TRỞ VỀ (403)</vt:lpstr>
      <vt:lpstr>Nhập Lễ                        TRÊN CON ĐƯỜNG VỀ QUÊ (310)</vt:lpstr>
      <vt:lpstr>PowerPoint Presentation</vt:lpstr>
      <vt:lpstr>PowerPoint Presentation</vt:lpstr>
      <vt:lpstr>Dâng Lễ                                   NÂNG CAO (54)</vt:lpstr>
      <vt:lpstr>Dâng Lễ                                   NÂNG CAO (54)</vt:lpstr>
      <vt:lpstr>CA HIỆP LỄ</vt:lpstr>
      <vt:lpstr>Nhập Lễ                                       TÔI SẼ CA NGỢI (MT)</vt:lpstr>
      <vt:lpstr>Nhập Lễ                                       TÔI SẼ CA NGỢI (MT)</vt:lpstr>
      <vt:lpstr>Nhập Lễ                                       TÔI SẼ CA NGỢI (MT)</vt:lpstr>
      <vt:lpstr>Nhập Lễ                                       TÔI SẼ CA NGỢI (MT)</vt:lpstr>
      <vt:lpstr>Nhập Lễ                                       TÔI SẼ CA NGỢI (MT)</vt:lpstr>
      <vt:lpstr>Nhập Lễ                                       TÔI SẼ CA NGỢI (MT)</vt:lpstr>
      <vt:lpstr>Nhập Lễ                                       TÔI SẼ CA NGỢI (MT)</vt:lpstr>
      <vt:lpstr>Nhập Lễ                                        HÃY TRỞ VỀ (308)</vt:lpstr>
      <vt:lpstr>Nhập Lễ                                        HÃY TRỞ VỀ (308)</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Nhập Lễ                                    BÀI CA NGÀN TRÙNG 499 </dc:title>
  <dc:creator>Anh Tran</dc:creator>
  <cp:lastModifiedBy>Anh</cp:lastModifiedBy>
  <cp:revision>1402</cp:revision>
  <dcterms:created xsi:type="dcterms:W3CDTF">2018-09-17T12:52:44Z</dcterms:created>
  <dcterms:modified xsi:type="dcterms:W3CDTF">2021-03-10T17:31:02Z</dcterms:modified>
</cp:coreProperties>
</file>