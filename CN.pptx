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7"/>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954" r:id="rId29"/>
    <p:sldId id="5014" r:id="rId30"/>
    <p:sldId id="5015" r:id="rId31"/>
    <p:sldId id="5016" r:id="rId32"/>
    <p:sldId id="5017" r:id="rId33"/>
    <p:sldId id="5018" r:id="rId34"/>
    <p:sldId id="5019" r:id="rId35"/>
    <p:sldId id="5020" r:id="rId36"/>
    <p:sldId id="5021" r:id="rId37"/>
    <p:sldId id="4905" r:id="rId38"/>
    <p:sldId id="4557" r:id="rId39"/>
    <p:sldId id="1428" r:id="rId40"/>
    <p:sldId id="4995" r:id="rId41"/>
    <p:sldId id="1430" r:id="rId42"/>
    <p:sldId id="4996" r:id="rId43"/>
    <p:sldId id="4936" r:id="rId44"/>
    <p:sldId id="4997" r:id="rId45"/>
    <p:sldId id="4927" r:id="rId46"/>
    <p:sldId id="4928" r:id="rId47"/>
    <p:sldId id="3333" r:id="rId48"/>
    <p:sldId id="3334" r:id="rId49"/>
    <p:sldId id="4106" r:id="rId50"/>
    <p:sldId id="4243" r:id="rId51"/>
    <p:sldId id="4998" r:id="rId52"/>
    <p:sldId id="4999" r:id="rId53"/>
    <p:sldId id="5000" r:id="rId54"/>
    <p:sldId id="5001" r:id="rId55"/>
    <p:sldId id="5002" r:id="rId56"/>
    <p:sldId id="5003" r:id="rId57"/>
    <p:sldId id="5004" r:id="rId58"/>
    <p:sldId id="5005" r:id="rId59"/>
    <p:sldId id="5006" r:id="rId60"/>
    <p:sldId id="5007" r:id="rId61"/>
    <p:sldId id="5008" r:id="rId62"/>
    <p:sldId id="5009" r:id="rId63"/>
    <p:sldId id="5010" r:id="rId64"/>
    <p:sldId id="5011" r:id="rId65"/>
    <p:sldId id="5012" r:id="rId66"/>
    <p:sldId id="3253" r:id="rId67"/>
    <p:sldId id="2931" r:id="rId68"/>
    <p:sldId id="5013" r:id="rId69"/>
    <p:sldId id="4890" r:id="rId70"/>
    <p:sldId id="4502" r:id="rId71"/>
    <p:sldId id="4503" r:id="rId72"/>
    <p:sldId id="4504" r:id="rId73"/>
    <p:sldId id="4505" r:id="rId74"/>
    <p:sldId id="4506" r:id="rId75"/>
    <p:sldId id="4507" r:id="rId76"/>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p:scale>
          <a:sx n="66" d="100"/>
          <a:sy n="66" d="100"/>
        </p:scale>
        <p:origin x="2069" y="490"/>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31/01/2021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20890765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27740996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38</a:t>
            </a:fld>
            <a:endParaRPr lang="en-US"/>
          </a:p>
        </p:txBody>
      </p:sp>
    </p:spTree>
    <p:extLst>
      <p:ext uri="{BB962C8B-B14F-4D97-AF65-F5344CB8AC3E}">
        <p14:creationId xmlns:p14="http://schemas.microsoft.com/office/powerpoint/2010/main" val="37018415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242596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362476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752519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3678799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2952997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35349123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31/01/2021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7943355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9812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Ta ca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bài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mới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địa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1104811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5182"/>
            <a:ext cx="9144000" cy="788502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Ngôi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DÂNG LÊN (106)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5725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hết</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nồng</a:t>
            </a:r>
            <a:r>
              <a:rPr lang="en-US" sz="5400" b="1" dirty="0">
                <a:latin typeface="Times New Roman" pitchFamily="18" charset="0"/>
                <a:cs typeface="Times New Roman" pitchFamily="18" charset="0"/>
              </a:rPr>
              <a:t> say.</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93497242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2150"/>
            <a:ext cx="9144000" cy="5810515"/>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tuyền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54939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92364254"/>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6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73649613"/>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4384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24488464"/>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9812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Ta ca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bài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mới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địa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9728540"/>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8657348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err="1">
                <a:solidFill>
                  <a:schemeClr val="tx1"/>
                </a:solidFill>
                <a:latin typeface="Times New Roman" panose="02020603050405020304" pitchFamily="18" charset="0"/>
                <a:cs typeface="Times New Roman" panose="02020603050405020304" pitchFamily="18" charset="0"/>
              </a:rPr>
              <a:t>cao</a:t>
            </a:r>
            <a:r>
              <a:rPr lang="en-US" sz="5400" b="1">
                <a:solidFill>
                  <a:schemeClr val="tx1"/>
                </a:solidFill>
                <a:latin typeface="Times New Roman" panose="02020603050405020304" pitchFamily="18" charset="0"/>
                <a:cs typeface="Times New Roman" panose="02020603050405020304" pitchFamily="18" charset="0"/>
              </a:rPr>
              <a:t> vời </a:t>
            </a:r>
            <a:r>
              <a:rPr lang="en-US" sz="5400" b="1" dirty="0" err="1">
                <a:solidFill>
                  <a:schemeClr val="tx1"/>
                </a:solidFill>
                <a:latin typeface="Times New Roman" panose="02020603050405020304" pitchFamily="18" charset="0"/>
                <a:cs typeface="Times New Roman" panose="02020603050405020304" pitchFamily="18" charset="0"/>
              </a:rPr>
              <a:t>tôn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vượt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kính</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27758361"/>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55931263"/>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Vinh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08748976"/>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28157216"/>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5182"/>
            <a:ext cx="9144000" cy="788502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439757"/>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Ngôi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178499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DÂNG LÊN (106 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2050"/>
            <a:ext cx="9144000" cy="6391564"/>
          </a:xfrm>
        </p:spPr>
        <p:txBody>
          <a:bodyPr>
            <a:noAutofit/>
          </a:bodyPr>
          <a:lstStyle/>
          <a:p>
            <a:pPr algn="just"/>
            <a:r>
              <a:rPr lang="en-US" sz="5400" b="1" dirty="0">
                <a:latin typeface="Times New Roman" pitchFamily="18" charset="0"/>
                <a:cs typeface="Times New Roman" pitchFamily="18" charset="0"/>
              </a:rPr>
              <a:t>1. Xin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tấm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tuyền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8411349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DÂNG LÊN (106)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5725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hết</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nồng</a:t>
            </a:r>
            <a:r>
              <a:rPr lang="en-US" sz="5400" b="1" dirty="0">
                <a:latin typeface="Times New Roman" pitchFamily="18" charset="0"/>
                <a:cs typeface="Times New Roman" pitchFamily="18" charset="0"/>
              </a:rPr>
              <a:t> say.</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808142629"/>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lượng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phương</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9465859"/>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Tặng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49092829"/>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2150"/>
            <a:ext cx="9144000" cy="5810515"/>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tuyền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3659765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sớt</a:t>
            </a:r>
            <a:r>
              <a:rPr lang="en-US" sz="5400" b="1" dirty="0">
                <a:latin typeface="Times New Roman" panose="02020603050405020304" pitchFamily="18" charset="0"/>
                <a:cs typeface="Times New Roman" panose="02020603050405020304" pitchFamily="18" charset="0"/>
              </a:rPr>
              <a:t> chia.</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77438194"/>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72256607"/>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2150"/>
            <a:ext cx="9144000" cy="5810515"/>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tuyền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01200940"/>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phương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152365"/>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5448590"/>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2150"/>
            <a:ext cx="9144000" cy="5810515"/>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tuyền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72577222"/>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a:latin typeface="Times New Roman" panose="02020603050405020304" pitchFamily="18" charset="0"/>
                <a:cs typeface="Times New Roman" panose="02020603050405020304" pitchFamily="18" charset="0"/>
              </a:rPr>
              <a:t>4.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chan.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6131701"/>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nhòa</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71733331"/>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2150"/>
            <a:ext cx="9144000" cy="5810515"/>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tuyền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29313255"/>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a:latin typeface="Times New Roman" panose="02020603050405020304" pitchFamily="18" charset="0"/>
                <a:cs typeface="Times New Roman" panose="02020603050405020304" pitchFamily="18" charset="0"/>
              </a:rPr>
              <a:t>5.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phai</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54918034"/>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645"/>
            <a:ext cx="9144000" cy="4365525"/>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thôi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17092542"/>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GIÊ-SU NGÀI ĐÃ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2150"/>
            <a:ext cx="9144000" cy="5810515"/>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tỏa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tuyền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7622196"/>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4921-80EF-4612-8B18-92450AEEBF7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C84D76-3D00-46E3-B425-63913859BD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14881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7861475"/>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6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73238212"/>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83935694"/>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5542</TotalTime>
  <Words>3442</Words>
  <Application>Microsoft Office PowerPoint</Application>
  <PresentationFormat>On-screen Show (4:3)</PresentationFormat>
  <Paragraphs>188</Paragraphs>
  <Slides>75</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75</vt:i4>
      </vt:variant>
    </vt:vector>
  </HeadingPairs>
  <TitlesOfParts>
    <vt:vector size="80"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QUYỀN NĂNG CHÚA (132 B)</vt:lpstr>
      <vt:lpstr>Nhập Lễ                                       QUYỀN NĂNG CHÚA</vt:lpstr>
      <vt:lpstr>PowerPoint Presentation</vt:lpstr>
      <vt:lpstr>PowerPoint Presentation</vt:lpstr>
      <vt:lpstr>Dâng Lễ                                           XIN DÂNG LÊN (106)</vt:lpstr>
      <vt:lpstr>Hiệp Lễ 1                               GIÊ-SU NGÀI ĐÃ ĐẾN (ND)</vt:lpstr>
      <vt:lpstr>Kết lễ                                           TRONG AN BÌNH 307</vt:lpstr>
      <vt:lpstr>Kết lễ                                           TRONG AN BÌNH 307</vt:lpstr>
      <vt:lpstr>PowerPoint Presentation</vt:lpstr>
      <vt:lpstr>Nhập Lễ                                       QUYỀN NĂNG CHÚA (132 B)</vt:lpstr>
      <vt:lpstr>Nhập Lễ                                       QUYỀN NĂNG CHÚA</vt:lpstr>
      <vt:lpstr>Nhập Lễ                                       QUYỀN NĂNG CHÚA (132 B)</vt:lpstr>
      <vt:lpstr>Nhập Lễ                                       QUYỀN NĂNG CHÚA</vt:lpstr>
      <vt:lpstr>Nhập Lễ                                       QUYỀN NĂNG CHÚA (132 B)</vt:lpstr>
      <vt:lpstr>Nhập Lễ                                       QUYỀN NĂNG CHÚA</vt:lpstr>
      <vt:lpstr>Nhập Lễ                                       QUYỀN NĂNG CHÚA (132 B)</vt:lpstr>
      <vt:lpstr>PowerPoint Presentation</vt:lpstr>
      <vt:lpstr>PowerPoint Presentation</vt:lpstr>
      <vt:lpstr>Dâng Lễ                                           XIN DÂNG LÊN (106 N)</vt:lpstr>
      <vt:lpstr>Dâng Lễ                                           XIN DÂNG LÊN (106)</vt:lpstr>
      <vt:lpstr>CA HIỆP LỄ</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Hiệp Lễ 1                               GIÊ-SU NGÀI ĐÃ ĐẾN (ND)</vt:lpstr>
      <vt:lpstr>PowerPoint Presentation</vt:lpstr>
      <vt:lpstr>Kết lễ                                           TRONG AN BÌNH 307</vt:lpstr>
      <vt:lpstr>Kết lễ                                           TRONG AN BÌNH 307</vt:lpstr>
      <vt:lpstr>Kết lễ                                           TRONG AN BÌNH 307</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1408</cp:revision>
  <dcterms:created xsi:type="dcterms:W3CDTF">2018-09-17T12:52:44Z</dcterms:created>
  <dcterms:modified xsi:type="dcterms:W3CDTF">2021-01-31T09:10:56Z</dcterms:modified>
</cp:coreProperties>
</file>