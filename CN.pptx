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5"/>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384" r:id="rId29"/>
    <p:sldId id="5385" r:id="rId30"/>
    <p:sldId id="5386" r:id="rId31"/>
    <p:sldId id="5387" r:id="rId32"/>
    <p:sldId id="5388" r:id="rId33"/>
    <p:sldId id="5389" r:id="rId34"/>
    <p:sldId id="5390" r:id="rId35"/>
    <p:sldId id="5391" r:id="rId36"/>
    <p:sldId id="5392" r:id="rId37"/>
    <p:sldId id="5393" r:id="rId38"/>
    <p:sldId id="5163" r:id="rId39"/>
    <p:sldId id="3689" r:id="rId40"/>
    <p:sldId id="3690" r:id="rId41"/>
    <p:sldId id="3691" r:id="rId42"/>
    <p:sldId id="5395" r:id="rId43"/>
    <p:sldId id="5394" r:id="rId44"/>
    <p:sldId id="3692" r:id="rId45"/>
    <p:sldId id="5396" r:id="rId46"/>
    <p:sldId id="5397" r:id="rId47"/>
    <p:sldId id="3693" r:id="rId48"/>
    <p:sldId id="3694" r:id="rId49"/>
    <p:sldId id="5399" r:id="rId50"/>
    <p:sldId id="5398" r:id="rId51"/>
    <p:sldId id="5016" r:id="rId52"/>
    <p:sldId id="5017" r:id="rId53"/>
    <p:sldId id="5349" r:id="rId54"/>
    <p:sldId id="5368" r:id="rId55"/>
    <p:sldId id="5369" r:id="rId56"/>
    <p:sldId id="5370" r:id="rId57"/>
    <p:sldId id="5371" r:id="rId58"/>
    <p:sldId id="4106" r:id="rId59"/>
    <p:sldId id="3658" r:id="rId60"/>
    <p:sldId id="5372" r:id="rId61"/>
    <p:sldId id="5373" r:id="rId62"/>
    <p:sldId id="5374" r:id="rId63"/>
    <p:sldId id="5375" r:id="rId64"/>
    <p:sldId id="5376" r:id="rId65"/>
    <p:sldId id="5377" r:id="rId66"/>
    <p:sldId id="5378" r:id="rId67"/>
    <p:sldId id="5379" r:id="rId68"/>
    <p:sldId id="5380" r:id="rId69"/>
    <p:sldId id="5381" r:id="rId70"/>
    <p:sldId id="5382" r:id="rId71"/>
    <p:sldId id="5383" r:id="rId72"/>
    <p:sldId id="3637" r:id="rId73"/>
    <p:sldId id="3638" r:id="rId74"/>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p:scale>
          <a:sx n="50" d="100"/>
          <a:sy n="50" d="100"/>
        </p:scale>
        <p:origin x="-1248" y="-594"/>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18/04/2021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38823845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1113238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31</a:t>
            </a:fld>
            <a:endParaRPr lang="en-US"/>
          </a:p>
        </p:txBody>
      </p:sp>
    </p:spTree>
    <p:extLst>
      <p:ext uri="{BB962C8B-B14F-4D97-AF65-F5344CB8AC3E}">
        <p14:creationId xmlns:p14="http://schemas.microsoft.com/office/powerpoint/2010/main" val="6404669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35</a:t>
            </a:fld>
            <a:endParaRPr lang="en-US"/>
          </a:p>
        </p:txBody>
      </p:sp>
    </p:spTree>
    <p:extLst>
      <p:ext uri="{BB962C8B-B14F-4D97-AF65-F5344CB8AC3E}">
        <p14:creationId xmlns:p14="http://schemas.microsoft.com/office/powerpoint/2010/main" val="14054534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39</a:t>
            </a:fld>
            <a:endParaRPr lang="en-US"/>
          </a:p>
        </p:txBody>
      </p:sp>
    </p:spTree>
    <p:extLst>
      <p:ext uri="{BB962C8B-B14F-4D97-AF65-F5344CB8AC3E}">
        <p14:creationId xmlns:p14="http://schemas.microsoft.com/office/powerpoint/2010/main" val="3524452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40</a:t>
            </a:fld>
            <a:endParaRPr lang="en-US"/>
          </a:p>
        </p:txBody>
      </p:sp>
    </p:spTree>
    <p:extLst>
      <p:ext uri="{BB962C8B-B14F-4D97-AF65-F5344CB8AC3E}">
        <p14:creationId xmlns:p14="http://schemas.microsoft.com/office/powerpoint/2010/main" val="2262090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41</a:t>
            </a:fld>
            <a:endParaRPr lang="en-US"/>
          </a:p>
        </p:txBody>
      </p:sp>
    </p:spTree>
    <p:extLst>
      <p:ext uri="{BB962C8B-B14F-4D97-AF65-F5344CB8AC3E}">
        <p14:creationId xmlns:p14="http://schemas.microsoft.com/office/powerpoint/2010/main" val="1906300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42</a:t>
            </a:fld>
            <a:endParaRPr lang="en-US"/>
          </a:p>
        </p:txBody>
      </p:sp>
    </p:spTree>
    <p:extLst>
      <p:ext uri="{BB962C8B-B14F-4D97-AF65-F5344CB8AC3E}">
        <p14:creationId xmlns:p14="http://schemas.microsoft.com/office/powerpoint/2010/main" val="35244526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43</a:t>
            </a:fld>
            <a:endParaRPr lang="en-US"/>
          </a:p>
        </p:txBody>
      </p:sp>
    </p:spTree>
    <p:extLst>
      <p:ext uri="{BB962C8B-B14F-4D97-AF65-F5344CB8AC3E}">
        <p14:creationId xmlns:p14="http://schemas.microsoft.com/office/powerpoint/2010/main" val="22620904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44</a:t>
            </a:fld>
            <a:endParaRPr lang="en-US"/>
          </a:p>
        </p:txBody>
      </p:sp>
    </p:spTree>
    <p:extLst>
      <p:ext uri="{BB962C8B-B14F-4D97-AF65-F5344CB8AC3E}">
        <p14:creationId xmlns:p14="http://schemas.microsoft.com/office/powerpoint/2010/main" val="29844405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45</a:t>
            </a:fld>
            <a:endParaRPr lang="en-US"/>
          </a:p>
        </p:txBody>
      </p:sp>
    </p:spTree>
    <p:extLst>
      <p:ext uri="{BB962C8B-B14F-4D97-AF65-F5344CB8AC3E}">
        <p14:creationId xmlns:p14="http://schemas.microsoft.com/office/powerpoint/2010/main" val="35244526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46</a:t>
            </a:fld>
            <a:endParaRPr lang="en-US"/>
          </a:p>
        </p:txBody>
      </p:sp>
    </p:spTree>
    <p:extLst>
      <p:ext uri="{BB962C8B-B14F-4D97-AF65-F5344CB8AC3E}">
        <p14:creationId xmlns:p14="http://schemas.microsoft.com/office/powerpoint/2010/main" val="22620904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47</a:t>
            </a:fld>
            <a:endParaRPr lang="en-US"/>
          </a:p>
        </p:txBody>
      </p:sp>
    </p:spTree>
    <p:extLst>
      <p:ext uri="{BB962C8B-B14F-4D97-AF65-F5344CB8AC3E}">
        <p14:creationId xmlns:p14="http://schemas.microsoft.com/office/powerpoint/2010/main" val="9831703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48</a:t>
            </a:fld>
            <a:endParaRPr lang="en-US"/>
          </a:p>
        </p:txBody>
      </p:sp>
    </p:spTree>
    <p:extLst>
      <p:ext uri="{BB962C8B-B14F-4D97-AF65-F5344CB8AC3E}">
        <p14:creationId xmlns:p14="http://schemas.microsoft.com/office/powerpoint/2010/main" val="24218880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49</a:t>
            </a:fld>
            <a:endParaRPr lang="en-US"/>
          </a:p>
        </p:txBody>
      </p:sp>
    </p:spTree>
    <p:extLst>
      <p:ext uri="{BB962C8B-B14F-4D97-AF65-F5344CB8AC3E}">
        <p14:creationId xmlns:p14="http://schemas.microsoft.com/office/powerpoint/2010/main" val="35244526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50</a:t>
            </a:fld>
            <a:endParaRPr lang="en-US"/>
          </a:p>
        </p:txBody>
      </p:sp>
    </p:spTree>
    <p:extLst>
      <p:ext uri="{BB962C8B-B14F-4D97-AF65-F5344CB8AC3E}">
        <p14:creationId xmlns:p14="http://schemas.microsoft.com/office/powerpoint/2010/main" val="22620904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14657564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29936087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34837739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10751039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243992426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64</a:t>
            </a:fld>
            <a:endParaRPr lang="en-US"/>
          </a:p>
        </p:txBody>
      </p:sp>
    </p:spTree>
    <p:extLst>
      <p:ext uri="{BB962C8B-B14F-4D97-AF65-F5344CB8AC3E}">
        <p14:creationId xmlns:p14="http://schemas.microsoft.com/office/powerpoint/2010/main" val="1858105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65</a:t>
            </a:fld>
            <a:endParaRPr lang="en-US"/>
          </a:p>
        </p:txBody>
      </p:sp>
    </p:spTree>
    <p:extLst>
      <p:ext uri="{BB962C8B-B14F-4D97-AF65-F5344CB8AC3E}">
        <p14:creationId xmlns:p14="http://schemas.microsoft.com/office/powerpoint/2010/main" val="8136042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66</a:t>
            </a:fld>
            <a:endParaRPr lang="en-US"/>
          </a:p>
        </p:txBody>
      </p:sp>
    </p:spTree>
    <p:extLst>
      <p:ext uri="{BB962C8B-B14F-4D97-AF65-F5344CB8AC3E}">
        <p14:creationId xmlns:p14="http://schemas.microsoft.com/office/powerpoint/2010/main" val="30398826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67</a:t>
            </a:fld>
            <a:endParaRPr lang="en-US"/>
          </a:p>
        </p:txBody>
      </p:sp>
    </p:spTree>
    <p:extLst>
      <p:ext uri="{BB962C8B-B14F-4D97-AF65-F5344CB8AC3E}">
        <p14:creationId xmlns:p14="http://schemas.microsoft.com/office/powerpoint/2010/main" val="11688232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68</a:t>
            </a:fld>
            <a:endParaRPr lang="en-US"/>
          </a:p>
        </p:txBody>
      </p:sp>
    </p:spTree>
    <p:extLst>
      <p:ext uri="{BB962C8B-B14F-4D97-AF65-F5344CB8AC3E}">
        <p14:creationId xmlns:p14="http://schemas.microsoft.com/office/powerpoint/2010/main" val="37299001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69</a:t>
            </a:fld>
            <a:endParaRPr lang="en-US"/>
          </a:p>
        </p:txBody>
      </p:sp>
    </p:spTree>
    <p:extLst>
      <p:ext uri="{BB962C8B-B14F-4D97-AF65-F5344CB8AC3E}">
        <p14:creationId xmlns:p14="http://schemas.microsoft.com/office/powerpoint/2010/main" val="8787925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70</a:t>
            </a:fld>
            <a:endParaRPr lang="en-US"/>
          </a:p>
        </p:txBody>
      </p:sp>
    </p:spTree>
    <p:extLst>
      <p:ext uri="{BB962C8B-B14F-4D97-AF65-F5344CB8AC3E}">
        <p14:creationId xmlns:p14="http://schemas.microsoft.com/office/powerpoint/2010/main" val="23470917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18/04/2021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r>
              <a:rPr lang="vi-VN" sz="4000" b="1" dirty="0">
                <a:solidFill>
                  <a:schemeClr val="tx1"/>
                </a:solidFill>
                <a:latin typeface="+mj-lt"/>
              </a:rPr>
              <a:t/>
            </a:r>
            <a:br>
              <a:rPr lang="vi-VN" sz="4000" b="1" dirty="0">
                <a:solidFill>
                  <a:schemeClr val="tx1"/>
                </a:solidFill>
                <a:latin typeface="+mj-lt"/>
              </a:rPr>
            </a:br>
            <a:r>
              <a:rPr lang="vi-VN" sz="4000" b="1" dirty="0">
                <a:solidFill>
                  <a:schemeClr val="tx1"/>
                </a:solidFill>
              </a:rPr>
              <a:t/>
            </a: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505AA16-5844-423B-A657-604EEFF5BDC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AE199FEB-EF22-4648-9C4D-D9268603652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27787084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34038320"/>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tỏa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9642028"/>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6320"/>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hoàn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Alleluia! Xin tri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Alleluia!</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85515423"/>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68551791"/>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Giê-su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thích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Kinh</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74695435"/>
      </p:ext>
    </p:extLst>
  </p:cSld>
  <p:clrMapOvr>
    <a:masterClrMapping/>
  </p:clrMapOv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Alleluia.</a:t>
            </a:r>
          </a:p>
        </p:txBody>
      </p:sp>
    </p:spTree>
    <p:extLst>
      <p:ext uri="{BB962C8B-B14F-4D97-AF65-F5344CB8AC3E}">
        <p14:creationId xmlns:p14="http://schemas.microsoft.com/office/powerpoint/2010/main" val="1758829716"/>
      </p:ext>
    </p:extLst>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4704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đập</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xích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xiềng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khúc</a:t>
            </a:r>
            <a:r>
              <a:rPr lang="en-US" sz="5400" b="1" dirty="0">
                <a:latin typeface="Times New Roman" pitchFamily="18" charset="0"/>
                <a:cs typeface="Times New Roman" pitchFamily="18" charset="0"/>
              </a:rPr>
              <a:t>. Alleluia!</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62493869"/>
      </p:ext>
    </p:extLst>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KHẢI HOÀN CA 1 (325)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191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Israel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46660682"/>
      </p:ext>
    </p:extLst>
  </p:cSld>
  <p:clrMapOvr>
    <a:masterClrMapping/>
  </p:clrMapOvr>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KHẢI HOÀN CA 1 (325)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4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Đa-vít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71209130"/>
      </p:ext>
    </p:extLst>
  </p:cSld>
  <p:clrMapOvr>
    <a:masterClrMapping/>
  </p:clrMapOvr>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10459944"/>
      </p:ext>
    </p:extLst>
  </p:cSld>
  <p:clrMapOvr>
    <a:masterClrMapping/>
  </p:clrMapOvr>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tỏa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64828712"/>
      </p:ext>
    </p:extLst>
  </p:cSld>
  <p:clrMapOvr>
    <a:masterClrMapping/>
  </p:clrMapOvr>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6320"/>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hoàn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Alleluia! Xin tri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Alleluia!</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21214458"/>
      </p:ext>
    </p:extLst>
  </p:cSld>
  <p:clrMapOvr>
    <a:masterClrMapping/>
  </p:clrMapOvr>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70638243"/>
      </p:ext>
    </p:extLst>
  </p:cSld>
  <p:clrMapOvr>
    <a:masterClrMapping/>
  </p:clrMapOvr>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tỏa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40021627"/>
      </p:ext>
    </p:extLst>
  </p:cSld>
  <p:clrMapOvr>
    <a:masterClrMapping/>
  </p:clrMapOvr>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13945"/>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diệt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phiền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tỏa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Alleluia! Xin </a:t>
            </a:r>
            <a:r>
              <a:rPr lang="en-US" sz="5400" b="1" dirty="0" err="1">
                <a:latin typeface="Times New Roman" pitchFamily="18" charset="0"/>
                <a:cs typeface="Times New Roman" pitchFamily="18" charset="0"/>
              </a:rPr>
              <a:t>chúc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tụng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Alleluia!</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853710"/>
      </p:ext>
    </p:extLst>
  </p:cSld>
  <p:clrMapOvr>
    <a:masterClrMapping/>
  </p:clrMapOvr>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54477290"/>
      </p:ext>
    </p:extLst>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tỏa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86410745"/>
      </p:ext>
    </p:extLst>
  </p:cSld>
  <p:clrMapOvr>
    <a:masterClrMapping/>
  </p:clrMapOvr>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71145"/>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suy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miên</a:t>
            </a:r>
            <a:r>
              <a:rPr lang="en-US" sz="5400" b="1" dirty="0">
                <a:latin typeface="Times New Roman" pitchFamily="18" charset="0"/>
                <a:cs typeface="Times New Roman" pitchFamily="18" charset="0"/>
              </a:rPr>
              <a:t> man,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biên</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35253795"/>
      </p:ext>
    </p:extLst>
  </p:cSld>
  <p:clrMapOvr>
    <a:masterClrMapping/>
  </p:clrMapOvr>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71145"/>
            <a:ext cx="9144000" cy="5410200"/>
          </a:xfrm>
        </p:spPr>
        <p:txBody>
          <a:bodyPr>
            <a:noAutofit/>
          </a:bodyPr>
          <a:lstStyle/>
          <a:p>
            <a:pPr algn="just"/>
            <a:r>
              <a:rPr lang="en-US" sz="5400" b="1" dirty="0" err="1">
                <a:latin typeface="Times New Roman" pitchFamily="18" charset="0"/>
                <a:cs typeface="Times New Roman" pitchFamily="18" charset="0"/>
              </a:rPr>
              <a:t>Nhờ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ghi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Alleluia!</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755471420"/>
      </p:ext>
    </p:extLst>
  </p:cSld>
  <p:clrMapOvr>
    <a:masterClrMapping/>
  </p:clrMapOvr>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6387271"/>
      </p:ext>
    </p:extLst>
  </p:cSld>
  <p:clrMapOvr>
    <a:masterClrMapping/>
  </p:clrMapOvr>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tỏa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86410745"/>
      </p:ext>
    </p:extLst>
  </p:cSld>
  <p:clrMapOvr>
    <a:masterClrMapping/>
  </p:clrMapOvr>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Giê-su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thích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Kinh</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Alleluia.</a:t>
            </a:r>
          </a:p>
        </p:txBody>
      </p:sp>
    </p:spTree>
    <p:extLst>
      <p:ext uri="{BB962C8B-B14F-4D97-AF65-F5344CB8AC3E}">
        <p14:creationId xmlns:p14="http://schemas.microsoft.com/office/powerpoint/2010/main" val="567460366"/>
      </p:ext>
    </p:extLst>
  </p:cSld>
  <p:clrMapOvr>
    <a:masterClrMapping/>
  </p:clrMapOvr>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Loan tin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endParaRPr lang="en-US"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9098016"/>
      </p:ext>
    </p:extLst>
  </p:cSld>
  <p:clrMapOvr>
    <a:masterClrMapping/>
  </p:clrMapOvr>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Alleluia.</a:t>
            </a:r>
          </a:p>
        </p:txBody>
      </p:sp>
    </p:spTree>
    <p:extLst>
      <p:ext uri="{BB962C8B-B14F-4D97-AF65-F5344CB8AC3E}">
        <p14:creationId xmlns:p14="http://schemas.microsoft.com/office/powerpoint/2010/main" val="2415456611"/>
      </p:ext>
    </p:extLst>
  </p:cSld>
  <p:clrMapOvr>
    <a:masterClrMapping/>
  </p:clrMapOvr>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miến</a:t>
            </a:r>
            <a:r>
              <a:rPr lang="en-US" sz="5400" b="1" dirty="0">
                <a:latin typeface="Times New Roman" panose="02020603050405020304" pitchFamily="18" charset="0"/>
                <a:cs typeface="Times New Roman" panose="02020603050405020304" pitchFamily="18" charset="0"/>
              </a:rPr>
              <a:t>. Bao lao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Cha.</a:t>
            </a:r>
          </a:p>
        </p:txBody>
      </p:sp>
    </p:spTree>
    <p:extLst>
      <p:ext uri="{BB962C8B-B14F-4D97-AF65-F5344CB8AC3E}">
        <p14:creationId xmlns:p14="http://schemas.microsoft.com/office/powerpoint/2010/main" val="2669990031"/>
      </p:ext>
    </p:extLst>
  </p:cSld>
  <p:clrMapOvr>
    <a:masterClrMapping/>
  </p:clrMapOvr>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Alleluia.</a:t>
            </a:r>
          </a:p>
        </p:txBody>
      </p:sp>
    </p:spTree>
    <p:extLst>
      <p:ext uri="{BB962C8B-B14F-4D97-AF65-F5344CB8AC3E}">
        <p14:creationId xmlns:p14="http://schemas.microsoft.com/office/powerpoint/2010/main" val="757125768"/>
      </p:ext>
    </p:extLst>
  </p:cSld>
  <p:clrMapOvr>
    <a:masterClrMapping/>
  </p:clrMapOvr>
  <p:transition/>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smtClean="0">
                <a:latin typeface="Times New Roman" panose="02020603050405020304" pitchFamily="18" charset="0"/>
                <a:cs typeface="Times New Roman" panose="02020603050405020304" pitchFamily="18" charset="0"/>
              </a:rPr>
              <a:t>Chúa Ki-tô đã phải chịu khổ hình, và ngày thứ ba Người từ cõi chết sống lại, rồi phải nhân danh Người mà rao giảng sự thống hối ăn năn và ơn tha tội cho muôn dân. Alleluia</a:t>
            </a:r>
            <a:r>
              <a:rPr lang="en-US" sz="5400" b="1" smtClean="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a:latin typeface="Times New Roman" pitchFamily="18" charset="0"/>
                <a:cs typeface="Times New Roman" pitchFamily="18" charset="0"/>
              </a:rPr>
              <a:t>1. </a:t>
            </a:r>
            <a:r>
              <a:rPr lang="vi-VN" sz="5400" b="1" dirty="0">
                <a:latin typeface="Times New Roman" pitchFamily="18" charset="0"/>
                <a:cs typeface="Times New Roman" pitchFamily="18" charset="0"/>
              </a:rPr>
              <a:t>Tưởng rằng </a:t>
            </a:r>
            <a:r>
              <a:rPr lang="en-US" sz="5400" b="1" dirty="0" err="1">
                <a:latin typeface="Times New Roman" pitchFamily="18" charset="0"/>
                <a:cs typeface="Times New Roman" pitchFamily="18" charset="0"/>
              </a:rPr>
              <a:t>Người</a:t>
            </a:r>
            <a:r>
              <a:rPr lang="vi-VN" sz="5400" b="1" dirty="0">
                <a:latin typeface="Times New Roman" pitchFamily="18" charset="0"/>
                <a:cs typeface="Times New Roman" pitchFamily="18" charset="0"/>
              </a:rPr>
              <a:t> đã chết đi không bao 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thập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dài</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vỡ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mơ</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85826772"/>
      </p:ext>
    </p:extLst>
  </p:cSld>
  <p:clrMapOvr>
    <a:masterClrMapping/>
  </p:clrMapOvr>
  <p:transition/>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bao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23482409"/>
      </p:ext>
    </p:extLst>
  </p:cSld>
  <p:clrMapOvr>
    <a:masterClrMapping/>
  </p:clrMapOvr>
  <p:transition/>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4704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đập</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xích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xiềng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khúc</a:t>
            </a:r>
            <a:r>
              <a:rPr lang="en-US" sz="5400" b="1" dirty="0">
                <a:latin typeface="Times New Roman" pitchFamily="18" charset="0"/>
                <a:cs typeface="Times New Roman" pitchFamily="18" charset="0"/>
              </a:rPr>
              <a:t>. Alleluia!</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136045850"/>
      </p:ext>
    </p:extLst>
  </p:cSld>
  <p:clrMapOvr>
    <a:masterClrMapping/>
  </p:clrMapOvr>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60123"/>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qua bao </a:t>
            </a:r>
            <a:r>
              <a:rPr lang="en-US" sz="5400" b="1" dirty="0" err="1">
                <a:latin typeface="Times New Roman" pitchFamily="18" charset="0"/>
                <a:cs typeface="Times New Roman" pitchFamily="18" charset="0"/>
              </a:rPr>
              <a:t>nhục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âm</a:t>
            </a:r>
            <a:r>
              <a:rPr lang="en-US" sz="5400" b="1" dirty="0">
                <a:latin typeface="Times New Roman" pitchFamily="18" charset="0"/>
                <a:cs typeface="Times New Roman" pitchFamily="18" charset="0"/>
              </a:rPr>
              <a:t> u.</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27382306"/>
      </p:ext>
    </p:extLst>
  </p:cSld>
  <p:clrMapOvr>
    <a:masterClrMapping/>
  </p:clrMapOvr>
  <p:transition/>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xa</a:t>
            </a:r>
            <a:r>
              <a:rPr lang="en-US" sz="5400" b="1" dirty="0">
                <a:latin typeface="Times New Roman" pitchFamily="18" charset="0"/>
                <a:cs typeface="Times New Roman" pitchFamily="18" charset="0"/>
              </a:rPr>
              <a:t> bao ê </a:t>
            </a:r>
            <a:r>
              <a:rPr lang="en-US" sz="5400" b="1" dirty="0" err="1">
                <a:latin typeface="Times New Roman" pitchFamily="18" charset="0"/>
                <a:cs typeface="Times New Roman" pitchFamily="18" charset="0"/>
              </a:rPr>
              <a:t>chề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tuổi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ra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01723670"/>
      </p:ext>
    </p:extLst>
  </p:cSld>
  <p:clrMapOvr>
    <a:masterClrMapping/>
  </p:clrMapOvr>
  <p:transition/>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4704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đập</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xích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xiềng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khúc</a:t>
            </a:r>
            <a:r>
              <a:rPr lang="en-US" sz="5400" b="1" dirty="0">
                <a:latin typeface="Times New Roman" pitchFamily="18" charset="0"/>
                <a:cs typeface="Times New Roman" pitchFamily="18" charset="0"/>
              </a:rPr>
              <a:t>. Alleluia!</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41558197"/>
      </p:ext>
    </p:extLst>
  </p:cSld>
  <p:clrMapOvr>
    <a:masterClrMapping/>
  </p:clrMapOvr>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a:latin typeface="Times New Roman" pitchFamily="18" charset="0"/>
                <a:cs typeface="Times New Roman" pitchFamily="18" charset="0"/>
              </a:rPr>
              <a:t>1. </a:t>
            </a:r>
            <a:r>
              <a:rPr lang="vi-VN" sz="5400" b="1" dirty="0">
                <a:latin typeface="Times New Roman" pitchFamily="18" charset="0"/>
                <a:cs typeface="Times New Roman" pitchFamily="18" charset="0"/>
              </a:rPr>
              <a:t>Tưởng rằng </a:t>
            </a:r>
            <a:r>
              <a:rPr lang="en-US" sz="5400" b="1" dirty="0" err="1">
                <a:latin typeface="Times New Roman" pitchFamily="18" charset="0"/>
                <a:cs typeface="Times New Roman" pitchFamily="18" charset="0"/>
              </a:rPr>
              <a:t>Người</a:t>
            </a:r>
            <a:r>
              <a:rPr lang="vi-VN" sz="5400" b="1" dirty="0">
                <a:latin typeface="Times New Roman" pitchFamily="18" charset="0"/>
                <a:cs typeface="Times New Roman" pitchFamily="18" charset="0"/>
              </a:rPr>
              <a:t> đã chết đi không bao 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thập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dài</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vỡ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mơ</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3702291"/>
      </p:ext>
    </p:extLst>
  </p:cSld>
  <p:clrMapOvr>
    <a:masterClrMapping/>
  </p:clrMapOvr>
  <p:transition/>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bao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08792044"/>
      </p:ext>
    </p:extLst>
  </p:cSld>
  <p:clrMapOvr>
    <a:masterClrMapping/>
  </p:clrMapOvr>
  <p:transition/>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4704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đập</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xích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xiềng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khúc</a:t>
            </a:r>
            <a:r>
              <a:rPr lang="en-US" sz="5400" b="1" dirty="0">
                <a:latin typeface="Times New Roman" pitchFamily="18" charset="0"/>
                <a:cs typeface="Times New Roman" pitchFamily="18" charset="0"/>
              </a:rPr>
              <a:t>. Alleluia!</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90699522"/>
      </p:ext>
    </p:extLst>
  </p:cSld>
  <p:clrMapOvr>
    <a:masterClrMapping/>
  </p:clrMapOvr>
  <p:transition/>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60123"/>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qua bao </a:t>
            </a:r>
            <a:r>
              <a:rPr lang="en-US" sz="5400" b="1" dirty="0" err="1">
                <a:latin typeface="Times New Roman" pitchFamily="18" charset="0"/>
                <a:cs typeface="Times New Roman" pitchFamily="18" charset="0"/>
              </a:rPr>
              <a:t>nhục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âm</a:t>
            </a:r>
            <a:r>
              <a:rPr lang="en-US" sz="5400" b="1" dirty="0">
                <a:latin typeface="Times New Roman" pitchFamily="18" charset="0"/>
                <a:cs typeface="Times New Roman" pitchFamily="18" charset="0"/>
              </a:rPr>
              <a:t> u.</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46500396"/>
      </p:ext>
    </p:extLst>
  </p:cSld>
  <p:clrMapOvr>
    <a:masterClrMapping/>
  </p:clrMapOvr>
  <p:transition/>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xa</a:t>
            </a:r>
            <a:r>
              <a:rPr lang="en-US" sz="5400" b="1" dirty="0">
                <a:latin typeface="Times New Roman" pitchFamily="18" charset="0"/>
                <a:cs typeface="Times New Roman" pitchFamily="18" charset="0"/>
              </a:rPr>
              <a:t> bao ê </a:t>
            </a:r>
            <a:r>
              <a:rPr lang="en-US" sz="5400" b="1" dirty="0" err="1">
                <a:latin typeface="Times New Roman" pitchFamily="18" charset="0"/>
                <a:cs typeface="Times New Roman" pitchFamily="18" charset="0"/>
              </a:rPr>
              <a:t>chề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tuổi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ra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5290786"/>
      </p:ext>
    </p:extLst>
  </p:cSld>
  <p:clrMapOvr>
    <a:masterClrMapping/>
  </p:clrMapOvr>
  <p:transition/>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4704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đập</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xích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xiềng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khúc</a:t>
            </a:r>
            <a:r>
              <a:rPr lang="en-US" sz="5400" b="1" dirty="0">
                <a:latin typeface="Times New Roman" pitchFamily="18" charset="0"/>
                <a:cs typeface="Times New Roman" pitchFamily="18" charset="0"/>
              </a:rPr>
              <a:t>. Alleluia!</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29236403"/>
      </p:ext>
    </p:extLst>
  </p:cSld>
  <p:clrMapOvr>
    <a:masterClrMapping/>
  </p:clrMapOvr>
  <p:transition/>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019847A-475D-4D4D-92D0-B28F20ECE7F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EED77A3C-84AD-4560-887F-B71FE47993D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62749430"/>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KHẢI HOÀN CA 1 (325)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191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Israel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76898173"/>
      </p:ext>
    </p:extLst>
  </p:cSld>
  <p:clrMapOvr>
    <a:masterClrMapping/>
  </p:clrMapOvr>
  <p:transition/>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KHẢI HOÀN CA 1 (325)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4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Đa-vít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68737011"/>
      </p:ext>
    </p:extLst>
  </p:cSld>
  <p:clrMapOvr>
    <a:masterClrMapping/>
  </p:clrMapOvr>
  <p:transition/>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5940</TotalTime>
  <Words>3095</Words>
  <Application>Microsoft Office PowerPoint</Application>
  <PresentationFormat>On-screen Show (4:3)</PresentationFormat>
  <Paragraphs>205</Paragraphs>
  <Slides>73</Slides>
  <Notes>31</Notes>
  <HiddenSlides>0</HiddenSlides>
  <MMClips>0</MMClips>
  <ScaleCrop>false</ScaleCrop>
  <HeadingPairs>
    <vt:vector size="4" baseType="variant">
      <vt:variant>
        <vt:lpstr>Theme</vt:lpstr>
      </vt:variant>
      <vt:variant>
        <vt:i4>1</vt:i4>
      </vt:variant>
      <vt:variant>
        <vt:lpstr>Slide Titles</vt:lpstr>
      </vt:variant>
      <vt:variant>
        <vt:i4>73</vt:i4>
      </vt:variant>
    </vt:vector>
  </HeadingPairs>
  <TitlesOfParts>
    <vt:vector size="7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Hiệp Lễ                     MỪNG CHÚA PHỤC SINH (TK)</vt:lpstr>
      <vt:lpstr>Hiệp Lễ                     MỪNG CHÚA PHỤC SINH (TK)</vt:lpstr>
      <vt:lpstr>Hiệp Lễ                     MỪNG CHÚA PHỤC SINH (TK)</vt:lpstr>
      <vt:lpstr>PowerPoint Presentation</vt:lpstr>
      <vt:lpstr>PowerPoint Presentation</vt:lpstr>
      <vt:lpstr>Dâng lễ        TIẾN CA PHỤC SINH (VDA)</vt:lpstr>
      <vt:lpstr>Hiệp Lễ                    TÂM SỰ VỚI NGƯỜI SỐNG LẠI (VC)</vt:lpstr>
      <vt:lpstr>Kết Lễ                               KHẢI HOÀN CA 1 (325)</vt:lpstr>
      <vt:lpstr>Kết Lễ                               KHẢI HOÀN CA 1 (325)</vt:lpstr>
      <vt:lpstr>PowerPoint Presentation</vt:lpstr>
      <vt:lpstr>Hiệp Lễ                     MỪNG CHÚA PHỤC SINH (TK)</vt:lpstr>
      <vt:lpstr>Hiệp Lễ                     MỪNG CHÚA PHỤC SINH (TK)</vt:lpstr>
      <vt:lpstr>Hiệp Lễ                     MỪNG CHÚA PHỤC SINH (TK)</vt:lpstr>
      <vt:lpstr>Hiệp Lễ                     MỪNG CHÚA PHỤC SINH (TK)</vt:lpstr>
      <vt:lpstr>Hiệp Lễ                     MỪNG CHÚA PHỤC SINH (TK)</vt:lpstr>
      <vt:lpstr>Hiệp Lễ                     MỪNG CHÚA PHỤC SINH (TK)</vt:lpstr>
      <vt:lpstr>Hiệp Lễ                     MỪNG CHÚA PHỤC SINH (TK)</vt:lpstr>
      <vt:lpstr>Hiệp Lễ                     MỪNG CHÚA PHỤC SINH (TK)</vt:lpstr>
      <vt:lpstr>Hiệp Lễ                     MỪNG CHÚA PHỤC SINH (TK)</vt:lpstr>
      <vt:lpstr>Hiệp Lễ                     MỪNG CHÚA PHỤC SINH (TK)</vt:lpstr>
      <vt:lpstr>Hiệp Lễ                     MỪNG CHÚA PHỤC SINH (TK)</vt:lpstr>
      <vt:lpstr>Hiệp Lễ                     MỪNG CHÚA PHỤC SINH (TK)</vt:lpstr>
      <vt:lpstr>PowerPoint Presentation</vt:lpstr>
      <vt:lpstr>PowerPoint Presentation</vt:lpstr>
      <vt:lpstr>Dâng lễ        TIẾN CA PHỤC SINH (VDA)</vt:lpstr>
      <vt:lpstr>Dâng lễ        TIẾN CA PHỤC SINH (VDA)</vt:lpstr>
      <vt:lpstr>Dâng lễ        TIẾN CA PHỤC SINH (VDA)</vt:lpstr>
      <vt:lpstr>Dâng lễ        TIẾN CA PHỤC SINH (VDA)</vt:lpstr>
      <vt:lpstr>Dâng lễ        TIẾN CA PHỤC SINH (VDA)</vt:lpstr>
      <vt:lpstr>CA HIỆP LỄ</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PowerPoint Presentation</vt:lpstr>
      <vt:lpstr>Kết Lễ                               KHẢI HOÀN CA 1 (325)</vt:lpstr>
      <vt:lpstr>Kết Lễ                               KHẢI HOÀN CA 1 (325)</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Admin</cp:lastModifiedBy>
  <cp:revision>1490</cp:revision>
  <dcterms:created xsi:type="dcterms:W3CDTF">2018-09-17T12:52:44Z</dcterms:created>
  <dcterms:modified xsi:type="dcterms:W3CDTF">2021-04-18T13:28:08Z</dcterms:modified>
</cp:coreProperties>
</file>