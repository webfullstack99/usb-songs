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0"/>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447" r:id="rId29"/>
    <p:sldId id="5474" r:id="rId30"/>
    <p:sldId id="5475" r:id="rId31"/>
    <p:sldId id="5476" r:id="rId32"/>
    <p:sldId id="5477" r:id="rId33"/>
    <p:sldId id="5478" r:id="rId34"/>
    <p:sldId id="5479" r:id="rId35"/>
    <p:sldId id="5480" r:id="rId36"/>
    <p:sldId id="5481" r:id="rId37"/>
    <p:sldId id="5482" r:id="rId38"/>
    <p:sldId id="5399" r:id="rId39"/>
    <p:sldId id="3710" r:id="rId40"/>
    <p:sldId id="3711" r:id="rId41"/>
    <p:sldId id="5483" r:id="rId42"/>
    <p:sldId id="3712" r:id="rId43"/>
    <p:sldId id="5484" r:id="rId44"/>
    <p:sldId id="5402" r:id="rId45"/>
    <p:sldId id="5403" r:id="rId46"/>
    <p:sldId id="3525" r:id="rId47"/>
    <p:sldId id="3526" r:id="rId48"/>
    <p:sldId id="3527" r:id="rId49"/>
    <p:sldId id="5485" r:id="rId50"/>
    <p:sldId id="5472" r:id="rId51"/>
    <p:sldId id="5486" r:id="rId52"/>
    <p:sldId id="4106" r:id="rId53"/>
    <p:sldId id="3295" r:id="rId54"/>
    <p:sldId id="3296" r:id="rId55"/>
    <p:sldId id="3297" r:id="rId56"/>
    <p:sldId id="3298" r:id="rId57"/>
    <p:sldId id="3299" r:id="rId58"/>
    <p:sldId id="5487" r:id="rId59"/>
    <p:sldId id="3301" r:id="rId60"/>
    <p:sldId id="3302" r:id="rId61"/>
    <p:sldId id="5488" r:id="rId62"/>
    <p:sldId id="3304" r:id="rId63"/>
    <p:sldId id="3305" r:id="rId64"/>
    <p:sldId id="5489" r:id="rId65"/>
    <p:sldId id="5473" r:id="rId66"/>
    <p:sldId id="4099" r:id="rId67"/>
    <p:sldId id="4100" r:id="rId68"/>
    <p:sldId id="4101" r:id="rId69"/>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varScale="1">
        <p:scale>
          <a:sx n="86" d="100"/>
          <a:sy n="86" d="100"/>
        </p:scale>
        <p:origin x="1618" y="67"/>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09/05/2021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09/05/2021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09/05/2021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09/05/2021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09/05/2021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09/05/2021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09/05/2021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09/05/2021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09/05/2021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09/05/2021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09/05/2021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09/05/2021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09/05/2021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3BC5FC-8BB0-462D-BB28-70A53D0509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7FB29B2-1B19-4656-91AA-EE2D11E5DC7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41614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ĐÂU CÓ TÌNH YÊU THƯƠNG (207)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45426"/>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đấy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bi,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sủng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ý </a:t>
            </a:r>
            <a:r>
              <a:rPr lang="en-US" sz="5400" b="1" dirty="0" err="1">
                <a:latin typeface="Times New Roman" panose="02020603050405020304" pitchFamily="18" charset="0"/>
                <a:cs typeface="Times New Roman" panose="02020603050405020304" pitchFamily="18" charset="0"/>
              </a:rPr>
              <a:t>hợp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đầu</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đấy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61335175"/>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ĐÂU CÓ TÌNH YÊU THƯƠNG (207)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45426"/>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Nài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8739535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9777"/>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87927669"/>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61961"/>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Nếu</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All…All…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29214391"/>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CHA THƯƠNG (581)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6391564"/>
          </a:xfrm>
        </p:spPr>
        <p:txBody>
          <a:bodyPr>
            <a:noAutofit/>
          </a:bodyPr>
          <a:lstStyle/>
          <a:p>
            <a:pPr algn="just"/>
            <a:r>
              <a:rPr lang="en-US" sz="5400" b="1" dirty="0">
                <a:latin typeface="Times New Roman" pitchFamily="18" charset="0"/>
                <a:cs typeface="Times New Roman" pitchFamily="18" charset="0"/>
              </a:rPr>
              <a:t>ĐK: Xin Cha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Cho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94989535"/>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CHO CON BIẾT YÊU THƯƠNG 174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xuống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cõi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thảm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sầu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chỉ</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2010850633"/>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HƯƠNG LÒNG DÂNG MẸ (457)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5105400"/>
          </a:xfrm>
        </p:spPr>
        <p:txBody>
          <a:bodyPr>
            <a:noAutofit/>
          </a:bodyPr>
          <a:lstStyle/>
          <a:p>
            <a:pPr algn="just">
              <a:tabLst>
                <a:tab pos="2155825" algn="l"/>
              </a:tabLst>
            </a:pPr>
            <a:r>
              <a:rPr lang="vi-VN" sz="5400" b="1" dirty="0">
                <a:latin typeface="+mj-lt"/>
              </a:rPr>
              <a:t>1. Trầm hương nhẹ ngất ngây, lay lay áng mây ban chiều. Nguyện dâng Mẹ dấu yêu đời con trần gian rất cô liêu. </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111006651"/>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HƯƠNG LÒNG DÂNG MẸ (457)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5105400"/>
          </a:xfrm>
        </p:spPr>
        <p:txBody>
          <a:bodyPr>
            <a:noAutofit/>
          </a:bodyPr>
          <a:lstStyle/>
          <a:p>
            <a:pPr algn="just">
              <a:tabLst>
                <a:tab pos="2155825" algn="l"/>
              </a:tabLst>
            </a:pPr>
            <a:r>
              <a:rPr lang="vi-VN" sz="5400" b="1" dirty="0">
                <a:latin typeface="+mj-lt"/>
              </a:rPr>
              <a:t>Nguyện Mẹ che chở gìn giữ cho con luôn thắm thiết tin yêu. Dẫu cho đời cay đắng nhiều, dâng Mẹ hồn xác con.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417191483"/>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HƯƠNG LÒNG DÂNG MẸ (457)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74598"/>
            <a:ext cx="9144000" cy="5105400"/>
          </a:xfrm>
        </p:spPr>
        <p:txBody>
          <a:bodyPr>
            <a:noAutofit/>
          </a:bodyPr>
          <a:lstStyle/>
          <a:p>
            <a:pPr algn="just">
              <a:tabLst>
                <a:tab pos="2155825" algn="l"/>
              </a:tabLst>
            </a:pPr>
            <a:r>
              <a:rPr lang="vi-VN" sz="5400" b="1" dirty="0">
                <a:latin typeface="+mj-lt"/>
              </a:rPr>
              <a:t>ĐK: Con cầm trên tay nén trầm tỏa dịu thơm, trông về tòa cao tôn vinh Mẹ yêu dấu. Từng làn khói nồng nàn vương đầy vầng trán tội tình, nguyện Mẹ Chúa thiên đình vỗ về ủi an.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117972824"/>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A9A73-E670-42D4-A941-8C58CF4515F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0960168-5640-4286-8F10-6D8AACDD4B1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9987604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ĐÂU CÓ TÌNH YÊU THƯƠNG (207)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45426"/>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đấy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bi,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sủng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ý </a:t>
            </a:r>
            <a:r>
              <a:rPr lang="en-US" sz="5400" b="1" dirty="0" err="1">
                <a:latin typeface="Times New Roman" panose="02020603050405020304" pitchFamily="18" charset="0"/>
                <a:cs typeface="Times New Roman" panose="02020603050405020304" pitchFamily="18" charset="0"/>
              </a:rPr>
              <a:t>hợp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đầu</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đấy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46356792"/>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ĐÂU CÓ TÌNH YÊU THƯƠNG (207)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45426"/>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Nài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44366953"/>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ĐÂU CÓ TÌNH YÊU THƯƠNG (207)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45426"/>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đấy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bi,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sủng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ý </a:t>
            </a:r>
            <a:r>
              <a:rPr lang="en-US" sz="5400" b="1" dirty="0" err="1">
                <a:latin typeface="Times New Roman" panose="02020603050405020304" pitchFamily="18" charset="0"/>
                <a:cs typeface="Times New Roman" panose="02020603050405020304" pitchFamily="18" charset="0"/>
              </a:rPr>
              <a:t>hợp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đầu</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đấy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52277477"/>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ĐÂU CÓ TÌNH YÊU THƯƠNG (207)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45426"/>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ý. Xin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hợp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Diệt</a:t>
            </a:r>
            <a:r>
              <a:rPr lang="en-US" sz="5400" b="1" dirty="0">
                <a:latin typeface="Times New Roman" panose="02020603050405020304" pitchFamily="18" charset="0"/>
                <a:cs typeface="Times New Roman" panose="02020603050405020304" pitchFamily="18" charset="0"/>
              </a:rPr>
              <a:t> tan </a:t>
            </a:r>
            <a:r>
              <a:rPr lang="en-US" sz="5400" b="1" dirty="0" err="1">
                <a:latin typeface="Times New Roman" panose="02020603050405020304" pitchFamily="18" charset="0"/>
                <a:cs typeface="Times New Roman" panose="02020603050405020304" pitchFamily="18" charset="0"/>
              </a:rPr>
              <a:t>căm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thù</a:t>
            </a:r>
            <a:r>
              <a:rPr lang="en-US" sz="5400" b="1" dirty="0">
                <a:latin typeface="Times New Roman" panose="02020603050405020304" pitchFamily="18" charset="0"/>
                <a:cs typeface="Times New Roman" panose="02020603050405020304" pitchFamily="18" charset="0"/>
              </a:rPr>
              <a:t>, chia </a:t>
            </a:r>
            <a:r>
              <a:rPr lang="en-US" sz="5400" b="1" dirty="0" err="1">
                <a:latin typeface="Times New Roman" panose="02020603050405020304" pitchFamily="18" charset="0"/>
                <a:cs typeface="Times New Roman" panose="02020603050405020304" pitchFamily="18" charset="0"/>
              </a:rPr>
              <a:t>rẽ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hờn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ghét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34932243"/>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ĐÂU CÓ TÌNH YÊU THƯƠNG (207)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45426"/>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đấy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bi,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sủng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Đâu</a:t>
            </a:r>
            <a:r>
              <a:rPr lang="en-US" sz="5400" b="1" dirty="0">
                <a:latin typeface="Times New Roman" panose="02020603050405020304" pitchFamily="18" charset="0"/>
                <a:cs typeface="Times New Roman" panose="02020603050405020304" pitchFamily="18" charset="0"/>
              </a:rPr>
              <a:t> ý </a:t>
            </a:r>
            <a:r>
              <a:rPr lang="en-US" sz="5400" b="1" dirty="0" err="1">
                <a:latin typeface="Times New Roman" panose="02020603050405020304" pitchFamily="18" charset="0"/>
                <a:cs typeface="Times New Roman" panose="02020603050405020304" pitchFamily="18" charset="0"/>
              </a:rPr>
              <a:t>hợp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đầu</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đấy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41492301"/>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69777"/>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10334898"/>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61961"/>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Nếu</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All…All…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48645778"/>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CHA THƯƠNG (581)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47825"/>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đoàn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kính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rượu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Cùng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buồ</a:t>
            </a:r>
            <a:r>
              <a:rPr lang="en-US" sz="5400" b="1" dirty="0" err="1">
                <a:latin typeface="Times New Roman" pitchFamily="18" charset="0"/>
                <a:cs typeface="Times New Roman" pitchFamily="18" charset="0"/>
              </a:rPr>
              <a:t>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qua,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hiền</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08895623"/>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CHA THƯƠNG (581)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6391564"/>
          </a:xfrm>
        </p:spPr>
        <p:txBody>
          <a:bodyPr>
            <a:noAutofit/>
          </a:bodyPr>
          <a:lstStyle/>
          <a:p>
            <a:pPr algn="just"/>
            <a:r>
              <a:rPr lang="en-US" sz="5400" b="1" dirty="0">
                <a:latin typeface="Times New Roman" pitchFamily="18" charset="0"/>
                <a:cs typeface="Times New Roman" pitchFamily="18" charset="0"/>
              </a:rPr>
              <a:t>ĐK: Xin Cha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Cho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378642084"/>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CHA THƯƠNG (581)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47825"/>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2.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đoàn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kính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Cha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cần</a:t>
            </a:r>
            <a:r>
              <a:rPr lang="en-US" sz="5400" b="1" dirty="0">
                <a:solidFill>
                  <a:schemeClr val="tx1"/>
                </a:solidFill>
                <a:latin typeface="Times New Roman" pitchFamily="18" charset="0"/>
                <a:cs typeface="Times New Roman" pitchFamily="18" charset="0"/>
              </a:rPr>
              <a:t> lao </a:t>
            </a:r>
            <a:r>
              <a:rPr lang="en-US" sz="5400" b="1" dirty="0" err="1">
                <a:solidFill>
                  <a:schemeClr val="tx1"/>
                </a:solidFill>
                <a:latin typeface="Times New Roman" pitchFamily="18" charset="0"/>
                <a:cs typeface="Times New Roman" pitchFamily="18" charset="0"/>
              </a:rPr>
              <a:t>những</a:t>
            </a:r>
            <a:r>
              <a:rPr lang="en-US" sz="5400" b="1" dirty="0">
                <a:solidFill>
                  <a:schemeClr val="tx1"/>
                </a:solidFill>
                <a:latin typeface="Times New Roman" pitchFamily="18" charset="0"/>
                <a:cs typeface="Times New Roman" pitchFamily="18" charset="0"/>
              </a:rPr>
              <a:t> lo </a:t>
            </a:r>
            <a:r>
              <a:rPr lang="en-US" sz="5400" b="1" dirty="0" err="1">
                <a:solidFill>
                  <a:schemeClr val="tx1"/>
                </a:solidFill>
                <a:latin typeface="Times New Roman" pitchFamily="18" charset="0"/>
                <a:cs typeface="Times New Roman" pitchFamily="18" charset="0"/>
              </a:rPr>
              <a:t>âu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thức</a:t>
            </a:r>
            <a:r>
              <a:rPr lang="en-US" sz="5400" b="1" dirty="0">
                <a:solidFill>
                  <a:schemeClr val="tx1"/>
                </a:solidFill>
                <a:latin typeface="Times New Roman" pitchFamily="18" charset="0"/>
                <a:cs typeface="Times New Roman" pitchFamily="18" charset="0"/>
              </a:rPr>
              <a:t> bao </a:t>
            </a:r>
            <a:r>
              <a:rPr lang="en-US" sz="5400" b="1" dirty="0" err="1">
                <a:solidFill>
                  <a:schemeClr val="tx1"/>
                </a:solidFill>
                <a:latin typeface="Times New Roman" pitchFamily="18" charset="0"/>
                <a:cs typeface="Times New Roman" pitchFamily="18" charset="0"/>
              </a:rPr>
              <a:t>đêm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trường</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094201620"/>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CHA THƯƠNG (581)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6391564"/>
          </a:xfrm>
        </p:spPr>
        <p:txBody>
          <a:bodyPr>
            <a:noAutofit/>
          </a:bodyPr>
          <a:lstStyle/>
          <a:p>
            <a:pPr algn="just"/>
            <a:r>
              <a:rPr lang="en-US" sz="5400" b="1" dirty="0">
                <a:latin typeface="Times New Roman" pitchFamily="18" charset="0"/>
                <a:cs typeface="Times New Roman" pitchFamily="18" charset="0"/>
              </a:rPr>
              <a:t>ĐK: Xin Cha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Cho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710861050"/>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CHA THƯƠNG (581)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47825"/>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4. </a:t>
            </a:r>
            <a:r>
              <a:rPr lang="en-US" sz="5400" b="1" dirty="0" err="1">
                <a:solidFill>
                  <a:schemeClr val="tx1"/>
                </a:solidFill>
                <a:latin typeface="Times New Roman" pitchFamily="18" charset="0"/>
                <a:cs typeface="Times New Roman" pitchFamily="18" charset="0"/>
              </a:rPr>
              <a:t>Hiệp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kính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bao </a:t>
            </a:r>
            <a:r>
              <a:rPr lang="en-US" sz="5400" b="1" dirty="0" err="1">
                <a:solidFill>
                  <a:schemeClr val="tx1"/>
                </a:solidFill>
                <a:latin typeface="Times New Roman" pitchFamily="18" charset="0"/>
                <a:cs typeface="Times New Roman" pitchFamily="18" charset="0"/>
              </a:rPr>
              <a:t>bước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đường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trần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qua </a:t>
            </a:r>
            <a:r>
              <a:rPr lang="en-US" sz="5400" b="1" dirty="0" err="1">
                <a:solidFill>
                  <a:schemeClr val="tx1"/>
                </a:solidFill>
                <a:latin typeface="Times New Roman" pitchFamily="18" charset="0"/>
                <a:cs typeface="Times New Roman" pitchFamily="18" charset="0"/>
              </a:rPr>
              <a:t>với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lai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xin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dẫn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đêm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790621673"/>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CHA THƯƠNG (581)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6391564"/>
          </a:xfrm>
        </p:spPr>
        <p:txBody>
          <a:bodyPr>
            <a:noAutofit/>
          </a:bodyPr>
          <a:lstStyle/>
          <a:p>
            <a:pPr algn="just"/>
            <a:r>
              <a:rPr lang="en-US" sz="5400" b="1" dirty="0">
                <a:latin typeface="Times New Roman" pitchFamily="18" charset="0"/>
                <a:cs typeface="Times New Roman" pitchFamily="18" charset="0"/>
              </a:rPr>
              <a:t>ĐK: Xin Cha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Cho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636770320"/>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3587"/>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Alleluia.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CHO CON BIẾT YÊU THƯƠNG 174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9236" y="11430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1. Cho con </a:t>
            </a:r>
            <a:r>
              <a:rPr lang="en-US" sz="5400" b="1" dirty="0" err="1">
                <a:solidFill>
                  <a:schemeClr val="tx1"/>
                </a:solidFill>
                <a:latin typeface="Times New Roman" pitchFamily="18" charset="0"/>
                <a:cs typeface="Times New Roman" pitchFamily="18" charset="0"/>
              </a:rPr>
              <a:t>biết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Cho con </a:t>
            </a:r>
            <a:r>
              <a:rPr lang="en-US" sz="5400" b="1" dirty="0" err="1">
                <a:solidFill>
                  <a:schemeClr val="tx1"/>
                </a:solidFill>
                <a:latin typeface="Times New Roman" pitchFamily="18" charset="0"/>
                <a:cs typeface="Times New Roman" pitchFamily="18" charset="0"/>
              </a:rPr>
              <a:t>biết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cuộc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mọi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ơi</a:t>
            </a:r>
            <a:r>
              <a:rPr lang="en-US" sz="5400" b="1" dirty="0">
                <a:solidFill>
                  <a:schemeClr val="tx1"/>
                </a:solidFill>
                <a:latin typeface="Times New Roman" pitchFamily="18" charset="0"/>
                <a:cs typeface="Times New Roman" pitchFamily="18" charset="0"/>
              </a:rPr>
              <a:t>. </a:t>
            </a:r>
          </a:p>
        </p:txBody>
      </p:sp>
    </p:spTree>
    <p:extLst>
      <p:ext uri="{BB962C8B-B14F-4D97-AF65-F5344CB8AC3E}">
        <p14:creationId xmlns:p14="http://schemas.microsoft.com/office/powerpoint/2010/main" val="3477796536"/>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CHO CON BIẾT YÊU THƯƠNG 174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240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Cho con </a:t>
            </a:r>
            <a:r>
              <a:rPr lang="en-US" sz="5400" b="1" dirty="0" err="1">
                <a:solidFill>
                  <a:schemeClr val="tx1"/>
                </a:solidFill>
                <a:latin typeface="Times New Roman" pitchFamily="18" charset="0"/>
                <a:cs typeface="Times New Roman" pitchFamily="18" charset="0"/>
              </a:rPr>
              <a:t>biết</a:t>
            </a:r>
            <a:r>
              <a:rPr lang="en-US" sz="5400" b="1" dirty="0">
                <a:solidFill>
                  <a:schemeClr val="tx1"/>
                </a:solidFill>
                <a:latin typeface="Times New Roman" pitchFamily="18" charset="0"/>
                <a:cs typeface="Times New Roman" pitchFamily="18" charset="0"/>
              </a:rPr>
              <a:t> say </a:t>
            </a:r>
            <a:r>
              <a:rPr lang="en-US" sz="5400" b="1" dirty="0" err="1">
                <a:solidFill>
                  <a:schemeClr val="tx1"/>
                </a:solidFill>
                <a:latin typeface="Times New Roman" pitchFamily="18" charset="0"/>
                <a:cs typeface="Times New Roman" pitchFamily="18" charset="0"/>
              </a:rPr>
              <a:t>mê</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biết</a:t>
            </a:r>
            <a:r>
              <a:rPr lang="en-US" sz="5400" b="1" dirty="0">
                <a:solidFill>
                  <a:schemeClr val="tx1"/>
                </a:solidFill>
                <a:latin typeface="Times New Roman" pitchFamily="18" charset="0"/>
                <a:cs typeface="Times New Roman" pitchFamily="18" charset="0"/>
              </a:rPr>
              <a:t> say </a:t>
            </a:r>
            <a:r>
              <a:rPr lang="en-US" sz="5400" b="1" dirty="0" err="1">
                <a:solidFill>
                  <a:schemeClr val="tx1"/>
                </a:solidFill>
                <a:latin typeface="Times New Roman" pitchFamily="18" charset="0"/>
                <a:cs typeface="Times New Roman" pitchFamily="18" charset="0"/>
              </a:rPr>
              <a:t>mê</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cuộc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thôi</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2722480611"/>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CHO CON BIẾT YÊU THƯƠNG 174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xuống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cõi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thảm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sầu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chỉ</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2199347807"/>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CHO CON BIẾT YÊU THƯƠNG 174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9236" y="11430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2. Cho con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trung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chẳng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phụ</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mở</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rộng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say </a:t>
            </a:r>
            <a:r>
              <a:rPr lang="en-US" sz="5400" b="1" dirty="0" err="1">
                <a:solidFill>
                  <a:schemeClr val="tx1"/>
                </a:solidFill>
                <a:latin typeface="Times New Roman" pitchFamily="18" charset="0"/>
                <a:cs typeface="Times New Roman" pitchFamily="18" charset="0"/>
              </a:rPr>
              <a:t>đắm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a:t>
            </a:r>
            <a:r>
              <a:rPr lang="en-US" sz="5400" b="1" dirty="0">
                <a:solidFill>
                  <a:schemeClr val="tx1"/>
                </a:solidFill>
                <a:latin typeface="Times New Roman" pitchFamily="18" charset="0"/>
                <a:cs typeface="Times New Roman" pitchFamily="18" charset="0"/>
              </a:rPr>
              <a:t>. </a:t>
            </a:r>
          </a:p>
        </p:txBody>
      </p:sp>
    </p:spTree>
    <p:extLst>
      <p:ext uri="{BB962C8B-B14F-4D97-AF65-F5344CB8AC3E}">
        <p14:creationId xmlns:p14="http://schemas.microsoft.com/office/powerpoint/2010/main" val="885269412"/>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CHO CON BIẾT YÊU THƯƠNG 174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02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Cho con </a:t>
            </a:r>
            <a:r>
              <a:rPr lang="en-US" sz="5400" b="1" dirty="0" err="1">
                <a:solidFill>
                  <a:schemeClr val="tx1"/>
                </a:solidFill>
                <a:latin typeface="Times New Roman" pitchFamily="18" charset="0"/>
                <a:cs typeface="Times New Roman" pitchFamily="18" charset="0"/>
              </a:rPr>
              <a:t>vẫn</a:t>
            </a:r>
            <a:r>
              <a:rPr lang="en-US" sz="5400" b="1" dirty="0">
                <a:solidFill>
                  <a:schemeClr val="tx1"/>
                </a:solidFill>
                <a:latin typeface="Times New Roman" pitchFamily="18" charset="0"/>
                <a:cs typeface="Times New Roman" pitchFamily="18" charset="0"/>
              </a:rPr>
              <a:t> tin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biết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thứ</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thật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nhiều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quên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khổ</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sầu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thôi</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3959222356"/>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CHO CON BIẾT YÊU THƯƠNG 174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xuống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cõi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thảm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sầu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chỉ</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2809214127"/>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CHO CON BIẾT YÊU THƯƠNG 174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9236" y="11430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3. Cho con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ghi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sâu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mọi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thân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dù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thiệt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thòi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vẫn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ơi</a:t>
            </a:r>
            <a:r>
              <a:rPr lang="en-US" sz="5400" b="1" dirty="0">
                <a:solidFill>
                  <a:schemeClr val="tx1"/>
                </a:solidFill>
                <a:latin typeface="Times New Roman" pitchFamily="18" charset="0"/>
                <a:cs typeface="Times New Roman" pitchFamily="18" charset="0"/>
              </a:rPr>
              <a:t>. </a:t>
            </a:r>
          </a:p>
        </p:txBody>
      </p:sp>
    </p:spTree>
    <p:extLst>
      <p:ext uri="{BB962C8B-B14F-4D97-AF65-F5344CB8AC3E}">
        <p14:creationId xmlns:p14="http://schemas.microsoft.com/office/powerpoint/2010/main" val="3475371613"/>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CHO CON BIẾT YÊU THƯƠNG 174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3025"/>
            <a:ext cx="9144000" cy="5105400"/>
          </a:xfrm>
        </p:spPr>
        <p:txBody>
          <a:bodyPr>
            <a:noAutofit/>
          </a:bodyPr>
          <a:lstStyle/>
          <a:p>
            <a:pPr algn="just">
              <a:tabLst>
                <a:tab pos="2155825" algn="l"/>
              </a:tabLst>
            </a:pP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dẫu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nhiêu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khổ</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dẫu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nhiêu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muộn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phiền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dủ</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ơi</a:t>
            </a:r>
            <a:r>
              <a:rPr lang="en-US" sz="5400" b="1" dirty="0">
                <a:latin typeface="Times New Roman" pitchFamily="18" charset="0"/>
                <a:cs typeface="Times New Roman" pitchFamily="18" charset="0"/>
              </a:rPr>
              <a:t>.</a:t>
            </a:r>
          </a:p>
        </p:txBody>
      </p:sp>
    </p:spTree>
    <p:extLst>
      <p:ext uri="{BB962C8B-B14F-4D97-AF65-F5344CB8AC3E}">
        <p14:creationId xmlns:p14="http://schemas.microsoft.com/office/powerpoint/2010/main" val="1075361248"/>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CHO CON BIẾT YÊU THƯƠNG 174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xuống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cõi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thảm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sầu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chỉ</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345661571"/>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CHO CON BIẾT YÊU THƯƠNG 174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9236" y="11430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4.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quên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treo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thập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ai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ngờ</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lần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hững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hờ</a:t>
            </a:r>
            <a:r>
              <a:rPr lang="en-US" sz="5400" b="1" dirty="0">
                <a:solidFill>
                  <a:schemeClr val="tx1"/>
                </a:solidFill>
                <a:latin typeface="Times New Roman" pitchFamily="18" charset="0"/>
                <a:cs typeface="Times New Roman" pitchFamily="18" charset="0"/>
              </a:rPr>
              <a:t>. </a:t>
            </a:r>
          </a:p>
        </p:txBody>
      </p:sp>
    </p:spTree>
    <p:extLst>
      <p:ext uri="{BB962C8B-B14F-4D97-AF65-F5344CB8AC3E}">
        <p14:creationId xmlns:p14="http://schemas.microsoft.com/office/powerpoint/2010/main" val="400595093"/>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CHO CON BIẾT YÊU THƯƠNG 174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43025"/>
            <a:ext cx="9144000" cy="5105400"/>
          </a:xfrm>
        </p:spPr>
        <p:txBody>
          <a:bodyPr>
            <a:noAutofit/>
          </a:bodyPr>
          <a:lstStyle/>
          <a:p>
            <a:pPr algn="just">
              <a:tabLst>
                <a:tab pos="2155825" algn="l"/>
              </a:tabLst>
            </a:pP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nhục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đưa</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về</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nẻo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đường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đường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bờ</a:t>
            </a:r>
            <a:r>
              <a:rPr lang="en-US" sz="5400" b="1" dirty="0">
                <a:latin typeface="Times New Roman" pitchFamily="18" charset="0"/>
                <a:cs typeface="Times New Roman" pitchFamily="18" charset="0"/>
              </a:rPr>
              <a:t>.</a:t>
            </a:r>
          </a:p>
        </p:txBody>
      </p:sp>
    </p:spTree>
    <p:extLst>
      <p:ext uri="{BB962C8B-B14F-4D97-AF65-F5344CB8AC3E}">
        <p14:creationId xmlns:p14="http://schemas.microsoft.com/office/powerpoint/2010/main" val="2730243806"/>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CHO CON BIẾT YÊU THƯƠNG 174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xuống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cõi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thảm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sầu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mến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chỉ</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4136545020"/>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42B78-4DC0-409F-892C-544A4FD8215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C6570BE-ABBF-49C1-86A8-8B660F223FE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63847390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HƯƠNG LÒNG DÂNG MẸ (457)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5105400"/>
          </a:xfrm>
        </p:spPr>
        <p:txBody>
          <a:bodyPr>
            <a:noAutofit/>
          </a:bodyPr>
          <a:lstStyle/>
          <a:p>
            <a:pPr algn="just">
              <a:tabLst>
                <a:tab pos="2155825" algn="l"/>
              </a:tabLst>
            </a:pPr>
            <a:r>
              <a:rPr lang="vi-VN" sz="5400" b="1" dirty="0">
                <a:latin typeface="+mj-lt"/>
              </a:rPr>
              <a:t>1. Trầm hương nhẹ ngất ngây, lay lay áng mây ban chiều. Nguyện dâng Mẹ dấu yêu đời con trần gian rất cô liêu. </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705838133"/>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HƯƠNG LÒNG DÂNG MẸ (457)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5105400"/>
          </a:xfrm>
        </p:spPr>
        <p:txBody>
          <a:bodyPr>
            <a:noAutofit/>
          </a:bodyPr>
          <a:lstStyle/>
          <a:p>
            <a:pPr algn="just">
              <a:tabLst>
                <a:tab pos="2155825" algn="l"/>
              </a:tabLst>
            </a:pPr>
            <a:r>
              <a:rPr lang="vi-VN" sz="5400" b="1" dirty="0">
                <a:latin typeface="+mj-lt"/>
              </a:rPr>
              <a:t>Nguyện Mẹ che chở gìn giữ cho con luôn thắm thiết tin yêu. Dẫu cho đời cay đắng nhiều, dâng Mẹ hồn xác con.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608865786"/>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HƯƠNG LÒNG DÂNG MẸ (457)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74598"/>
            <a:ext cx="9144000" cy="5105400"/>
          </a:xfrm>
        </p:spPr>
        <p:txBody>
          <a:bodyPr>
            <a:noAutofit/>
          </a:bodyPr>
          <a:lstStyle/>
          <a:p>
            <a:pPr algn="just">
              <a:tabLst>
                <a:tab pos="2155825" algn="l"/>
              </a:tabLst>
            </a:pPr>
            <a:r>
              <a:rPr lang="vi-VN" sz="5400" b="1" dirty="0">
                <a:latin typeface="+mj-lt"/>
              </a:rPr>
              <a:t>ĐK: Con cầm trên tay nén trầm tỏa dịu thơm, trông về tòa cao tôn vinh Mẹ yêu dấu. Từng làn khói nồng nàn vương đầy vầng trán tội tình, nguyện Mẹ Chúa thiên đình vỗ về ủi an.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530166552"/>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6039</TotalTime>
  <Words>3203</Words>
  <Application>Microsoft Office PowerPoint</Application>
  <PresentationFormat>On-screen Show (4:3)</PresentationFormat>
  <Paragraphs>167</Paragraphs>
  <Slides>68</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68</vt:i4>
      </vt:variant>
    </vt:vector>
  </HeadingPairs>
  <TitlesOfParts>
    <vt:vector size="73"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ĐÂU CÓ TÌNH YÊU THƯƠNG (207)</vt:lpstr>
      <vt:lpstr>Nhập Lễ                         ĐÂU CÓ TÌNH YÊU THƯƠNG (207)</vt:lpstr>
      <vt:lpstr>PowerPoint Presentation</vt:lpstr>
      <vt:lpstr>PowerPoint Presentation</vt:lpstr>
      <vt:lpstr>Dâng Lễ                                      XIN CHA THƯƠNG (581)</vt:lpstr>
      <vt:lpstr>Hiệp Lễ                    CHO CON BIẾT YÊU THƯƠNG 174</vt:lpstr>
      <vt:lpstr>Kết Lễ                                HƯƠNG LÒNG DÂNG MẸ (457)</vt:lpstr>
      <vt:lpstr>Kết Lễ                                HƯƠNG LÒNG DÂNG MẸ (457)</vt:lpstr>
      <vt:lpstr>Kết Lễ                                HƯƠNG LÒNG DÂNG MẸ (457)</vt:lpstr>
      <vt:lpstr>PowerPoint Presentation</vt:lpstr>
      <vt:lpstr>Nhập Lễ                         ĐÂU CÓ TÌNH YÊU THƯƠNG (207)</vt:lpstr>
      <vt:lpstr>Nhập Lễ                         ĐÂU CÓ TÌNH YÊU THƯƠNG (207)</vt:lpstr>
      <vt:lpstr>Nhập Lễ                         ĐÂU CÓ TÌNH YÊU THƯƠNG (207)</vt:lpstr>
      <vt:lpstr>Nhập Lễ                         ĐÂU CÓ TÌNH YÊU THƯƠNG (207)</vt:lpstr>
      <vt:lpstr>Nhập Lễ                         ĐÂU CÓ TÌNH YÊU THƯƠNG (207)</vt:lpstr>
      <vt:lpstr>PowerPoint Presentation</vt:lpstr>
      <vt:lpstr>PowerPoint Presentation</vt:lpstr>
      <vt:lpstr>Dâng Lễ                                      XIN CHA THƯƠNG (581)</vt:lpstr>
      <vt:lpstr>Dâng Lễ                                      XIN CHA THƯƠNG (581)</vt:lpstr>
      <vt:lpstr>Dâng Lễ                                      XIN CHA THƯƠNG (581)</vt:lpstr>
      <vt:lpstr>Dâng Lễ                                      XIN CHA THƯƠNG (581)</vt:lpstr>
      <vt:lpstr>Dâng Lễ                                      XIN CHA THƯƠNG (581)</vt:lpstr>
      <vt:lpstr>Dâng Lễ                                      XIN CHA THƯƠNG (581)</vt:lpstr>
      <vt:lpstr>CA HIỆP LỄ</vt:lpstr>
      <vt:lpstr>Hiệp Lễ                    CHO CON BIẾT YÊU THƯƠNG 174</vt:lpstr>
      <vt:lpstr>Hiệp Lễ                    CHO CON BIẾT YÊU THƯƠNG 174</vt:lpstr>
      <vt:lpstr>Hiệp Lễ                    CHO CON BIẾT YÊU THƯƠNG 174</vt:lpstr>
      <vt:lpstr>Hiệp Lễ                    CHO CON BIẾT YÊU THƯƠNG 174</vt:lpstr>
      <vt:lpstr>Hiệp Lễ                    CHO CON BIẾT YÊU THƯƠNG 174</vt:lpstr>
      <vt:lpstr>Hiệp Lễ                    CHO CON BIẾT YÊU THƯƠNG 174</vt:lpstr>
      <vt:lpstr>Hiệp Lễ                    CHO CON BIẾT YÊU THƯƠNG 174</vt:lpstr>
      <vt:lpstr>Hiệp Lễ                    CHO CON BIẾT YÊU THƯƠNG 174</vt:lpstr>
      <vt:lpstr>Hiệp Lễ                    CHO CON BIẾT YÊU THƯƠNG 174</vt:lpstr>
      <vt:lpstr>Hiệp Lễ                    CHO CON BIẾT YÊU THƯƠNG 174</vt:lpstr>
      <vt:lpstr>Hiệp Lễ                    CHO CON BIẾT YÊU THƯƠNG 174</vt:lpstr>
      <vt:lpstr>Hiệp Lễ                    CHO CON BIẾT YÊU THƯƠNG 174</vt:lpstr>
      <vt:lpstr>PowerPoint Presentation</vt:lpstr>
      <vt:lpstr>Kết Lễ                                HƯƠNG LÒNG DÂNG MẸ (457)</vt:lpstr>
      <vt:lpstr>Kết Lễ                                HƯƠNG LÒNG DÂNG MẸ (457)</vt:lpstr>
      <vt:lpstr>Kết Lễ                                HƯƠNG LÒNG DÂNG MẸ (457)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1507</cp:revision>
  <dcterms:created xsi:type="dcterms:W3CDTF">2018-09-17T12:52:44Z</dcterms:created>
  <dcterms:modified xsi:type="dcterms:W3CDTF">2021-05-09T04:59:58Z</dcterms:modified>
</cp:coreProperties>
</file>