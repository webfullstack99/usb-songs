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7"/>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034" r:id="rId29"/>
    <p:sldId id="5074" r:id="rId30"/>
    <p:sldId id="5075" r:id="rId31"/>
    <p:sldId id="5076" r:id="rId32"/>
    <p:sldId id="5077" r:id="rId33"/>
    <p:sldId id="5078" r:id="rId34"/>
    <p:sldId id="5079" r:id="rId35"/>
    <p:sldId id="5080" r:id="rId36"/>
    <p:sldId id="5081" r:id="rId37"/>
    <p:sldId id="5082" r:id="rId38"/>
    <p:sldId id="4954" r:id="rId39"/>
    <p:sldId id="3209" r:id="rId40"/>
    <p:sldId id="5044" r:id="rId41"/>
    <p:sldId id="5072" r:id="rId42"/>
    <p:sldId id="5045" r:id="rId43"/>
    <p:sldId id="5073" r:id="rId44"/>
    <p:sldId id="5016" r:id="rId45"/>
    <p:sldId id="5017" r:id="rId46"/>
    <p:sldId id="4570" r:id="rId47"/>
    <p:sldId id="5047" r:id="rId48"/>
    <p:sldId id="5048" r:id="rId49"/>
    <p:sldId id="5049" r:id="rId50"/>
    <p:sldId id="5050" r:id="rId51"/>
    <p:sldId id="5054" r:id="rId52"/>
    <p:sldId id="4106" r:id="rId53"/>
    <p:sldId id="4327" r:id="rId54"/>
    <p:sldId id="5055" r:id="rId55"/>
    <p:sldId id="5056" r:id="rId56"/>
    <p:sldId id="5060" r:id="rId57"/>
    <p:sldId id="5061" r:id="rId58"/>
    <p:sldId id="5064" r:id="rId59"/>
    <p:sldId id="5062" r:id="rId60"/>
    <p:sldId id="5063" r:id="rId61"/>
    <p:sldId id="5065" r:id="rId62"/>
    <p:sldId id="5071" r:id="rId63"/>
    <p:sldId id="5066" r:id="rId64"/>
    <p:sldId id="5069" r:id="rId65"/>
    <p:sldId id="5070" r:id="rId6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50" d="100"/>
          <a:sy n="50" d="100"/>
        </p:scale>
        <p:origin x="2650" y="830"/>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14/02/2021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14/02/2021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DCDC2-81EE-4CDE-A900-907496321A4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B9EBBD7-331E-44AF-9303-542241B2C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721541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ĐK. Ngày đầu xuân con dâng lên Thiên Chúa chí tôn lời cảm mến chúc khen cha chí lành. Chúa đã ban thêm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một</a:t>
            </a:r>
            <a:r>
              <a:rPr lang="vi-VN" sz="5400" b="1" dirty="0">
                <a:latin typeface="+mj-lt"/>
              </a:rPr>
              <a:t> mùa xuân, mùa xuân sáng tươi hy vọng cho mọi người trên dương gian.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42235392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1. Xuân đã về trên quê hương và khắp ruộng đồng. Xuân đã về xuân hy vọng mùa xuân vinh quang. Xin Chúa trời cho quê hương Việt Nam thái bình, để mọi người cùng hiệp nhất trong niềm tin yêu.</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91218523"/>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1353853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Anh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66106124"/>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vi-VN" sz="5400" b="1" dirty="0">
                <a:latin typeface="+mj-lt"/>
              </a:rPr>
              <a:t>ĐK: Ngày xuân dâng lên là dâng lên, Chúa xuân ơi xin nhận cho đời. Hương lòng trong những ngày xuân, thiết tha lời yêu mến tạ ơn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3817989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264"/>
            <a:ext cx="9144000" cy="5810513"/>
          </a:xfrm>
        </p:spPr>
        <p:txBody>
          <a:bodyPr>
            <a:noAutofit/>
          </a:bodyPr>
          <a:lstStyle/>
          <a:p>
            <a:pPr algn="just"/>
            <a:r>
              <a:rPr lang="vi-VN" sz="5400" b="1" dirty="0">
                <a:latin typeface="+mj-lt"/>
              </a:rPr>
              <a:t>ĐK: Tạ ơn Cha xin tạ ơn Cha vì những ơn lành Cha ban một năm qua. Tạ ơn Cha xin tạ ơn Cha vì muôn ơn phúc tuôn tràn qua tháng năm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071341750"/>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46160"/>
            <a:ext cx="9144000" cy="7030720"/>
          </a:xfrm>
        </p:spPr>
        <p:txBody>
          <a:bodyPr>
            <a:noAutofit/>
          </a:bodyPr>
          <a:lstStyle/>
          <a:p>
            <a:pPr algn="just"/>
            <a:r>
              <a:rPr lang="vi-VN" sz="5400" b="1" dirty="0">
                <a:latin typeface="+mj-lt"/>
              </a:rPr>
              <a:t>1. Hòa lời tụng ca mừng Tân Niên Chúa ban. Một mùa xuân mới tràn thắm muôn hồng ân. Người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hân hoan vì Ngài ban năm tháng. Hát khen danh Ngài là Chúa của thời gian.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0016388"/>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2653"/>
            <a:ext cx="9144000" cy="7030720"/>
          </a:xfrm>
        </p:spPr>
        <p:txBody>
          <a:bodyPr>
            <a:noAutofit/>
          </a:bodyPr>
          <a:lstStyle/>
          <a:p>
            <a:pPr algn="just"/>
            <a:r>
              <a:rPr lang="vi-VN" sz="5400" b="1" dirty="0">
                <a:latin typeface="+mj-lt"/>
              </a:rPr>
              <a:t>ĐK: Hãy đến cảm mến Chúa Trời ban cho xuân tươi rạng ngời. Đẹp màu hồng ân đầy dư muôn sức sống.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613031404"/>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2653"/>
            <a:ext cx="9144000" cy="7030720"/>
          </a:xfrm>
        </p:spPr>
        <p:txBody>
          <a:bodyPr>
            <a:noAutofit/>
          </a:bodyPr>
          <a:lstStyle/>
          <a:p>
            <a:pPr algn="just"/>
            <a:r>
              <a:rPr lang="vi-VN" sz="5400" b="1" dirty="0">
                <a:latin typeface="+mj-lt"/>
              </a:rPr>
              <a:t>Hãy cất tiếng hát vang lừng. Như muôn chim non trên đồng. Mừng chào mùa xuân về dâng hương ngát thơm.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859616062"/>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ĐK. Ngày đầu xuân con dâng lên Thiên Chúa chí tôn lời cảm mến chúc khen cha chí lành. Chúa đã ban thêm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một</a:t>
            </a:r>
            <a:r>
              <a:rPr lang="vi-VN" sz="5400" b="1" dirty="0">
                <a:latin typeface="+mj-lt"/>
              </a:rPr>
              <a:t> mùa xuân, mùa xuân sáng tươi hy vọng cho mọi người trên dương gian.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43806"/>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1. Xuân đã về trên quê hương và khắp ruộng đồng. Xuân đã về xuân hy vọng mùa xuân vinh quang. Xin Chúa trời cho quê hương Việt Nam thái bình, để mọi người cùng hiệp nhất trong niềm tin yêu.</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57563312"/>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ĐK. Ngày đầu xuân con dâng lên Thiên Chúa chí tôn lời cảm mến chúc khen cha chí lành. Chúa đã ban thêm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một</a:t>
            </a:r>
            <a:r>
              <a:rPr lang="vi-VN" sz="5400" b="1" dirty="0">
                <a:latin typeface="+mj-lt"/>
              </a:rPr>
              <a:t> mùa xuân, mùa xuân sáng tươi hy vọng cho mọi người trên dương gian.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77933366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2. Xuân đã về cho quê hương bừng sáng hy vọng. Xuân đã về khắp phố phường và trên thôn trang. Con khẩn cầu cho nhân dân Việt Nam thái hòa, để mọi người cùng đoàn kết vang lời hoan ca.</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03931331"/>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XUÂN HY VỌNG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5992"/>
            <a:ext cx="9144000" cy="7030720"/>
          </a:xfrm>
        </p:spPr>
        <p:txBody>
          <a:bodyPr>
            <a:noAutofit/>
          </a:bodyPr>
          <a:lstStyle/>
          <a:p>
            <a:pPr algn="just"/>
            <a:r>
              <a:rPr lang="vi-VN" sz="5400" b="1" dirty="0">
                <a:latin typeface="+mj-lt"/>
              </a:rPr>
              <a:t>ĐK. Ngày đầu xuân con dâng lên Thiên Chúa chí tôn lời cảm mến chúc khen cha chí lành. Chúa đã ban thêm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một</a:t>
            </a:r>
            <a:r>
              <a:rPr lang="vi-VN" sz="5400" b="1" dirty="0">
                <a:latin typeface="+mj-lt"/>
              </a:rPr>
              <a:t> mùa xuân, mùa xuân sáng tươi hy vọng cho mọi người trên dương gian.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83471017"/>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Anh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1/ Ngày Xuân xin dâng lên Cha đóa hoa hồng vườn xanh mới nở. Ngày Xuân xin dâng lên Cha tiếng ca tràn đầy ý thơ. </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283339070"/>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vi-VN" sz="5400" b="1" dirty="0">
                <a:latin typeface="+mj-lt"/>
              </a:rPr>
              <a:t>Ngày nắng héo hắt lúc mưa sa, ôi giờ này đã qua. Dâng Trời ngàn ước mơ nồng nàn, dâng đầy tràn giữa ngày xuân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741158409"/>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vi-VN" sz="5400" b="1" dirty="0">
                <a:latin typeface="+mj-lt"/>
              </a:rPr>
              <a:t>ĐK: Ngày xuân dâng lên là dâng lên, Chúa xuân ơi xin nhận cho đời. Hương lòng trong những ngày xuân, thiết tha lời yêu mến tạ ơn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737379497"/>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2/ Mùa Đông mênh mang trôi qua, cánh chim trời mùa xuân đã mở. Thời gian dâng trong tay Cha, với bao mùa của lá hoa. </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290289244"/>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vi-VN" sz="5400" b="1" dirty="0">
                <a:latin typeface="+mj-lt"/>
              </a:rPr>
              <a:t>Đời sống có lúc ngát muôn hương, có ngày đầy gió sương. Xin Trời dìu bước đi miệt mài, êm đềm nhịp sống ngày mai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98487748"/>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NGÀY XUÂN XIN DÂNG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vi-VN" sz="5400" b="1" dirty="0">
                <a:latin typeface="+mj-lt"/>
              </a:rPr>
              <a:t>ĐK: Ngày xuân dâng lên là dâng lên, Chúa xuân ơi xin nhận cho đời. Hương lòng trong những ngày xuân, thiết tha lời yêu mến tạ ơn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66646477"/>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5738"/>
            <a:ext cx="9144000" cy="6391564"/>
          </a:xfrm>
        </p:spPr>
        <p:txBody>
          <a:bodyPr>
            <a:noAutofit/>
          </a:bodyPr>
          <a:lstStyle/>
          <a:p>
            <a:pPr algn="just"/>
            <a:r>
              <a:rPr lang="vi-VN" sz="5400" b="1" dirty="0">
                <a:latin typeface="+mj-lt"/>
              </a:rPr>
              <a:t>1/ Trong ngày đầu năm mới xin dâng lên Chúa lao công con người. Bao hoa quả tốt tươi chính Chúa tác thành cho đơm bông kết trái.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2877501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46160"/>
            <a:ext cx="9144000" cy="7030720"/>
          </a:xfrm>
        </p:spPr>
        <p:txBody>
          <a:bodyPr>
            <a:noAutofit/>
          </a:bodyPr>
          <a:lstStyle/>
          <a:p>
            <a:pPr algn="just"/>
            <a:r>
              <a:rPr lang="vi-VN" sz="5400" b="1" dirty="0">
                <a:latin typeface="+mj-lt"/>
              </a:rPr>
              <a:t>Xin Chúa khứng thánh hóa những công việc chúng con làm để làm Vinh Danh Chúa, để làm Vinh Danh 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6480512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264"/>
            <a:ext cx="9144000" cy="5810513"/>
          </a:xfrm>
        </p:spPr>
        <p:txBody>
          <a:bodyPr>
            <a:noAutofit/>
          </a:bodyPr>
          <a:lstStyle/>
          <a:p>
            <a:pPr algn="just"/>
            <a:r>
              <a:rPr lang="vi-VN" sz="5400" b="1" dirty="0">
                <a:latin typeface="+mj-lt"/>
              </a:rPr>
              <a:t>ĐK: Tạ ơn Cha xin tạ ơn Cha vì những ơn lành Cha ban một năm qua. Tạ ơn Cha xin tạ ơn Cha vì muôn ơn phúc tuôn tràn qua tháng năm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859343514"/>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5738"/>
            <a:ext cx="9144000" cy="6391564"/>
          </a:xfrm>
        </p:spPr>
        <p:txBody>
          <a:bodyPr>
            <a:noAutofit/>
          </a:bodyPr>
          <a:lstStyle/>
          <a:p>
            <a:pPr algn="just"/>
            <a:r>
              <a:rPr lang="vi-VN" sz="5400" b="1" dirty="0">
                <a:latin typeface="+mj-lt"/>
              </a:rPr>
              <a:t>2/ Trong ngày đầu năm mới xin tri ân Chúa thương yêu nhân trần. Ban ơn lành chứa chan, phúc đức dư tràn ơn thiêng tuôn lai láng.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34459299"/>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46160"/>
            <a:ext cx="9144000" cy="7030720"/>
          </a:xfrm>
        </p:spPr>
        <p:txBody>
          <a:bodyPr>
            <a:noAutofit/>
          </a:bodyPr>
          <a:lstStyle/>
          <a:p>
            <a:pPr algn="just"/>
            <a:r>
              <a:rPr lang="vi-VN" sz="5400" b="1" dirty="0">
                <a:latin typeface="+mj-lt"/>
              </a:rPr>
              <a:t>Dâng Chúa những yếu đuối kiếp con người chóng qua này, để mùa xuân ơn phúc làm đẹp đời con mãi, như nhánh mai vàng sắc xuân hiệp lòng hái dâng về Chúa trên trời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6362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264"/>
            <a:ext cx="9144000" cy="5810513"/>
          </a:xfrm>
        </p:spPr>
        <p:txBody>
          <a:bodyPr>
            <a:noAutofit/>
          </a:bodyPr>
          <a:lstStyle/>
          <a:p>
            <a:pPr algn="just"/>
            <a:r>
              <a:rPr lang="vi-VN" sz="5400" b="1" dirty="0">
                <a:latin typeface="+mj-lt"/>
              </a:rPr>
              <a:t>ĐK: Tạ ơn Cha xin tạ ơn Cha vì những ơn lành Cha ban một năm qua. Tạ ơn Cha xin tạ ơn Cha vì muôn ơn phúc tuôn tràn qua tháng năm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710902028"/>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5738"/>
            <a:ext cx="9144000" cy="6391564"/>
          </a:xfrm>
        </p:spPr>
        <p:txBody>
          <a:bodyPr>
            <a:noAutofit/>
          </a:bodyPr>
          <a:lstStyle/>
          <a:p>
            <a:pPr algn="just"/>
            <a:r>
              <a:rPr lang="vi-VN" sz="5400" b="1" dirty="0">
                <a:latin typeface="+mj-lt"/>
              </a:rPr>
              <a:t>3/ Dâng từng ngày con sống, dâng bao mơ ước, dâng bao hy vọng. Mong sống đời mến thương, góp sức xây dựng tương lai thêm tươi sáng.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794214130"/>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46160"/>
            <a:ext cx="9144000" cy="7030720"/>
          </a:xfrm>
        </p:spPr>
        <p:txBody>
          <a:bodyPr>
            <a:noAutofit/>
          </a:bodyPr>
          <a:lstStyle/>
          <a:p>
            <a:pPr algn="just"/>
            <a:r>
              <a:rPr lang="vi-VN" sz="5400" b="1" dirty="0">
                <a:latin typeface="+mj-lt"/>
              </a:rPr>
              <a:t>Xin Chúa hãy chúc phúc hết muôn nhà sống an hòa, cuộc đời luôn chan chứa một mùa xuân ân thánh. Đây những tâm tình thiết tha hiệp lòng kính dâng Cha uy linh toàn năng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347389050"/>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XUÂN TẠ ƠN (HP)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264"/>
            <a:ext cx="9144000" cy="5810513"/>
          </a:xfrm>
        </p:spPr>
        <p:txBody>
          <a:bodyPr>
            <a:noAutofit/>
          </a:bodyPr>
          <a:lstStyle/>
          <a:p>
            <a:pPr algn="just"/>
            <a:r>
              <a:rPr lang="vi-VN" sz="5400" b="1" dirty="0">
                <a:latin typeface="+mj-lt"/>
              </a:rPr>
              <a:t>ĐK: Tạ ơn Cha xin tạ ơn Cha vì những ơn lành Cha ban một năm qua. Tạ ơn Cha xin tạ ơn Cha vì muôn ơn phúc tuôn tràn qua tháng năm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434760658"/>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65DA3-A083-4037-9658-961F96EB39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681A0E-458D-480E-A42C-381BF5A0DED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178891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46160"/>
            <a:ext cx="9144000" cy="7030720"/>
          </a:xfrm>
        </p:spPr>
        <p:txBody>
          <a:bodyPr>
            <a:noAutofit/>
          </a:bodyPr>
          <a:lstStyle/>
          <a:p>
            <a:pPr algn="just"/>
            <a:r>
              <a:rPr lang="vi-VN" sz="5400" b="1" dirty="0">
                <a:latin typeface="+mj-lt"/>
              </a:rPr>
              <a:t>1. Hòa lời tụng ca mừng Tân Niên Chúa ban. Một mùa xuân mới tràn thắm muôn hồng ân. Người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hân hoan vì Ngài ban năm tháng. Hát khen danh Ngài là Chúa của thời gian.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438739768"/>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2653"/>
            <a:ext cx="9144000" cy="7030720"/>
          </a:xfrm>
        </p:spPr>
        <p:txBody>
          <a:bodyPr>
            <a:noAutofit/>
          </a:bodyPr>
          <a:lstStyle/>
          <a:p>
            <a:pPr algn="just"/>
            <a:r>
              <a:rPr lang="vi-VN" sz="5400" b="1" dirty="0">
                <a:latin typeface="+mj-lt"/>
              </a:rPr>
              <a:t>ĐK: Hãy đến cảm mến Chúa Trời ban cho xuân tươi rạng ngời. Đẹp màu hồng ân đầy dư muôn sức sống.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63552722"/>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CHÀO MÙA XUÂN (ĐVH)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2653"/>
            <a:ext cx="9144000" cy="7030720"/>
          </a:xfrm>
        </p:spPr>
        <p:txBody>
          <a:bodyPr>
            <a:noAutofit/>
          </a:bodyPr>
          <a:lstStyle/>
          <a:p>
            <a:pPr algn="just"/>
            <a:r>
              <a:rPr lang="vi-VN" sz="5400" b="1" dirty="0">
                <a:latin typeface="+mj-lt"/>
              </a:rPr>
              <a:t>Hãy cất tiếng hát vang lừng. Như muôn chim non trên đồng. Mừng chào mùa xuân về dâng hương ngát thơm.</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20055227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5588</TotalTime>
  <Words>3037</Words>
  <Application>Microsoft Office PowerPoint</Application>
  <PresentationFormat>On-screen Show (4:3)</PresentationFormat>
  <Paragraphs>161</Paragraphs>
  <Slides>65</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XUÂN HY VỌNG (NK)</vt:lpstr>
      <vt:lpstr>Nhập Lễ                                       XUÂN HY VỌNG (NK)</vt:lpstr>
      <vt:lpstr>PowerPoint Presentation</vt:lpstr>
      <vt:lpstr>PowerPoint Presentation</vt:lpstr>
      <vt:lpstr>Dâng Lễ                                 NGÀY XUÂN XIN DÂNG (PXC)</vt:lpstr>
      <vt:lpstr>Hiệp Lễ                                    XUÂN TẠ ƠN (HP)</vt:lpstr>
      <vt:lpstr>Kết Lễ                              MỪNG CHÀO MÙA XUÂN (ĐVH)</vt:lpstr>
      <vt:lpstr>Kết Lễ                              MỪNG CHÀO MÙA XUÂN (ĐVH)</vt:lpstr>
      <vt:lpstr>Kết Lễ                              MỪNG CHÀO MÙA XUÂN (ĐVH)</vt:lpstr>
      <vt:lpstr>PowerPoint Presentation</vt:lpstr>
      <vt:lpstr>Nhập Lễ                                       XUÂN HY VỌNG (NK)</vt:lpstr>
      <vt:lpstr>Nhập Lễ                                       XUÂN HY VỌNG (NK)</vt:lpstr>
      <vt:lpstr>Nhập Lễ                                       XUÂN HY VỌNG (NK)</vt:lpstr>
      <vt:lpstr>Nhập Lễ                                       XUÂN HY VỌNG (NK)</vt:lpstr>
      <vt:lpstr>Nhập Lễ                                       XUÂN HY VỌNG (NK)</vt:lpstr>
      <vt:lpstr>PowerPoint Presentation</vt:lpstr>
      <vt:lpstr>PowerPoint Presentation</vt:lpstr>
      <vt:lpstr>Dâng Lễ                                 NGÀY XUÂN XIN DÂNG (PXC)</vt:lpstr>
      <vt:lpstr>Dâng Lễ                                 NGÀY XUÂN XIN DÂNG (PXC)</vt:lpstr>
      <vt:lpstr>Dâng Lễ                                 NGÀY XUÂN XIN DÂNG (PXC)</vt:lpstr>
      <vt:lpstr>Dâng Lễ                                 NGÀY XUÂN XIN DÂNG (PXC)</vt:lpstr>
      <vt:lpstr>Dâng Lễ                                 NGÀY XUÂN XIN DÂNG (PXC)</vt:lpstr>
      <vt:lpstr>Dâng Lễ                                 NGÀY XUÂN XIN DÂNG (PXC)</vt:lpstr>
      <vt:lpstr>CA HIỆP LỄ</vt:lpstr>
      <vt:lpstr>Hiệp Lễ                                    XUÂN TẠ ƠN (HP)</vt:lpstr>
      <vt:lpstr>Hiệp Lễ                                    XUÂN TẠ ƠN (HP)</vt:lpstr>
      <vt:lpstr>Hiệp Lễ                                    XUÂN TẠ ƠN (HP)</vt:lpstr>
      <vt:lpstr>Hiệp Lễ                                    XUÂN TẠ ƠN (HP)</vt:lpstr>
      <vt:lpstr>Hiệp Lễ                                    XUÂN TẠ ƠN (HP)</vt:lpstr>
      <vt:lpstr>Hiệp Lễ                                    XUÂN TẠ ƠN (HP)</vt:lpstr>
      <vt:lpstr>Hiệp Lễ                                    XUÂN TẠ ƠN (HP)</vt:lpstr>
      <vt:lpstr>Hiệp Lễ                                    XUÂN TẠ ƠN (HP)</vt:lpstr>
      <vt:lpstr>Hiệp Lễ                                    XUÂN TẠ ƠN (HP)</vt:lpstr>
      <vt:lpstr>PowerPoint Presentation</vt:lpstr>
      <vt:lpstr>Kết Lễ                              MỪNG CHÀO MÙA XUÂN (ĐVH)</vt:lpstr>
      <vt:lpstr>Kết Lễ                              MỪNG CHÀO MÙA XUÂN (ĐVH)</vt:lpstr>
      <vt:lpstr>Kết Lễ                              MỪNG CHÀO MÙA XUÂN (ĐVH)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1424</cp:revision>
  <dcterms:created xsi:type="dcterms:W3CDTF">2018-09-17T12:52:44Z</dcterms:created>
  <dcterms:modified xsi:type="dcterms:W3CDTF">2021-02-14T08:11:04Z</dcterms:modified>
</cp:coreProperties>
</file>