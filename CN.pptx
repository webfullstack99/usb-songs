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0"/>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447" r:id="rId29"/>
    <p:sldId id="5448" r:id="rId30"/>
    <p:sldId id="5449" r:id="rId31"/>
    <p:sldId id="5450" r:id="rId32"/>
    <p:sldId id="5451" r:id="rId33"/>
    <p:sldId id="5452" r:id="rId34"/>
    <p:sldId id="5453" r:id="rId35"/>
    <p:sldId id="5454" r:id="rId36"/>
    <p:sldId id="5455" r:id="rId37"/>
    <p:sldId id="5399" r:id="rId38"/>
    <p:sldId id="5441" r:id="rId39"/>
    <p:sldId id="5442" r:id="rId40"/>
    <p:sldId id="5456" r:id="rId41"/>
    <p:sldId id="5435" r:id="rId42"/>
    <p:sldId id="5457" r:id="rId43"/>
    <p:sldId id="5402" r:id="rId44"/>
    <p:sldId id="5403" r:id="rId45"/>
    <p:sldId id="5436" r:id="rId46"/>
    <p:sldId id="5437" r:id="rId47"/>
    <p:sldId id="5438" r:id="rId48"/>
    <p:sldId id="5458" r:id="rId49"/>
    <p:sldId id="5439" r:id="rId50"/>
    <p:sldId id="5459" r:id="rId51"/>
    <p:sldId id="4106" r:id="rId52"/>
    <p:sldId id="3658" r:id="rId53"/>
    <p:sldId id="5443" r:id="rId54"/>
    <p:sldId id="5460" r:id="rId55"/>
    <p:sldId id="5444" r:id="rId56"/>
    <p:sldId id="5461" r:id="rId57"/>
    <p:sldId id="5445" r:id="rId58"/>
    <p:sldId id="5462" r:id="rId59"/>
    <p:sldId id="5463" r:id="rId60"/>
    <p:sldId id="5464" r:id="rId61"/>
    <p:sldId id="5465" r:id="rId62"/>
    <p:sldId id="5466" r:id="rId63"/>
    <p:sldId id="5467" r:id="rId64"/>
    <p:sldId id="5468" r:id="rId65"/>
    <p:sldId id="5396" r:id="rId66"/>
    <p:sldId id="5393" r:id="rId67"/>
    <p:sldId id="5469" r:id="rId68"/>
    <p:sldId id="5470" r:id="rId6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73" d="100"/>
          <a:sy n="73" d="100"/>
        </p:scale>
        <p:origin x="-588" y="-102"/>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 Type="http://schemas.openxmlformats.org/officeDocument/2006/relationships/slide" Target="slides/slide6.xml"/><Relationship Id="rId71"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02/05/2021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3583700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22591154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33</a:t>
            </a:fld>
            <a:endParaRPr lang="en-US"/>
          </a:p>
        </p:txBody>
      </p:sp>
    </p:spTree>
    <p:extLst>
      <p:ext uri="{BB962C8B-B14F-4D97-AF65-F5344CB8AC3E}">
        <p14:creationId xmlns:p14="http://schemas.microsoft.com/office/powerpoint/2010/main" val="23693067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40952194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22338364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21570985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38</a:t>
            </a:fld>
            <a:endParaRPr lang="en-US"/>
          </a:p>
        </p:txBody>
      </p:sp>
    </p:spTree>
    <p:extLst>
      <p:ext uri="{BB962C8B-B14F-4D97-AF65-F5344CB8AC3E}">
        <p14:creationId xmlns:p14="http://schemas.microsoft.com/office/powerpoint/2010/main" val="2218317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18802477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9500924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10161850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6540834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20953236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39632285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1936440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18699271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49</a:t>
            </a:fld>
            <a:endParaRPr lang="en-US"/>
          </a:p>
        </p:txBody>
      </p:sp>
    </p:spTree>
    <p:extLst>
      <p:ext uri="{BB962C8B-B14F-4D97-AF65-F5344CB8AC3E}">
        <p14:creationId xmlns:p14="http://schemas.microsoft.com/office/powerpoint/2010/main" val="35569578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50</a:t>
            </a:fld>
            <a:endParaRPr lang="en-US"/>
          </a:p>
        </p:txBody>
      </p:sp>
    </p:spTree>
    <p:extLst>
      <p:ext uri="{BB962C8B-B14F-4D97-AF65-F5344CB8AC3E}">
        <p14:creationId xmlns:p14="http://schemas.microsoft.com/office/powerpoint/2010/main" val="1856194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52</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14836005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587681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19192855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39732824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35046318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10851592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747764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2468089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34066450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42386633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8614236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38430050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11688530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36230950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1666176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02/05/2021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52044114"/>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 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99792270"/>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8569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câu</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2740239"/>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Ai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3937880"/>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3563114"/>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57640957"/>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1.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Đây</a:t>
            </a:r>
            <a:r>
              <a:rPr lang="vi-VN" sz="5400" b="1" dirty="0">
                <a:latin typeface="+mj-lt"/>
              </a:rPr>
              <a:t> muôn vạn lời ca con xin dâng Mẹ cánh hoa lòng. Xin nối kết muôn màu trong mối tình nhiệm mầu mến thương.</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3083530"/>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ĐK. Cùng xin dâng lên trước ngai Mẹ muôn hoa lòng thành con kính dâng. Nguyện Mẹ thương nâng đỡ cho con sống yên vui hưởng ơn thái bình.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54977924"/>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BFA9A73-E670-42D4-A941-8C58CF4515F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60960168-5640-4286-8F10-6D8AACDD4B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987604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45643307"/>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 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301725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56191176"/>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 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76905730"/>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1044885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8569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câu</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1033489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Ai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8645778"/>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1/ Xin dâng tiến Ngài bánh này hoa màu đồng xanh. Xin dâng tiến Ngài rượu nho thơm ngát hương say. Là do công lao đôi tay bao ngày khó nhọc. Chúa ơi nhân từ thương nhận của lễ con dâng.</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674220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2022910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2/ Xin dâng tiến Ngài đây là những giọt mô hôi. Tan trong đất mềm làm cho bông lúa thêm tươi. Nhọc nhằn gian lao trôi đi qua từng tháng ngày. Cúi xin Cha lành thương nhận của lễ hôm nay.</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89218649"/>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105708"/>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3/ Xưa trên cõi trần Chúa đã hiến mình vì yêu. Ban cho máu thịt thần lương nuôi sống linh hồn. Giờ đây con dâng, dâng lên ly rượu bánh này. Ước mong chân thành nên một cùng lễ năm xưa.</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9915425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98220317"/>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nhành</a:t>
            </a:r>
            <a:r>
              <a:rPr lang="en-US" sz="5400" b="1" dirty="0">
                <a:latin typeface="Times New Roman" panose="02020603050405020304" pitchFamily="18" charset="0"/>
                <a:cs typeface="Times New Roman" panose="02020603050405020304" pitchFamily="18" charset="0"/>
              </a:rPr>
              <a:t>, ai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lìa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héo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91263942"/>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145663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chi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Cha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90489511"/>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800516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19829989"/>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79996962"/>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lìa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héo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1015448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59447680"/>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chi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Cha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69093516"/>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94077862"/>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3936780"/>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3021524"/>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DD87FAE-BEE1-4B37-84E1-F5A545824E7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122D66EC-BE70-4FCD-B16A-0E3F5D74712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9833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1.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Đây</a:t>
            </a:r>
            <a:r>
              <a:rPr lang="vi-VN" sz="5400" b="1" dirty="0">
                <a:latin typeface="+mj-lt"/>
              </a:rPr>
              <a:t> muôn vạn lời ca con xin dâng Mẹ cánh hoa lòng. Xin nối kết muôn màu trong mối tình nhiệm mầu mến thương.</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812070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965960"/>
            <a:ext cx="9144000" cy="5410200"/>
          </a:xfrm>
        </p:spPr>
        <p:txBody>
          <a:bodyPr>
            <a:noAutofit/>
          </a:bodyPr>
          <a:lstStyle/>
          <a:p>
            <a:pPr algn="just"/>
            <a:r>
              <a:rPr lang="vi-VN" sz="5400" b="1" dirty="0">
                <a:latin typeface="+mj-lt"/>
              </a:rPr>
              <a:t>2. Như hoa hồng tươi xinh trong gai chông nụ vẫn khoe mầu. </a:t>
            </a:r>
            <a:r>
              <a:rPr lang="en-US" sz="5400" b="1" dirty="0">
                <a:latin typeface="Times New Roman" panose="02020603050405020304" pitchFamily="18" charset="0"/>
                <a:cs typeface="Times New Roman" panose="02020603050405020304" pitchFamily="18" charset="0"/>
              </a:rPr>
              <a:t>Bao</a:t>
            </a:r>
            <a:r>
              <a:rPr lang="vi-VN" sz="5400" b="1" dirty="0">
                <a:latin typeface="+mj-lt"/>
              </a:rPr>
              <a:t> lao khó cuộc đời xin dắt dìu vượt mọi hiểm nguy.</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9495301"/>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ĐK. Cùng xin dâng lên trước ngai Mẹ muôn hoa lòng thành con kính dâng. Nguyện Mẹ thương nâng đỡ cho con sống yên vui hưởng ơn thái bình.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2608780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6025</TotalTime>
  <Words>3070</Words>
  <Application>Microsoft Office PowerPoint</Application>
  <PresentationFormat>On-screen Show (4:3)</PresentationFormat>
  <Paragraphs>200</Paragraphs>
  <Slides>68</Slides>
  <Notes>36</Notes>
  <HiddenSlides>0</HiddenSlides>
  <MMClips>0</MMClips>
  <ScaleCrop>false</ScaleCrop>
  <HeadingPairs>
    <vt:vector size="4" baseType="variant">
      <vt:variant>
        <vt:lpstr>Theme</vt:lpstr>
      </vt:variant>
      <vt:variant>
        <vt:i4>1</vt:i4>
      </vt:variant>
      <vt:variant>
        <vt:lpstr>Slide Titles</vt:lpstr>
      </vt:variant>
      <vt:variant>
        <vt:i4>68</vt:i4>
      </vt:variant>
    </vt:vector>
  </HeadingPairs>
  <TitlesOfParts>
    <vt:vector size="69"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HÁT LÊN ĐI (TD)</vt:lpstr>
      <vt:lpstr>Hiệp Lễ                              HÃY HÁT LÊN ĐI (TD)</vt:lpstr>
      <vt:lpstr>PowerPoint Presentation</vt:lpstr>
      <vt:lpstr>PowerPoint Presentation</vt:lpstr>
      <vt:lpstr>Dâng Lễ                             LỄ DÂNG HIỆP NHẤT (QT)</vt:lpstr>
      <vt:lpstr>Hiệp Lễ                      NIỀM TÂM SỰ (AL)</vt:lpstr>
      <vt:lpstr>Kết Lễ                      SẮC HOA DÂNG MẸ (HB)</vt:lpstr>
      <vt:lpstr>Kết Lễ                      SẮC HOA DÂNG MẸ (HB)</vt:lpstr>
      <vt:lpstr>PowerPoint Presentation</vt:lpstr>
      <vt:lpstr>Nhập Lễ                             HÃY HÁT LÊN ĐI (TD)</vt:lpstr>
      <vt:lpstr>Hiệp Lễ                              HÃY HÁT LÊN ĐI (TD)</vt:lpstr>
      <vt:lpstr>Nhập Lễ                             HÃY HÁT LÊN ĐI (TD)</vt:lpstr>
      <vt:lpstr>Hiệp Lễ                              HÃY HÁT LÊN ĐI (TD)</vt:lpstr>
      <vt:lpstr>Nhập Lễ                             HÃY HÁT LÊN ĐI (TD)</vt:lpstr>
      <vt:lpstr>PowerPoint Presentation</vt:lpstr>
      <vt:lpstr>PowerPoint Presentation</vt:lpstr>
      <vt:lpstr>Dâng Lễ                             LỄ DÂNG HIỆP NHẤT (QT)</vt:lpstr>
      <vt:lpstr>Dâng Lễ                             LỄ DÂNG HIỆP NHẤT (QT)</vt:lpstr>
      <vt:lpstr>Dâng Lễ                             LỄ DÂNG HIỆP NHẤT (QT)</vt:lpstr>
      <vt:lpstr>Dâng Lễ                             LỄ DÂNG HIỆP NHẤT (QT)</vt:lpstr>
      <vt:lpstr>Dâng Lễ                             LỄ DÂNG HIỆP NHẤT (QT)</vt:lpstr>
      <vt:lpstr>Dâng Lễ                             LỄ DÂNG HIỆP NHẤT (QT)</vt:lpstr>
      <vt:lpstr>CA HIỆP LỄ</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PowerPoint Presentation</vt:lpstr>
      <vt:lpstr>Kết Lễ                      SẮC HOA DÂNG MẸ (HB)</vt:lpstr>
      <vt:lpstr>Kết Lễ                      SẮC HOA DÂNG MẸ (HB)</vt:lpstr>
      <vt:lpstr>Kết Lễ                      SẮC HOA DÂNG MẸ (HB)</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1502</cp:revision>
  <dcterms:created xsi:type="dcterms:W3CDTF">2018-09-17T12:52:44Z</dcterms:created>
  <dcterms:modified xsi:type="dcterms:W3CDTF">2021-05-02T12:44:33Z</dcterms:modified>
</cp:coreProperties>
</file>