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83"/>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4954" r:id="rId29"/>
    <p:sldId id="4955" r:id="rId30"/>
    <p:sldId id="4956" r:id="rId31"/>
    <p:sldId id="4957" r:id="rId32"/>
    <p:sldId id="4958" r:id="rId33"/>
    <p:sldId id="4959" r:id="rId34"/>
    <p:sldId id="4960" r:id="rId35"/>
    <p:sldId id="4961" r:id="rId36"/>
    <p:sldId id="4962" r:id="rId37"/>
    <p:sldId id="4963" r:id="rId38"/>
    <p:sldId id="4905" r:id="rId39"/>
    <p:sldId id="1551" r:id="rId40"/>
    <p:sldId id="1550" r:id="rId41"/>
    <p:sldId id="4934" r:id="rId42"/>
    <p:sldId id="4933" r:id="rId43"/>
    <p:sldId id="4935" r:id="rId44"/>
    <p:sldId id="4936" r:id="rId45"/>
    <p:sldId id="4937" r:id="rId46"/>
    <p:sldId id="4938" r:id="rId47"/>
    <p:sldId id="4939" r:id="rId48"/>
    <p:sldId id="4927" r:id="rId49"/>
    <p:sldId id="4928" r:id="rId50"/>
    <p:sldId id="4929" r:id="rId51"/>
    <p:sldId id="4943" r:id="rId52"/>
    <p:sldId id="4940" r:id="rId53"/>
    <p:sldId id="4944" r:id="rId54"/>
    <p:sldId id="4941" r:id="rId55"/>
    <p:sldId id="4942" r:id="rId56"/>
    <p:sldId id="4106" r:id="rId57"/>
    <p:sldId id="2851" r:id="rId58"/>
    <p:sldId id="2852" r:id="rId59"/>
    <p:sldId id="2853" r:id="rId60"/>
    <p:sldId id="2854" r:id="rId61"/>
    <p:sldId id="2855" r:id="rId62"/>
    <p:sldId id="2856" r:id="rId63"/>
    <p:sldId id="4948" r:id="rId64"/>
    <p:sldId id="4949" r:id="rId65"/>
    <p:sldId id="2859" r:id="rId66"/>
    <p:sldId id="4947" r:id="rId67"/>
    <p:sldId id="4950" r:id="rId68"/>
    <p:sldId id="4951" r:id="rId69"/>
    <p:sldId id="4945" r:id="rId70"/>
    <p:sldId id="4946" r:id="rId71"/>
    <p:sldId id="4952" r:id="rId72"/>
    <p:sldId id="4953" r:id="rId73"/>
    <p:sldId id="3342" r:id="rId74"/>
    <p:sldId id="3343" r:id="rId75"/>
    <p:sldId id="4890" r:id="rId76"/>
    <p:sldId id="4502" r:id="rId77"/>
    <p:sldId id="4503" r:id="rId78"/>
    <p:sldId id="4504" r:id="rId79"/>
    <p:sldId id="4505" r:id="rId80"/>
    <p:sldId id="4506" r:id="rId81"/>
    <p:sldId id="4507" r:id="rId82"/>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591" autoAdjust="0"/>
    <p:restoredTop sz="86404" autoAdjust="0"/>
  </p:normalViewPr>
  <p:slideViewPr>
    <p:cSldViewPr snapToGrid="0">
      <p:cViewPr varScale="1">
        <p:scale>
          <a:sx n="82" d="100"/>
          <a:sy n="82" d="100"/>
        </p:scale>
        <p:origin x="1613" y="58"/>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17/01/2021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29</a:t>
            </a:fld>
            <a:endParaRPr lang="en-US"/>
          </a:p>
        </p:txBody>
      </p:sp>
    </p:spTree>
    <p:extLst>
      <p:ext uri="{BB962C8B-B14F-4D97-AF65-F5344CB8AC3E}">
        <p14:creationId xmlns:p14="http://schemas.microsoft.com/office/powerpoint/2010/main" val="7322144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30</a:t>
            </a:fld>
            <a:endParaRPr lang="en-US"/>
          </a:p>
        </p:txBody>
      </p:sp>
    </p:spTree>
    <p:extLst>
      <p:ext uri="{BB962C8B-B14F-4D97-AF65-F5344CB8AC3E}">
        <p14:creationId xmlns:p14="http://schemas.microsoft.com/office/powerpoint/2010/main" val="31350118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39</a:t>
            </a:fld>
            <a:endParaRPr lang="en-US"/>
          </a:p>
        </p:txBody>
      </p:sp>
    </p:spTree>
    <p:extLst>
      <p:ext uri="{BB962C8B-B14F-4D97-AF65-F5344CB8AC3E}">
        <p14:creationId xmlns:p14="http://schemas.microsoft.com/office/powerpoint/2010/main" val="17370293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40</a:t>
            </a:fld>
            <a:endParaRPr lang="en-US"/>
          </a:p>
        </p:txBody>
      </p:sp>
    </p:spTree>
    <p:extLst>
      <p:ext uri="{BB962C8B-B14F-4D97-AF65-F5344CB8AC3E}">
        <p14:creationId xmlns:p14="http://schemas.microsoft.com/office/powerpoint/2010/main" val="29938158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41</a:t>
            </a:fld>
            <a:endParaRPr lang="en-US"/>
          </a:p>
        </p:txBody>
      </p:sp>
    </p:spTree>
    <p:extLst>
      <p:ext uri="{BB962C8B-B14F-4D97-AF65-F5344CB8AC3E}">
        <p14:creationId xmlns:p14="http://schemas.microsoft.com/office/powerpoint/2010/main" val="20968927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42</a:t>
            </a:fld>
            <a:endParaRPr lang="en-US"/>
          </a:p>
        </p:txBody>
      </p:sp>
    </p:spTree>
    <p:extLst>
      <p:ext uri="{BB962C8B-B14F-4D97-AF65-F5344CB8AC3E}">
        <p14:creationId xmlns:p14="http://schemas.microsoft.com/office/powerpoint/2010/main" val="28323101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43</a:t>
            </a:fld>
            <a:endParaRPr lang="en-US"/>
          </a:p>
        </p:txBody>
      </p:sp>
    </p:spTree>
    <p:extLst>
      <p:ext uri="{BB962C8B-B14F-4D97-AF65-F5344CB8AC3E}">
        <p14:creationId xmlns:p14="http://schemas.microsoft.com/office/powerpoint/2010/main" val="2163011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44</a:t>
            </a:fld>
            <a:endParaRPr lang="en-US"/>
          </a:p>
        </p:txBody>
      </p:sp>
    </p:spTree>
    <p:extLst>
      <p:ext uri="{BB962C8B-B14F-4D97-AF65-F5344CB8AC3E}">
        <p14:creationId xmlns:p14="http://schemas.microsoft.com/office/powerpoint/2010/main" val="40997409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45</a:t>
            </a:fld>
            <a:endParaRPr lang="en-US"/>
          </a:p>
        </p:txBody>
      </p:sp>
    </p:spTree>
    <p:extLst>
      <p:ext uri="{BB962C8B-B14F-4D97-AF65-F5344CB8AC3E}">
        <p14:creationId xmlns:p14="http://schemas.microsoft.com/office/powerpoint/2010/main" val="27632281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46</a:t>
            </a:fld>
            <a:endParaRPr lang="en-US"/>
          </a:p>
        </p:txBody>
      </p:sp>
    </p:spTree>
    <p:extLst>
      <p:ext uri="{BB962C8B-B14F-4D97-AF65-F5344CB8AC3E}">
        <p14:creationId xmlns:p14="http://schemas.microsoft.com/office/powerpoint/2010/main" val="10719111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47</a:t>
            </a:fld>
            <a:endParaRPr lang="en-US"/>
          </a:p>
        </p:txBody>
      </p:sp>
    </p:spTree>
    <p:extLst>
      <p:ext uri="{BB962C8B-B14F-4D97-AF65-F5344CB8AC3E}">
        <p14:creationId xmlns:p14="http://schemas.microsoft.com/office/powerpoint/2010/main" val="32087426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17/01/2021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17/01/2021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2CB70-9412-4FA5-B548-9ACE38048B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522416C-031B-489F-9936-9E1DE2B46B4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13376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55687034"/>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lớp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Hãy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hãy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tú</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thẳm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ngọn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gió</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157853632"/>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a:t>
            </a:r>
            <a:r>
              <a:rPr lang="en-US" sz="5400" b="1" dirty="0">
                <a:latin typeface="Times New Roman" panose="02020603050405020304" pitchFamily="18" charset="0"/>
                <a:cs typeface="Times New Roman" panose="02020603050405020304" pitchFamily="18" charset="0"/>
              </a:rPr>
              <a:t> ý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93500891"/>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N</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bé</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14437690"/>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CÓ GÌ ĐỂ DÂNG (TD)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vi-VN" sz="5400" b="1" dirty="0">
                <a:latin typeface="+mj-lt"/>
              </a:rPr>
              <a:t>ĐK. Xin dâng lên tình yêu nhỏ bé, bao ước mơ với cả ân tình. Như lễ vật để dâng lên Chúa. Vì con có chi đâu, để dâng tiến Ngài.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35461549"/>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vi-VN" sz="5400" b="1" dirty="0">
                <a:solidFill>
                  <a:schemeClr val="tx1"/>
                </a:solidFill>
                <a:latin typeface="+mj-lt"/>
              </a:rPr>
              <a:t>ĐK: Này đây Chúa ơi con hiến dâng cho Ngài. Niềm tin tâm tư cùng trái tim nồng cháy.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84485857"/>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57326"/>
            <a:ext cx="9144000" cy="5810513"/>
          </a:xfrm>
        </p:spPr>
        <p:txBody>
          <a:bodyPr>
            <a:noAutofit/>
          </a:bodyPr>
          <a:lstStyle/>
          <a:p>
            <a:pPr algn="just"/>
            <a:r>
              <a:rPr lang="vi-VN" sz="5400" b="1" dirty="0">
                <a:solidFill>
                  <a:schemeClr val="tx1"/>
                </a:solidFill>
                <a:latin typeface="+mj-lt"/>
              </a:rPr>
              <a:t>Từ đây hăng say theo bước chân của Ngài, trung kiên làm chứng nhân Nước Trời, thắp lên hạnh phúc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975678287"/>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NHÂN CHỨNG PHÚC ÂM 250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62075"/>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1. Ta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Đem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mọi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nơi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154854347"/>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NHÂN CHỨNG PHÚC ÂM 250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2. Ta </a:t>
            </a:r>
            <a:r>
              <a:rPr lang="en-US" sz="5400" b="1" dirty="0" err="1">
                <a:solidFill>
                  <a:schemeClr val="tx1"/>
                </a:solidFill>
                <a:latin typeface="Times New Roman" pitchFamily="18" charset="0"/>
                <a:cs typeface="Times New Roman" pitchFamily="18" charset="0"/>
              </a:rPr>
              <a:t>đừng</a:t>
            </a:r>
            <a:r>
              <a:rPr lang="en-US" sz="5400" b="1" dirty="0">
                <a:solidFill>
                  <a:schemeClr val="tx1"/>
                </a:solidFill>
                <a:latin typeface="Times New Roman" pitchFamily="18" charset="0"/>
                <a:cs typeface="Times New Roman" pitchFamily="18" charset="0"/>
              </a:rPr>
              <a:t> lo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biết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nhiều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yếu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đuối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lỗi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lầm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triền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miên</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301596543"/>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217438405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649900214"/>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lớp</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thiên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chư</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sống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Hãy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hãy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tới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tú</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thẳm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ngọn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gió</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ru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trời</a:t>
            </a:r>
            <a:r>
              <a:rPr lang="en-US" sz="5400" b="1" dirty="0">
                <a:solidFill>
                  <a:schemeClr val="tx1"/>
                </a:solidFill>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88716306"/>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472263183"/>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cây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cối</a:t>
            </a:r>
            <a:r>
              <a:rPr lang="en-US" sz="5400" b="1" dirty="0">
                <a:solidFill>
                  <a:schemeClr val="tx1"/>
                </a:solidFill>
                <a:latin typeface="Times New Roman" panose="02020603050405020304" pitchFamily="18" charset="0"/>
                <a:cs typeface="Times New Roman" panose="02020603050405020304" pitchFamily="18" charset="0"/>
              </a:rPr>
              <a:t> n</a:t>
            </a:r>
            <a:r>
              <a:rPr lang="vi-VN" sz="5400" b="1" dirty="0">
                <a:solidFill>
                  <a:schemeClr val="tx1"/>
                </a:solidFill>
                <a:latin typeface="Times New Roman" panose="02020603050405020304" pitchFamily="18" charset="0"/>
                <a:cs typeface="Times New Roman" panose="02020603050405020304" pitchFamily="18" charset="0"/>
              </a:rPr>
              <a:t>ư</a:t>
            </a:r>
            <a:r>
              <a:rPr lang="en-US" sz="5400" b="1" dirty="0" err="1">
                <a:solidFill>
                  <a:schemeClr val="tx1"/>
                </a:solidFill>
                <a:latin typeface="Times New Roman" panose="02020603050405020304" pitchFamily="18" charset="0"/>
                <a:cs typeface="Times New Roman" panose="02020603050405020304" pitchFamily="18" charset="0"/>
              </a:rPr>
              <a:t>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đồi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sóng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a:t>
            </a:r>
            <a:r>
              <a:rPr lang="vi-VN" sz="5400" b="1" dirty="0">
                <a:solidFill>
                  <a:schemeClr val="tx1"/>
                </a:solidFill>
                <a:latin typeface="Times New Roman" panose="02020603050405020304" pitchFamily="18" charset="0"/>
                <a:cs typeface="Times New Roman" panose="02020603050405020304" pitchFamily="18" charset="0"/>
              </a:rPr>
              <a:t>ơ</a:t>
            </a:r>
            <a:r>
              <a:rPr lang="en-US" sz="5400" b="1" dirty="0">
                <a:solidFill>
                  <a:schemeClr val="tx1"/>
                </a:solidFill>
                <a:latin typeface="Times New Roman" panose="02020603050405020304" pitchFamily="18" charset="0"/>
                <a:cs typeface="Times New Roman" panose="02020603050405020304" pitchFamily="18" charset="0"/>
              </a:rPr>
              <a:t>i. </a:t>
            </a:r>
            <a:r>
              <a:rPr lang="en-US" sz="5400" b="1" dirty="0" err="1">
                <a:solidFill>
                  <a:schemeClr val="tx1"/>
                </a:solidFill>
                <a:latin typeface="Times New Roman" panose="02020603050405020304" pitchFamily="18" charset="0"/>
                <a:cs typeface="Times New Roman" panose="02020603050405020304" pitchFamily="18" charset="0"/>
              </a:rPr>
              <a:t>Hãy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a:t>
            </a:r>
            <a:r>
              <a:rPr lang="en-US" sz="5400" b="1" dirty="0" err="1">
                <a:latin typeface="Times New Roman" panose="02020603050405020304" pitchFamily="18" charset="0"/>
                <a:cs typeface="Times New Roman" panose="02020603050405020304" pitchFamily="18" charset="0"/>
              </a:rPr>
              <a: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đua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nở</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nửa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732327837"/>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34282277"/>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3.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chim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hót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vang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ong</a:t>
            </a:r>
            <a:r>
              <a:rPr lang="en-US" sz="5400" b="1" dirty="0">
                <a:latin typeface="Times New Roman" panose="02020603050405020304" pitchFamily="18" charset="0"/>
                <a:cs typeface="Times New Roman" panose="02020603050405020304" pitchFamily="18" charset="0"/>
              </a:rPr>
              <a:t> b</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ớm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t>
            </a:r>
            <a:r>
              <a:rPr lang="vi-VN" sz="5400" b="1" dirty="0">
                <a:latin typeface="Times New Roman" panose="02020603050405020304" pitchFamily="18" charset="0"/>
                <a:cs typeface="Times New Roman" panose="02020603050405020304" pitchFamily="18" charset="0"/>
              </a:rPr>
              <a:t>ơ</a:t>
            </a:r>
            <a:r>
              <a:rPr lang="en-US" sz="5400" b="1" dirty="0">
                <a:latin typeface="Times New Roman" panose="02020603050405020304" pitchFamily="18" charset="0"/>
                <a:cs typeface="Times New Roman" panose="02020603050405020304" pitchFamily="18" charset="0"/>
              </a:rPr>
              <a:t>i.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a:t>
            </a:r>
            <a:r>
              <a:rPr lang="en-US" sz="5400" b="1" dirty="0">
                <a:latin typeface="Times New Roman" panose="02020603050405020304" pitchFamily="18" charset="0"/>
                <a:cs typeface="Times New Roman" panose="02020603050405020304" pitchFamily="18" charset="0"/>
              </a:rPr>
              <a:t> song </a:t>
            </a:r>
            <a:r>
              <a:rPr lang="en-US" sz="5400" b="1" dirty="0" err="1">
                <a:latin typeface="Times New Roman" panose="02020603050405020304" pitchFamily="18" charset="0"/>
                <a:cs typeface="Times New Roman" panose="02020603050405020304" pitchFamily="18" charset="0"/>
              </a:rPr>
              <a:t>biển</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cầm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thú</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cõi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63648896"/>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898741723"/>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4.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h</a:t>
            </a:r>
            <a:r>
              <a:rPr lang="vi-VN" sz="5400" b="1" dirty="0">
                <a:solidFill>
                  <a:schemeClr val="tx1"/>
                </a:solidFill>
                <a:latin typeface="Times New Roman" panose="02020603050405020304" pitchFamily="18" charset="0"/>
                <a:cs typeface="Times New Roman" panose="02020603050405020304" pitchFamily="18" charset="0"/>
              </a:rPr>
              <a:t>ư</a:t>
            </a:r>
            <a:r>
              <a:rPr lang="en-US" sz="5400" b="1" dirty="0" err="1">
                <a:solidFill>
                  <a:schemeClr val="tx1"/>
                </a:solidFill>
                <a:latin typeface="Times New Roman" panose="02020603050405020304" pitchFamily="18" charset="0"/>
                <a:cs typeface="Times New Roman" panose="02020603050405020304" pitchFamily="18" charset="0"/>
              </a:rPr>
              <a:t>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sắc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xuân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hồng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nào</a:t>
            </a:r>
            <a:r>
              <a:rPr lang="en-US" sz="5400" b="1" dirty="0">
                <a:solidFill>
                  <a:schemeClr val="tx1"/>
                </a:solidFill>
                <a:latin typeface="Times New Roman" panose="02020603050405020304" pitchFamily="18" charset="0"/>
                <a:cs typeface="Times New Roman" panose="02020603050405020304" pitchFamily="18" charset="0"/>
              </a:rPr>
              <a:t> m</a:t>
            </a:r>
            <a:r>
              <a:rPr lang="vi-VN" sz="5400" b="1" dirty="0">
                <a:solidFill>
                  <a:schemeClr val="tx1"/>
                </a:solidFill>
                <a:latin typeface="Times New Roman" panose="02020603050405020304" pitchFamily="18" charset="0"/>
                <a:cs typeface="Times New Roman" panose="02020603050405020304" pitchFamily="18" charset="0"/>
              </a:rPr>
              <a:t>ư</a:t>
            </a:r>
            <a:r>
              <a:rPr lang="en-US" sz="5400" b="1" dirty="0">
                <a:solidFill>
                  <a:schemeClr val="tx1"/>
                </a:solidFill>
                <a:latin typeface="Times New Roman" panose="02020603050405020304" pitchFamily="18" charset="0"/>
                <a:cs typeface="Times New Roman" panose="02020603050405020304" pitchFamily="18" charset="0"/>
              </a:rPr>
              <a:t>a </a:t>
            </a:r>
            <a:r>
              <a:rPr lang="en-US" sz="5400" b="1" dirty="0" err="1">
                <a:solidFill>
                  <a:schemeClr val="tx1"/>
                </a:solidFill>
                <a:latin typeface="Times New Roman" panose="02020603050405020304" pitchFamily="18" charset="0"/>
                <a:cs typeface="Times New Roman" panose="02020603050405020304" pitchFamily="18" charset="0"/>
              </a:rPr>
              <a:t>đông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giá</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tuôn</a:t>
            </a:r>
            <a:r>
              <a:rPr lang="en-US" sz="5400" b="1" dirty="0">
                <a:solidFill>
                  <a:schemeClr val="tx1"/>
                </a:solidFill>
                <a:latin typeface="Times New Roman" panose="02020603050405020304" pitchFamily="18" charset="0"/>
                <a:cs typeface="Times New Roman" panose="02020603050405020304" pitchFamily="18" charset="0"/>
              </a:rPr>
              <a:t> r</a:t>
            </a:r>
            <a:r>
              <a:rPr lang="vi-VN" sz="5400" b="1" dirty="0">
                <a:solidFill>
                  <a:schemeClr val="tx1"/>
                </a:solidFill>
                <a:latin typeface="Times New Roman" panose="02020603050405020304" pitchFamily="18" charset="0"/>
                <a:cs typeface="Times New Roman" panose="02020603050405020304" pitchFamily="18" charset="0"/>
              </a:rPr>
              <a:t>ơ</a:t>
            </a:r>
            <a:r>
              <a:rPr lang="en-US" sz="5400" b="1" dirty="0">
                <a:solidFill>
                  <a:schemeClr val="tx1"/>
                </a:solidFill>
                <a:latin typeface="Times New Roman" panose="02020603050405020304" pitchFamily="18" charset="0"/>
                <a:cs typeface="Times New Roman" panose="02020603050405020304" pitchFamily="18" charset="0"/>
              </a:rPr>
              <a:t>i.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thu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bóng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tỏa</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hạ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40076139"/>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8275"/>
            <a:ext cx="9144000" cy="6248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HỠI THẾ TRẦN 42</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66808173"/>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0093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a:t>
            </a:r>
            <a:r>
              <a:rPr lang="en-US" sz="5400" b="1" dirty="0">
                <a:latin typeface="Times New Roman" panose="02020603050405020304" pitchFamily="18" charset="0"/>
                <a:cs typeface="Times New Roman" panose="02020603050405020304" pitchFamily="18" charset="0"/>
              </a:rPr>
              <a:t> ý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2439757"/>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 All…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khen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N</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bé</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91784992"/>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CÓ GÌ ĐỂ DÂNG (TD)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6533"/>
            <a:ext cx="9144000" cy="6177534"/>
          </a:xfrm>
        </p:spPr>
        <p:txBody>
          <a:bodyPr>
            <a:noAutofit/>
          </a:bodyPr>
          <a:lstStyle/>
          <a:p>
            <a:pPr algn="just"/>
            <a:r>
              <a:rPr lang="vi-VN" sz="5400" b="1" dirty="0">
                <a:latin typeface="+mj-lt"/>
              </a:rPr>
              <a:t>1. Bao năm rồi làm sao con quên được, tình Chúa thương con, tình Chúa bao la.</a:t>
            </a:r>
            <a:r>
              <a:rPr lang="en-US" sz="5400" b="1" dirty="0">
                <a:latin typeface="+mj-lt"/>
              </a:rPr>
              <a:t> </a:t>
            </a:r>
            <a:r>
              <a:rPr lang="vi-VN" sz="5400" b="1" dirty="0">
                <a:latin typeface="+mj-lt"/>
              </a:rPr>
              <a:t>Chúa thương con, bỏ trời xuống thế, mang kiếp sống nghèo, chỉ vì yêu, ôi tình yêu.</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84449620"/>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CÓ GÌ ĐỂ DÂNG (TD)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vi-VN" sz="5400" b="1" dirty="0">
                <a:latin typeface="+mj-lt"/>
              </a:rPr>
              <a:t>ĐK. Xin dâng lên tình yêu nhỏ bé, bao ước mơ với cả ân tình. Như lễ vật để dâng lên Chúa. Vì con có chi đâu, để dâng tiến Ngài.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841429635"/>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CÓ GÌ ĐỂ DÂNG (TD)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6533"/>
            <a:ext cx="9144000" cy="6177534"/>
          </a:xfrm>
        </p:spPr>
        <p:txBody>
          <a:bodyPr>
            <a:noAutofit/>
          </a:bodyPr>
          <a:lstStyle/>
          <a:p>
            <a:pPr algn="just"/>
            <a:r>
              <a:rPr lang="vi-VN" sz="5400" b="1" dirty="0">
                <a:latin typeface="+mj-lt"/>
              </a:rPr>
              <a:t>2.  Bao năm rồi làm sao con quên được, tình Chúa thương con, tình Chúa bao la.</a:t>
            </a:r>
            <a:r>
              <a:rPr lang="en-US" sz="5400" b="1" dirty="0">
                <a:latin typeface="+mj-lt"/>
              </a:rPr>
              <a:t> </a:t>
            </a:r>
            <a:r>
              <a:rPr lang="vi-VN" sz="5400" b="1" dirty="0">
                <a:latin typeface="+mj-lt"/>
              </a:rPr>
              <a:t>Chúa thương con nên đã hiến tế, gánh lấy khổ hình chỉ vì yêu, ôi tình yêu.</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160358794"/>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CÓ GÌ ĐỂ DÂNG (TD)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vi-VN" sz="5400" b="1" dirty="0">
                <a:latin typeface="+mj-lt"/>
              </a:rPr>
              <a:t>ĐK. Xin dâng lên tình yêu nhỏ bé, bao ước mơ với cả ân tình. Như lễ vật để dâng lên Chúa. Vì con có chi đâu, để dâng tiến Ngài.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2023141228"/>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CÓ GÌ ĐỂ DÂNG (TD)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16533"/>
            <a:ext cx="9144000" cy="6177534"/>
          </a:xfrm>
        </p:spPr>
        <p:txBody>
          <a:bodyPr>
            <a:noAutofit/>
          </a:bodyPr>
          <a:lstStyle/>
          <a:p>
            <a:pPr algn="just"/>
            <a:r>
              <a:rPr lang="vi-VN" sz="5400" b="1" dirty="0">
                <a:latin typeface="+mj-lt"/>
              </a:rPr>
              <a:t>3.  Bao năm rồi làm sao con quên được, tình Chúa thương con, tình Chúa bao la.</a:t>
            </a:r>
            <a:r>
              <a:rPr lang="en-US" sz="5400" b="1" dirty="0">
                <a:latin typeface="+mj-lt"/>
              </a:rPr>
              <a:t> </a:t>
            </a:r>
            <a:r>
              <a:rPr lang="vi-VN" sz="5400" b="1" dirty="0">
                <a:latin typeface="+mj-lt"/>
              </a:rPr>
              <a:t>Mãi muôn đời chúc tụng tình Chúa, đã lấy máu thịt nuôi trần gian, nuôi trần gian.</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456877794"/>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CÓ GÌ ĐỂ DÂNG (TD)</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vi-VN" sz="5400" b="1" dirty="0">
                <a:latin typeface="+mj-lt"/>
              </a:rPr>
              <a:t>ĐK. Xin dâng lên tình yêu nhỏ bé, bao ước mơ với cả ân tình. Như lễ vật để dâng lên Chúa. Vì con có chi đâu, để dâng tiến Ngài.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462887943"/>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02282"/>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dọn</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cỗ</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chén</a:t>
            </a:r>
            <a:r>
              <a:rPr lang="en-US" sz="5400" b="1" dirty="0">
                <a:latin typeface="Times New Roman" panose="02020603050405020304" pitchFamily="18" charset="0"/>
                <a:cs typeface="Times New Roman" panose="02020603050405020304" pitchFamily="18" charset="0"/>
              </a:rPr>
              <a:t> r</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chứa</a:t>
            </a:r>
            <a:r>
              <a:rPr lang="en-US" sz="5400" b="1">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rPr>
              <a:t>1. Khi con nghe tiếng kêu mời gọi con đi gieo niềm tin mới. Con nay như thấy ngỡ ngàng vì Chúa đã đoái thương chọn con.</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520796554"/>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rPr>
              <a:t>Rồi một ngày Thánh Thần Chúa đã đến thánh hiến con cho Ngài. Sai con đi khắp mọi nơi, rắc gieo tin vui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360197572"/>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vi-VN" sz="5400" b="1" dirty="0">
                <a:solidFill>
                  <a:schemeClr val="tx1"/>
                </a:solidFill>
                <a:latin typeface="+mj-lt"/>
              </a:rPr>
              <a:t>ĐK: Này đây Chúa ơi con hiến dâng cho Ngài. Niềm tin tâm tư cùng trái tim nồng cháy.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575163643"/>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57326"/>
            <a:ext cx="9144000" cy="5810513"/>
          </a:xfrm>
        </p:spPr>
        <p:txBody>
          <a:bodyPr>
            <a:noAutofit/>
          </a:bodyPr>
          <a:lstStyle/>
          <a:p>
            <a:pPr algn="just"/>
            <a:r>
              <a:rPr lang="vi-VN" sz="5400" b="1" dirty="0">
                <a:solidFill>
                  <a:schemeClr val="tx1"/>
                </a:solidFill>
                <a:latin typeface="+mj-lt"/>
              </a:rPr>
              <a:t>Từ đây hăng say theo bước chân của Ngài, trung kiên làm chứng nhân Nước Trời, thắp lên hạnh phúc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049896165"/>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rPr>
              <a:t>2. Con say sưa với tháng ngày tình yêu cho con nguồn sức sống. Con hân hoan bước lên đường hồng phúc bát ngát xanh đồi nương.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086573673"/>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Để tìm lại những tình thương quá khứ héo úa trong muôn lòng. Cho quên đi những sầu vương Chúa ôi xin thương ai đoạn trường.</a:t>
            </a:r>
            <a:endParaRPr lang="vi-VN" sz="85700" b="1" dirty="0">
              <a:latin typeface="+mj-lt"/>
              <a:cs typeface="Times New Roman" panose="02020603050405020304" pitchFamily="18" charset="0"/>
            </a:endParaRPr>
          </a:p>
        </p:txBody>
      </p:sp>
    </p:spTree>
    <p:extLst>
      <p:ext uri="{BB962C8B-B14F-4D97-AF65-F5344CB8AC3E}">
        <p14:creationId xmlns:p14="http://schemas.microsoft.com/office/powerpoint/2010/main" val="1276485885"/>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vi-VN" sz="5400" b="1" dirty="0">
                <a:solidFill>
                  <a:schemeClr val="tx1"/>
                </a:solidFill>
                <a:latin typeface="+mj-lt"/>
              </a:rPr>
              <a:t>ĐK: Này đây Chúa ơi con hiến dâng cho Ngài. Niềm tin tâm tư cùng trái tim nồng cháy.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899872623"/>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57326"/>
            <a:ext cx="9144000" cy="5810513"/>
          </a:xfrm>
        </p:spPr>
        <p:txBody>
          <a:bodyPr>
            <a:noAutofit/>
          </a:bodyPr>
          <a:lstStyle/>
          <a:p>
            <a:pPr algn="just"/>
            <a:r>
              <a:rPr lang="vi-VN" sz="5400" b="1" dirty="0">
                <a:solidFill>
                  <a:schemeClr val="tx1"/>
                </a:solidFill>
                <a:latin typeface="+mj-lt"/>
              </a:rPr>
              <a:t>Từ đây hăng say theo bước chân của Ngài, trung kiên làm chứng nhân Nước Trời, thắp lên hạnh phúc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114017095"/>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rPr>
              <a:t>3. Trong tâm tư biết bao người ngày đêm cô đơn buồn không nói. Nhưng đâu ai đến với họ để hát tiếng hát trong niềm vui.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934037546"/>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err="1">
                <a:solidFill>
                  <a:schemeClr val="tx1"/>
                </a:solidFill>
                <a:latin typeface="Times New Roman" panose="02020603050405020304" pitchFamily="18" charset="0"/>
                <a:cs typeface="Times New Roman" panose="02020603050405020304" pitchFamily="18" charset="0"/>
              </a:rPr>
              <a:t>Vì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nhiều</a:t>
            </a:r>
            <a:r>
              <a:rPr lang="en-US" sz="5400" b="1" dirty="0">
                <a:solidFill>
                  <a:schemeClr val="tx1"/>
                </a:solidFill>
                <a:latin typeface="Times New Roman" panose="02020603050405020304" pitchFamily="18" charset="0"/>
                <a:cs typeface="Times New Roman" panose="02020603050405020304" pitchFamily="18" charset="0"/>
              </a:rPr>
              <a:t> ng</a:t>
            </a:r>
            <a:r>
              <a:rPr lang="vi-VN" sz="5400" b="1" dirty="0">
                <a:solidFill>
                  <a:schemeClr val="tx1"/>
                </a:solidFill>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nghèo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vắng</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nụ</a:t>
            </a:r>
            <a:r>
              <a:rPr lang="en-US" sz="5400" b="1" dirty="0">
                <a:latin typeface="Times New Roman" panose="02020603050405020304" pitchFamily="18" charset="0"/>
                <a:cs typeface="Times New Roman" panose="02020603050405020304" pitchFamily="18" charset="0"/>
              </a:rPr>
              <a:t> c</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sớm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mai</a:t>
            </a:r>
            <a:r>
              <a:rPr lang="en-US" sz="5400" b="1" dirty="0">
                <a:latin typeface="Times New Roman" panose="02020603050405020304" pitchFamily="18" charset="0"/>
                <a:cs typeface="Times New Roman" panose="02020603050405020304" pitchFamily="18" charset="0"/>
              </a:rPr>
              <a:t> c</a:t>
            </a:r>
            <a:r>
              <a:rPr lang="vi-VN" sz="5400" b="1" dirty="0">
                <a:latin typeface="Times New Roman" panose="02020603050405020304" pitchFamily="18" charset="0"/>
                <a:cs typeface="Times New Roman" panose="02020603050405020304" pitchFamily="18" charset="0"/>
              </a:rPr>
              <a:t>ơ</a:t>
            </a:r>
            <a:r>
              <a:rPr lang="en-US" sz="5400" b="1" dirty="0">
                <a:latin typeface="Times New Roman" panose="02020603050405020304" pitchFamily="18" charset="0"/>
                <a:cs typeface="Times New Roman" panose="02020603050405020304" pitchFamily="18" charset="0"/>
              </a:rPr>
              <a:t>n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tan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30264869"/>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vi-VN" sz="5400" b="1" dirty="0">
                <a:solidFill>
                  <a:schemeClr val="tx1"/>
                </a:solidFill>
                <a:latin typeface="+mj-lt"/>
              </a:rPr>
              <a:t>ĐK: Này đây Chúa ơi con hiến dâng cho Ngài. Niềm tin tâm tư cùng trái tim nồng cháy.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277075632"/>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57326"/>
            <a:ext cx="9144000" cy="5810513"/>
          </a:xfrm>
        </p:spPr>
        <p:txBody>
          <a:bodyPr>
            <a:noAutofit/>
          </a:bodyPr>
          <a:lstStyle/>
          <a:p>
            <a:pPr algn="just"/>
            <a:r>
              <a:rPr lang="vi-VN" sz="5400" b="1" dirty="0">
                <a:solidFill>
                  <a:schemeClr val="tx1"/>
                </a:solidFill>
                <a:latin typeface="+mj-lt"/>
              </a:rPr>
              <a:t>Từ đây hăng say theo bước chân của Ngài, trung kiên làm chứng nhân Nước Trời, thắp lên hạnh phúc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111912189"/>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4. Xin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con </a:t>
            </a:r>
            <a:r>
              <a:rPr lang="en-US" sz="5400" b="1" dirty="0" err="1">
                <a:solidFill>
                  <a:schemeClr val="tx1"/>
                </a:solidFill>
                <a:latin typeface="Times New Roman" panose="02020603050405020304" pitchFamily="18" charset="0"/>
                <a:cs typeface="Times New Roman" panose="02020603050405020304" pitchFamily="18" charset="0"/>
              </a:rPr>
              <a:t>suốt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một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b</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đẹp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xinh</a:t>
            </a:r>
            <a:r>
              <a:rPr lang="en-US" sz="5400" b="1" dirty="0">
                <a:latin typeface="Times New Roman" panose="02020603050405020304" pitchFamily="18" charset="0"/>
                <a:cs typeface="Times New Roman" panose="02020603050405020304" pitchFamily="18" charset="0"/>
              </a:rPr>
              <a:t>. </a:t>
            </a:r>
            <a:endParaRPr lang="vi-VN" sz="857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3323723"/>
      </p:ext>
    </p:extLst>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rPr>
              <a:t>Nguyện một đời con tìm đến với hết tất cả những ai chân tình. Để tình người mãi còn xanh ngát hương như hoa xuân trên cành.</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147987856"/>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vi-VN" sz="5400" b="1" dirty="0">
                <a:solidFill>
                  <a:schemeClr val="tx1"/>
                </a:solidFill>
                <a:latin typeface="+mj-lt"/>
              </a:rPr>
              <a:t>ĐK: Này đây Chúa ơi con hiến dâng cho Ngài. Niềm tin tâm tư cùng trái tim nồng cháy.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952326311"/>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57326"/>
            <a:ext cx="9144000" cy="5810513"/>
          </a:xfrm>
        </p:spPr>
        <p:txBody>
          <a:bodyPr>
            <a:noAutofit/>
          </a:bodyPr>
          <a:lstStyle/>
          <a:p>
            <a:pPr algn="just"/>
            <a:r>
              <a:rPr lang="vi-VN" sz="5400" b="1" dirty="0">
                <a:solidFill>
                  <a:schemeClr val="tx1"/>
                </a:solidFill>
                <a:latin typeface="+mj-lt"/>
              </a:rPr>
              <a:t>Từ đây hăng say theo bước chân của Ngài, trung kiên làm chứng nhân Nước Trời, thắp lên hạnh phúc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431880537"/>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NHÂN CHỨNG PHÚC ÂM 250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62075"/>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1. Ta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Đem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mọi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nơi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877721773"/>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NHÂN CHỨNG PHÚC ÂM 250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2. Ta </a:t>
            </a:r>
            <a:r>
              <a:rPr lang="en-US" sz="5400" b="1" dirty="0" err="1">
                <a:solidFill>
                  <a:schemeClr val="tx1"/>
                </a:solidFill>
                <a:latin typeface="Times New Roman" pitchFamily="18" charset="0"/>
                <a:cs typeface="Times New Roman" pitchFamily="18" charset="0"/>
              </a:rPr>
              <a:t>đừng</a:t>
            </a:r>
            <a:r>
              <a:rPr lang="en-US" sz="5400" b="1" dirty="0">
                <a:solidFill>
                  <a:schemeClr val="tx1"/>
                </a:solidFill>
                <a:latin typeface="Times New Roman" pitchFamily="18" charset="0"/>
                <a:cs typeface="Times New Roman" pitchFamily="18" charset="0"/>
              </a:rPr>
              <a:t> lo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biết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nhiều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yếu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đuối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lỗi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lầm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triền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miên</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597220249"/>
      </p:ext>
    </p:extLst>
  </p:cSld>
  <p:clrMapOvr>
    <a:masterClrMapping/>
  </p:clrMapOv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186326194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668872012"/>
      </p:ext>
    </p:extLst>
  </p:cSld>
  <p:clrMapOvr>
    <a:masterClrMapping/>
  </p:clrMapOv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254010152"/>
      </p:ext>
    </p:extLst>
  </p:cSld>
  <p:clrMapOvr>
    <a:masterClrMapping/>
  </p:clrMapOvr>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3272420548"/>
      </p:ext>
    </p:extLst>
  </p:cSld>
  <p:clrMapOvr>
    <a:masterClrMapping/>
  </p:clrMapOvr>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070452570"/>
      </p:ext>
    </p:extLst>
  </p:cSld>
  <p:clrMapOvr>
    <a:masterClrMapping/>
  </p:clrMapOvr>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354398195"/>
      </p:ext>
    </p:extLst>
  </p:cSld>
  <p:clrMapOvr>
    <a:masterClrMapping/>
  </p:clrMapOvr>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1941318"/>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5501</TotalTime>
  <Words>3673</Words>
  <Application>Microsoft Office PowerPoint</Application>
  <PresentationFormat>On-screen Show (4:3)</PresentationFormat>
  <Paragraphs>204</Paragraphs>
  <Slides>81</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81</vt:i4>
      </vt:variant>
    </vt:vector>
  </HeadingPairs>
  <TitlesOfParts>
    <vt:vector size="86"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HỠI THẾ TRẦN 42</vt:lpstr>
      <vt:lpstr>Nhập Lễ                                              HỠI THẾ TRẦN 42</vt:lpstr>
      <vt:lpstr>PowerPoint Presentation</vt:lpstr>
      <vt:lpstr>PowerPoint Presentation</vt:lpstr>
      <vt:lpstr>Dâng Lễ                                                CÓ GÌ ĐỂ DÂNG (TD)</vt:lpstr>
      <vt:lpstr>Hiệp Lễ                                   CHỨNG NHÂN TÌNH YÊU 140</vt:lpstr>
      <vt:lpstr>Hiệp Lễ                                   CHỨNG NHÂN TÌNH YÊU 140</vt:lpstr>
      <vt:lpstr>Kết lễ                                           NHÂN CHỨNG PHÚC ÂM 250</vt:lpstr>
      <vt:lpstr>Kết lễ                                           NHÂN CHỨNG PHÚC ÂM 250</vt:lpstr>
      <vt:lpstr>PowerPoint Presentation</vt:lpstr>
      <vt:lpstr>Nhập Lễ                                              HỠI THẾ TRẦN 42</vt:lpstr>
      <vt:lpstr>Nhập Lễ                                              HỠI THẾ TRẦN 42</vt:lpstr>
      <vt:lpstr>Nhập Lễ                                              HỠI THẾ TRẦN 42</vt:lpstr>
      <vt:lpstr>Nhập Lễ                                              HỠI THẾ TRẦN 42</vt:lpstr>
      <vt:lpstr>Nhập Lễ                                              HỠI THẾ TRẦN 42</vt:lpstr>
      <vt:lpstr>Nhập Lễ                                              HỠI THẾ TRẦN 42</vt:lpstr>
      <vt:lpstr>Nhập Lễ                                              HỠI THẾ TRẦN 42</vt:lpstr>
      <vt:lpstr>Nhập Lễ                                              HỠI THẾ TRẦN 42</vt:lpstr>
      <vt:lpstr>Nhập Lễ                                              HỠI THẾ TRẦN 42</vt:lpstr>
      <vt:lpstr>PowerPoint Presentation</vt:lpstr>
      <vt:lpstr>PowerPoint Presentation</vt:lpstr>
      <vt:lpstr>Dâng Lễ                                                CÓ GÌ ĐỂ DÂNG (TD)</vt:lpstr>
      <vt:lpstr>Dâng Lễ                                                CÓ GÌ ĐỂ DÂNG (TD)</vt:lpstr>
      <vt:lpstr>Dâng Lễ                                                CÓ GÌ ĐỂ DÂNG (TD)</vt:lpstr>
      <vt:lpstr>Dâng Lễ                                                CÓ GÌ ĐỂ DÂNG (TD)</vt:lpstr>
      <vt:lpstr>Dâng Lễ                                                CÓ GÌ ĐỂ DÂNG (TD)</vt:lpstr>
      <vt:lpstr>Dâng Lễ                                                CÓ GÌ ĐỂ DÂNG (TD)</vt:lpstr>
      <vt:lpstr>CA HIỆP LỄ</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Kết lễ                                           NHÂN CHỨNG PHÚC ÂM 250</vt:lpstr>
      <vt:lpstr>Kết lễ                                           NHÂN CHỨNG PHÚC ÂM 250</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1393</cp:revision>
  <dcterms:created xsi:type="dcterms:W3CDTF">2018-09-17T12:52:44Z</dcterms:created>
  <dcterms:modified xsi:type="dcterms:W3CDTF">2021-01-17T09:55:42Z</dcterms:modified>
</cp:coreProperties>
</file>