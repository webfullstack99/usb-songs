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6"/>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675" r:id="rId22"/>
    <p:sldId id="4732" r:id="rId23"/>
    <p:sldId id="4733" r:id="rId24"/>
    <p:sldId id="4734" r:id="rId25"/>
    <p:sldId id="4735" r:id="rId26"/>
    <p:sldId id="4736" r:id="rId27"/>
    <p:sldId id="4737" r:id="rId28"/>
    <p:sldId id="4738" r:id="rId29"/>
    <p:sldId id="4739" r:id="rId30"/>
    <p:sldId id="4622" r:id="rId31"/>
    <p:sldId id="2400" r:id="rId32"/>
    <p:sldId id="4750" r:id="rId33"/>
    <p:sldId id="4752" r:id="rId34"/>
    <p:sldId id="4749" r:id="rId35"/>
    <p:sldId id="4753" r:id="rId36"/>
    <p:sldId id="4751" r:id="rId37"/>
    <p:sldId id="4754" r:id="rId38"/>
    <p:sldId id="4653" r:id="rId39"/>
    <p:sldId id="4654" r:id="rId40"/>
    <p:sldId id="2407" r:id="rId41"/>
    <p:sldId id="2408" r:id="rId42"/>
    <p:sldId id="4755" r:id="rId43"/>
    <p:sldId id="2409" r:id="rId44"/>
    <p:sldId id="4106" r:id="rId45"/>
    <p:sldId id="4723" r:id="rId46"/>
    <p:sldId id="4759" r:id="rId47"/>
    <p:sldId id="4756" r:id="rId48"/>
    <p:sldId id="4760" r:id="rId49"/>
    <p:sldId id="4757" r:id="rId50"/>
    <p:sldId id="4758" r:id="rId51"/>
    <p:sldId id="4761" r:id="rId52"/>
    <p:sldId id="4762" r:id="rId53"/>
    <p:sldId id="4763" r:id="rId54"/>
    <p:sldId id="4764" r:id="rId55"/>
    <p:sldId id="4765" r:id="rId56"/>
    <p:sldId id="4766" r:id="rId57"/>
    <p:sldId id="4771" r:id="rId58"/>
    <p:sldId id="4772" r:id="rId59"/>
    <p:sldId id="4773" r:id="rId60"/>
    <p:sldId id="4774" r:id="rId61"/>
    <p:sldId id="4775" r:id="rId62"/>
    <p:sldId id="4776" r:id="rId63"/>
    <p:sldId id="4187" r:id="rId64"/>
    <p:sldId id="4188" r:id="rId65"/>
    <p:sldId id="4768" r:id="rId66"/>
    <p:sldId id="4769" r:id="rId67"/>
    <p:sldId id="4770" r:id="rId68"/>
    <p:sldId id="4619" r:id="rId69"/>
    <p:sldId id="4502" r:id="rId70"/>
    <p:sldId id="4503" r:id="rId71"/>
    <p:sldId id="4504" r:id="rId72"/>
    <p:sldId id="4505" r:id="rId73"/>
    <p:sldId id="4506" r:id="rId74"/>
    <p:sldId id="4507" r:id="rId75"/>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591" autoAdjust="0"/>
    <p:restoredTop sz="86404" autoAdjust="0"/>
  </p:normalViewPr>
  <p:slideViewPr>
    <p:cSldViewPr snapToGrid="0">
      <p:cViewPr>
        <p:scale>
          <a:sx n="50" d="100"/>
          <a:sy n="50" d="100"/>
        </p:scale>
        <p:origin x="-1170" y="-594"/>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06/12/2020</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06/12/2020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06/12/2020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06/12/2020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06/12/2020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06/12/2020</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06/12/2020</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06/12/2020</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06/12/2020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06/12/2020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06/12/2020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06/12/2020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06/12/2020</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r>
              <a:rPr lang="vi-VN" sz="4000" b="1" dirty="0">
                <a:solidFill>
                  <a:schemeClr val="tx1"/>
                </a:solidFill>
                <a:latin typeface="+mj-lt"/>
              </a:rPr>
              <a:t/>
            </a:r>
            <a:br>
              <a:rPr lang="vi-VN" sz="4000" b="1" dirty="0">
                <a:solidFill>
                  <a:schemeClr val="tx1"/>
                </a:solidFill>
                <a:latin typeface="+mj-lt"/>
              </a:rPr>
            </a:br>
            <a:r>
              <a:rPr lang="vi-VN" sz="4000" b="1" dirty="0">
                <a:solidFill>
                  <a:schemeClr val="tx1"/>
                </a:solidFill>
              </a:rPr>
              <a:t/>
            </a: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C78445F-18CC-403C-BE0F-337DE12047E0}"/>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xmlns="" id="{1BF46068-8E2C-4608-B732-CD57D295FE91}"/>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93758887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NHẬP LỄ MÙA VỌNG</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6104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Nay con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mùa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Thỏa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Nay con </a:t>
            </a:r>
            <a:r>
              <a:rPr lang="en-US" sz="5400" b="1" dirty="0" err="1">
                <a:latin typeface="Times New Roman" panose="02020603050405020304" pitchFamily="18" charset="0"/>
                <a:cs typeface="Times New Roman" panose="02020603050405020304" pitchFamily="18" charset="0"/>
              </a:rPr>
              <a:t>đón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giúp</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19236202"/>
      </p:ext>
    </p:extLst>
  </p:cSld>
  <p:clrMapOvr>
    <a:masterClrMapping/>
  </p:clrMapOv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NHẬP LỄ MÙA VỌNG</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1757"/>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Xin </a:t>
            </a:r>
            <a:r>
              <a:rPr lang="en-US" sz="5400" b="1" dirty="0" err="1">
                <a:latin typeface="Times New Roman" panose="02020603050405020304" pitchFamily="18" charset="0"/>
                <a:cs typeface="Times New Roman" panose="02020603050405020304" pitchFamily="18" charset="0"/>
              </a:rPr>
              <a:t>đừng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vươn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đừng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45298857"/>
      </p:ext>
    </p:extLst>
  </p:cSld>
  <p:clrMapOvr>
    <a:masterClrMapping/>
  </p:clrMapOv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95855"/>
            <a:ext cx="9144000" cy="9540876"/>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vi-VN" sz="5400" b="1" dirty="0">
                <a:latin typeface="Times New Roman" pitchFamily="18" charset="0"/>
                <a:cs typeface="Times New Roman" pitchFamily="18" charset="0"/>
              </a:rPr>
              <a:t>Lạy Chúa là Thiên Chúa chúng con, cho chúng con phục hồi. Xin Ngài tỏ ánh Thiên Nhan đến cứu độ chúng con thương ban mùa hồng ân.</a:t>
            </a:r>
            <a:endParaRPr lang="en-US" sz="5400" b="1" dirty="0">
              <a:latin typeface="Times New Roman" pitchFamily="18" charset="0"/>
              <a:cs typeface="Times New Roman" pitchFamily="18" charset="0"/>
            </a:endParaRPr>
          </a:p>
        </p:txBody>
      </p:sp>
    </p:spTree>
    <p:extLst>
      <p:ext uri="{BB962C8B-B14F-4D97-AF65-F5344CB8AC3E}">
        <p14:creationId xmlns:p14="http://schemas.microsoft.com/office/powerpoint/2010/main" val="3221667827"/>
      </p:ext>
    </p:extLst>
  </p:cSld>
  <p:clrMapOvr>
    <a:masterClrMapping/>
  </p:clrMapOv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93654"/>
            <a:ext cx="9144000" cy="539461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vi-VN" sz="5400" b="1" dirty="0">
                <a:latin typeface="Times New Roman" panose="02020603050405020304" pitchFamily="18" charset="0"/>
                <a:cs typeface="Times New Roman" panose="02020603050405020304" pitchFamily="18" charset="0"/>
              </a:rPr>
              <a:t>ơ</a:t>
            </a:r>
            <a:r>
              <a:rPr lang="en-US" sz="5400" b="1" dirty="0">
                <a:latin typeface="Times New Roman" panose="02020603050405020304" pitchFamily="18" charset="0"/>
                <a:cs typeface="Times New Roman" panose="02020603050405020304" pitchFamily="18" charset="0"/>
              </a:rPr>
              <a:t>i,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bi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ban </a:t>
            </a:r>
            <a:r>
              <a:rPr lang="vi-VN" sz="5400" b="1" dirty="0">
                <a:latin typeface="Times New Roman" panose="02020603050405020304" pitchFamily="18" charset="0"/>
                <a:cs typeface="Times New Roman" panose="02020603050405020304" pitchFamily="18" charset="0"/>
              </a:rPr>
              <a:t>ơ</a:t>
            </a:r>
            <a:r>
              <a:rPr lang="en-US" sz="5400" b="1" dirty="0">
                <a:latin typeface="Times New Roman" panose="02020603050405020304" pitchFamily="18" charset="0"/>
                <a:cs typeface="Times New Roman" panose="02020603050405020304" pitchFamily="18" charset="0"/>
              </a:rPr>
              <a:t>n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93967797"/>
      </p:ext>
    </p:extLst>
  </p:cSld>
  <p:clrMapOvr>
    <a:masterClrMapping/>
  </p:clrMapOv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NIỀM MONG ĐỢI (TQD)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3279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768415"/>
      </p:ext>
    </p:extLst>
  </p:cSld>
  <p:clrMapOvr>
    <a:masterClrMapping/>
  </p:clrMapOv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TỈNH THỨC VÀ CẦU NGUYỆN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Hãy tỉnh thức và cầu nguyện luôn để vượt thoát bao điều nguy nàn. Xin cho con một lòng gắn bó kết hợp với Chúa suốt mọi ngày đời con.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62665697"/>
      </p:ext>
    </p:extLst>
  </p:cSld>
  <p:clrMapOvr>
    <a:masterClrMapping/>
  </p:clrMapOvr>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CUNG CHÚC TRINH VƯƠNG (HD)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4001"/>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Cung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Trinh </a:t>
            </a:r>
            <a:r>
              <a:rPr lang="en-US" sz="5400" b="1" dirty="0" err="1">
                <a:latin typeface="Times New Roman" panose="02020603050405020304" pitchFamily="18" charset="0"/>
                <a:cs typeface="Times New Roman" panose="02020603050405020304" pitchFamily="18" charset="0"/>
              </a:rPr>
              <a:t>Vương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nhiễm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Trinh </a:t>
            </a:r>
            <a:r>
              <a:rPr lang="en-US" sz="5400" b="1" dirty="0" err="1">
                <a:latin typeface="Times New Roman" panose="02020603050405020304" pitchFamily="18" charset="0"/>
                <a:cs typeface="Times New Roman" panose="02020603050405020304" pitchFamily="18" charset="0"/>
              </a:rPr>
              <a:t>Vương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tích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32946346"/>
      </p:ext>
    </p:extLst>
  </p:cSld>
  <p:clrMapOvr>
    <a:masterClrMapping/>
  </p:clrMapOvr>
  <p:transition/>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CUNG CHÚC TRINH VƯƠNG (HD)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4001"/>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Maria! Ai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Fatima! Con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ủi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khỏi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phiền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9335438"/>
      </p:ext>
    </p:extLst>
  </p:cSld>
  <p:clrMapOvr>
    <a:masterClrMapping/>
  </p:clrMapOvr>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8D31379-ACD3-4F64-81B8-4A99E4368891}"/>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xmlns="" id="{F8A58A9A-86A3-41B1-BC98-149DA527DE8B}"/>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212906646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MAU DỌN Đ</a:t>
            </a:r>
            <a:r>
              <a:rPr lang="vi-VN"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ƯỜNG CHÚA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04071"/>
            <a:ext cx="9144000" cy="4219339"/>
          </a:xfrm>
        </p:spPr>
        <p:txBody>
          <a:bodyPr>
            <a:noAutofit/>
          </a:bodyPr>
          <a:lstStyle/>
          <a:p>
            <a:pPr algn="just"/>
            <a:r>
              <a:rPr lang="vi-VN" sz="5400" b="1" dirty="0">
                <a:latin typeface="+mj-lt"/>
              </a:rPr>
              <a:t>ĐK. Có tiếng người hô giữa hoang địa mau dọn đường cho Chúa mau dọn đường cho Chúa Mở lối cho thẳng để Người đi.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374125392"/>
      </p:ext>
    </p:extLst>
  </p:cSld>
  <p:clrMapOvr>
    <a:masterClrMapping/>
  </p:clrMapOvr>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MAU DỌN Đ</a:t>
            </a:r>
            <a:r>
              <a:rPr lang="vi-VN"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ƯỜNG CHÚA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5859"/>
            <a:ext cx="9144000" cy="3835763"/>
          </a:xfrm>
        </p:spPr>
        <p:txBody>
          <a:bodyPr>
            <a:noAutofit/>
          </a:bodyPr>
          <a:lstStyle/>
          <a:p>
            <a:pPr algn="just"/>
            <a:r>
              <a:rPr lang="vi-VN" sz="5400" b="1" dirty="0">
                <a:latin typeface="+mj-lt"/>
              </a:rPr>
              <a:t>1. Thung lũng hãy lấp cho đầy núi đồi hãy bạt xuống đường quanh co uốn cho thẳng ngay để đón phúc ân cứu độ</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660098356"/>
      </p:ext>
    </p:extLst>
  </p:cSld>
  <p:clrMapOvr>
    <a:masterClrMapping/>
  </p:clrMapOvr>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MAU DỌN Đ</a:t>
            </a:r>
            <a:r>
              <a:rPr lang="vi-VN"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ƯỜNG CHÚA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04071"/>
            <a:ext cx="9144000" cy="4219339"/>
          </a:xfrm>
        </p:spPr>
        <p:txBody>
          <a:bodyPr>
            <a:noAutofit/>
          </a:bodyPr>
          <a:lstStyle/>
          <a:p>
            <a:pPr algn="just"/>
            <a:r>
              <a:rPr lang="vi-VN" sz="5400" b="1" dirty="0">
                <a:latin typeface="+mj-lt"/>
              </a:rPr>
              <a:t>ĐK. Có tiếng người hô giữa hoang địa mau dọn đường cho Chúa mau dọn đường cho Chúa Mở lối cho thẳng để Người đi.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023230245"/>
      </p:ext>
    </p:extLst>
  </p:cSld>
  <p:clrMapOvr>
    <a:masterClrMapping/>
  </p:clrMapOvr>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MAU DỌN Đ</a:t>
            </a:r>
            <a:r>
              <a:rPr lang="vi-VN"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ƯỜNG CHÚA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5859"/>
            <a:ext cx="9144000" cy="3835763"/>
          </a:xfrm>
        </p:spPr>
        <p:txBody>
          <a:bodyPr>
            <a:noAutofit/>
          </a:bodyPr>
          <a:lstStyle/>
          <a:p>
            <a:pPr algn="just"/>
            <a:r>
              <a:rPr lang="vi-VN" sz="5400" b="1" dirty="0">
                <a:latin typeface="+mj-lt"/>
              </a:rPr>
              <a:t>2. Nào mau xưng thú lỗi lầm kịp trở về cùng Chúa và ăn năn đớn đau thực tâm để đáng Chúa thương cứu độ</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533770004"/>
      </p:ext>
    </p:extLst>
  </p:cSld>
  <p:clrMapOvr>
    <a:masterClrMapping/>
  </p:clrMapOvr>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MAU DỌN Đ</a:t>
            </a:r>
            <a:r>
              <a:rPr lang="vi-VN"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ƯỜNG CHÚA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04071"/>
            <a:ext cx="9144000" cy="4219339"/>
          </a:xfrm>
        </p:spPr>
        <p:txBody>
          <a:bodyPr>
            <a:noAutofit/>
          </a:bodyPr>
          <a:lstStyle/>
          <a:p>
            <a:pPr algn="just"/>
            <a:r>
              <a:rPr lang="vi-VN" sz="5400" b="1" dirty="0">
                <a:latin typeface="+mj-lt"/>
              </a:rPr>
              <a:t>ĐK. Có tiếng người hô giữa hoang địa mau dọn đường cho Chúa mau dọn đường cho Chúa Mở lối cho thẳng để Người đi.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823971051"/>
      </p:ext>
    </p:extLst>
  </p:cSld>
  <p:clrMapOvr>
    <a:masterClrMapping/>
  </p:clrMapOvr>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MAU DỌN Đ</a:t>
            </a:r>
            <a:r>
              <a:rPr lang="vi-VN"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ƯỜNG CHÚA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5859"/>
            <a:ext cx="9144000" cy="3835763"/>
          </a:xfrm>
        </p:spPr>
        <p:txBody>
          <a:bodyPr>
            <a:noAutofit/>
          </a:bodyPr>
          <a:lstStyle/>
          <a:p>
            <a:pPr algn="just"/>
            <a:r>
              <a:rPr lang="vi-VN" sz="5400" b="1" dirty="0">
                <a:latin typeface="+mj-lt"/>
              </a:rPr>
              <a:t>3. Hãy quên đi những ưu phiền bước vào cuộc đời mới đường quang minh hãy theo đời liên để xứng lãnh ơn cứu độ</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12470981"/>
      </p:ext>
    </p:extLst>
  </p:cSld>
  <p:clrMapOvr>
    <a:masterClrMapping/>
  </p:clrMapOvr>
  <p:transition/>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MAU DỌN Đ</a:t>
            </a:r>
            <a:r>
              <a:rPr lang="vi-VN"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ƯỜNG CHÚA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04071"/>
            <a:ext cx="9144000" cy="4219339"/>
          </a:xfrm>
        </p:spPr>
        <p:txBody>
          <a:bodyPr>
            <a:noAutofit/>
          </a:bodyPr>
          <a:lstStyle/>
          <a:p>
            <a:pPr algn="just"/>
            <a:r>
              <a:rPr lang="vi-VN" sz="5400" b="1" dirty="0">
                <a:latin typeface="+mj-lt"/>
              </a:rPr>
              <a:t>ĐK. Có tiếng người hô giữa hoang địa mau dọn đường cho Chúa mau dọn đường cho Chúa Mở lối cho thẳng để Người đi.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03249306"/>
      </p:ext>
    </p:extLst>
  </p:cSld>
  <p:clrMapOvr>
    <a:masterClrMapping/>
  </p:clrMapOvr>
  <p:transition/>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95855"/>
            <a:ext cx="9144000" cy="9540876"/>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vi-VN" sz="5400" b="1" dirty="0">
                <a:latin typeface="Times New Roman" pitchFamily="18" charset="0"/>
                <a:cs typeface="Times New Roman" pitchFamily="18" charset="0"/>
              </a:rPr>
              <a:t>Lạy Chúa xin cho chúng con, được nhìn thấy tình thương của Ngài, Nguyện Ngài thương ban cho chúng con ơn cứu độ của Chúa muôn đời.</a:t>
            </a:r>
            <a:endParaRPr lang="en-US" sz="5400" b="1" dirty="0">
              <a:latin typeface="Times New Roman" pitchFamily="18" charset="0"/>
              <a:cs typeface="Times New Roman" pitchFamily="18" charset="0"/>
            </a:endParaRPr>
          </a:p>
        </p:txBody>
      </p:sp>
    </p:spTree>
    <p:extLst>
      <p:ext uri="{BB962C8B-B14F-4D97-AF65-F5344CB8AC3E}">
        <p14:creationId xmlns:p14="http://schemas.microsoft.com/office/powerpoint/2010/main" val="4117629888"/>
      </p:ext>
    </p:extLst>
  </p:cSld>
  <p:clrMapOvr>
    <a:masterClrMapping/>
  </p:clrMapOvr>
  <p:transition/>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93654"/>
            <a:ext cx="9144000" cy="539461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dọn</a:t>
            </a:r>
            <a:r>
              <a:rPr lang="en-US" sz="5400" b="1" dirty="0">
                <a:latin typeface="Times New Roman" panose="02020603050405020304" pitchFamily="18" charset="0"/>
                <a:cs typeface="Times New Roman" panose="02020603050405020304" pitchFamily="18" charset="0"/>
              </a:rPr>
              <a:t> đ</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san </a:t>
            </a:r>
            <a:r>
              <a:rPr lang="en-US" sz="5400" b="1" dirty="0" err="1">
                <a:latin typeface="Times New Roman" panose="02020603050405020304" pitchFamily="18" charset="0"/>
                <a:cs typeface="Times New Roman" panose="02020603050405020304" pitchFamily="18" charset="0"/>
              </a:rPr>
              <a:t>bằng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vi-VN" sz="5400" b="1" dirty="0">
                <a:latin typeface="Times New Roman" panose="02020603050405020304" pitchFamily="18" charset="0"/>
                <a:cs typeface="Times New Roman" panose="02020603050405020304" pitchFamily="18" charset="0"/>
              </a:rPr>
              <a:t>ơ</a:t>
            </a:r>
            <a:r>
              <a:rPr lang="en-US" sz="5400" b="1" dirty="0">
                <a:latin typeface="Times New Roman" panose="02020603050405020304" pitchFamily="18" charset="0"/>
                <a:cs typeface="Times New Roman" panose="02020603050405020304" pitchFamily="18" charset="0"/>
              </a:rPr>
              <a:t>n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TRÔNG ĐỢI (VT)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58311"/>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giúp</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6243175"/>
      </p:ext>
    </p:extLst>
  </p:cSld>
  <p:clrMapOvr>
    <a:masterClrMapping/>
  </p:clrMapOvr>
  <p:transition/>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TRÔNG ĐỢI (VT)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63718"/>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Hướng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tựa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lệ</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giây</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48177751"/>
      </p:ext>
    </p:extLst>
  </p:cSld>
  <p:clrMapOvr>
    <a:masterClrMapping/>
  </p:clrMapOvr>
  <p:transition/>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TRÔNG ĐỢI (VT)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5782"/>
            <a:ext cx="9144000" cy="4641273"/>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khiên</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08538650"/>
      </p:ext>
    </p:extLst>
  </p:cSld>
  <p:clrMapOvr>
    <a:masterClrMapping/>
  </p:clrMapOvr>
  <p:transition/>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TRÔNG ĐỢI (VT)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5782"/>
            <a:ext cx="9144000" cy="4641273"/>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vi-VN" sz="5400" b="1" dirty="0">
                <a:latin typeface="Times New Roman" panose="02020603050405020304" pitchFamily="18" charset="0"/>
                <a:cs typeface="Times New Roman" panose="02020603050405020304" pitchFamily="18" charset="0"/>
              </a:rPr>
              <a:t>ơ</a:t>
            </a:r>
            <a:r>
              <a:rPr lang="en-US" sz="5400" b="1" dirty="0">
                <a:latin typeface="Times New Roman" panose="02020603050405020304" pitchFamily="18" charset="0"/>
                <a:cs typeface="Times New Roman" panose="02020603050405020304" pitchFamily="18" charset="0"/>
              </a:rPr>
              <a:t>n </a:t>
            </a:r>
            <a:r>
              <a:rPr lang="en-US" sz="5400" b="1" dirty="0" err="1">
                <a:latin typeface="Times New Roman" panose="02020603050405020304" pitchFamily="18" charset="0"/>
                <a:cs typeface="Times New Roman" panose="02020603050405020304" pitchFamily="18" charset="0"/>
              </a:rPr>
              <a:t>giáng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xuống</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75752722"/>
      </p:ext>
    </p:extLst>
  </p:cSld>
  <p:clrMapOvr>
    <a:masterClrMapping/>
  </p:clrMapOvr>
  <p:transition/>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2282"/>
            <a:ext cx="9144000" cy="5615940"/>
          </a:xfrm>
        </p:spPr>
        <p:txBody>
          <a:bodyPr>
            <a:noAutofit/>
          </a:bodyPr>
          <a:lstStyle/>
          <a:p>
            <a:pPr algn="just"/>
            <a:r>
              <a:rPr lang="vi-VN" sz="5400" b="1" dirty="0">
                <a:latin typeface="Times New Roman" panose="02020603050405020304" pitchFamily="18" charset="0"/>
                <a:cs typeface="Times New Roman" panose="02020603050405020304" pitchFamily="18" charset="0"/>
              </a:rPr>
              <a:t>Hỡi Giê-ru-sa-lem, hãy chỗi dậy, hãy đứng nơi cao, và hãy nhìn vẻ kiều diễm từ Thiên Chúa sẽ đến với ngươi.</a:t>
            </a:r>
          </a:p>
        </p:txBody>
      </p:sp>
    </p:spTree>
    <p:extLst>
      <p:ext uri="{BB962C8B-B14F-4D97-AF65-F5344CB8AC3E}">
        <p14:creationId xmlns:p14="http://schemas.microsoft.com/office/powerpoint/2010/main" val="3454802588"/>
      </p:ext>
    </p:extLst>
  </p:cSld>
  <p:clrMapOvr>
    <a:masterClrMapping/>
  </p:clrMapOvr>
  <p:transition/>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32794"/>
            <a:ext cx="9144000" cy="5105400"/>
          </a:xfrm>
        </p:spPr>
        <p:txBody>
          <a:bodyPr>
            <a:noAutofit/>
          </a:bodyPr>
          <a:lstStyle/>
          <a:p>
            <a:pPr algn="just"/>
            <a:r>
              <a:rPr lang="vi-VN" sz="5400" b="1" dirty="0">
                <a:latin typeface="+mj-lt"/>
              </a:rPr>
              <a:t>1. Trong rừng sâu có tiếng gọi, có tiếng gọi, giục hồn ta hãy dọn đường dọn đường Chúa đi. Những đồi cao hãy san bằng hãy san bằng, để Đức Vua Ngài ngự đến trong uy quyền.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047318528"/>
      </p:ext>
    </p:extLst>
  </p:cSld>
  <p:clrMapOvr>
    <a:masterClrMapping/>
  </p:clrMapOvr>
  <p:transition/>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4374"/>
            <a:ext cx="9144000" cy="5615940"/>
          </a:xfrm>
        </p:spPr>
        <p:txBody>
          <a:bodyPr>
            <a:noAutofit/>
          </a:bodyPr>
          <a:lstStyle/>
          <a:p>
            <a:pPr algn="just"/>
            <a:r>
              <a:rPr lang="vi-VN" sz="5400" b="1" dirty="0">
                <a:latin typeface="+mj-lt"/>
              </a:rPr>
              <a:t>ĐK: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nơi.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thời.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246172885"/>
      </p:ext>
    </p:extLst>
  </p:cSld>
  <p:clrMapOvr>
    <a:masterClrMapping/>
  </p:clrMapOvr>
  <p:transition/>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64858"/>
            <a:ext cx="9144000" cy="4641273"/>
          </a:xfrm>
        </p:spPr>
        <p:txBody>
          <a:bodyPr>
            <a:noAutofit/>
          </a:bodyPr>
          <a:lstStyle/>
          <a:p>
            <a:pPr algn="just"/>
            <a:r>
              <a:rPr lang="vi-VN" sz="5400" b="1" dirty="0">
                <a:latin typeface="+mj-lt"/>
              </a:rPr>
              <a:t>2. Hãy về đây, hãy đổi đời hãy đổi đời, lời của Chúa hãy thật lòng thật lòng lắng nghe. Vững niềm tin sống ngay lành sống ngay lành, đời sáng tươi ngày sẽ tới sống muôn đời.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866805564"/>
      </p:ext>
    </p:extLst>
  </p:cSld>
  <p:clrMapOvr>
    <a:masterClrMapping/>
  </p:clrMapOvr>
  <p:transition/>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4374"/>
            <a:ext cx="9144000" cy="5615940"/>
          </a:xfrm>
        </p:spPr>
        <p:txBody>
          <a:bodyPr>
            <a:noAutofit/>
          </a:bodyPr>
          <a:lstStyle/>
          <a:p>
            <a:pPr algn="just"/>
            <a:r>
              <a:rPr lang="vi-VN" sz="5400" b="1" dirty="0">
                <a:latin typeface="+mj-lt"/>
              </a:rPr>
              <a:t>ĐK: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nơi.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thời.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102569905"/>
      </p:ext>
    </p:extLst>
  </p:cSld>
  <p:clrMapOvr>
    <a:masterClrMapping/>
  </p:clrMapOvr>
  <p:transition/>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32794"/>
            <a:ext cx="9144000" cy="5105400"/>
          </a:xfrm>
        </p:spPr>
        <p:txBody>
          <a:bodyPr>
            <a:noAutofit/>
          </a:bodyPr>
          <a:lstStyle/>
          <a:p>
            <a:pPr algn="just"/>
            <a:r>
              <a:rPr lang="vi-VN" sz="5400" b="1" dirty="0">
                <a:latin typeface="+mj-lt"/>
              </a:rPr>
              <a:t>3. Ai thành tâm hãy vui mừng hãy vui mừng, này triều thiên Chúa sẵn sáng sẵn sàng thưởng công. Chúa sẽ đến giữa ánh hồng giữa ánh hồng. Nào đứng lên ngày Người đến sẽ đáp đền.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610691639"/>
      </p:ext>
    </p:extLst>
  </p:cSld>
  <p:clrMapOvr>
    <a:masterClrMapping/>
  </p:clrMapOvr>
  <p:transition/>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4374"/>
            <a:ext cx="9144000" cy="5615940"/>
          </a:xfrm>
        </p:spPr>
        <p:txBody>
          <a:bodyPr>
            <a:noAutofit/>
          </a:bodyPr>
          <a:lstStyle/>
          <a:p>
            <a:pPr algn="just"/>
            <a:r>
              <a:rPr lang="vi-VN" sz="5400" b="1" dirty="0">
                <a:latin typeface="+mj-lt"/>
              </a:rPr>
              <a:t>ĐK: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nơi.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thời.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16746182"/>
      </p:ext>
    </p:extLst>
  </p:cSld>
  <p:clrMapOvr>
    <a:masterClrMapping/>
  </p:clrMapOvr>
  <p:transition/>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32794"/>
            <a:ext cx="9144000" cy="5105400"/>
          </a:xfrm>
        </p:spPr>
        <p:txBody>
          <a:bodyPr>
            <a:noAutofit/>
          </a:bodyPr>
          <a:lstStyle/>
          <a:p>
            <a:pPr algn="just"/>
            <a:r>
              <a:rPr lang="vi-VN" sz="5400" b="1" dirty="0">
                <a:latin typeface="+mj-lt"/>
              </a:rPr>
              <a:t>1. Trong rừng sâu có tiếng gọi, có tiếng gọi, giục hồn ta hãy dọn đường dọn đường Chúa đi. Những đồi cao hãy san bằng hãy san bằng, để Đức Vua Ngài ngự đến trong uy quyền.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145854549"/>
      </p:ext>
    </p:extLst>
  </p:cSld>
  <p:clrMapOvr>
    <a:masterClrMapping/>
  </p:clrMapOvr>
  <p:transition/>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4374"/>
            <a:ext cx="9144000" cy="5615940"/>
          </a:xfrm>
        </p:spPr>
        <p:txBody>
          <a:bodyPr>
            <a:noAutofit/>
          </a:bodyPr>
          <a:lstStyle/>
          <a:p>
            <a:pPr algn="just"/>
            <a:r>
              <a:rPr lang="vi-VN" sz="5400" b="1" dirty="0">
                <a:latin typeface="+mj-lt"/>
              </a:rPr>
              <a:t>ĐK: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nơi.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thời.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309458083"/>
      </p:ext>
    </p:extLst>
  </p:cSld>
  <p:clrMapOvr>
    <a:masterClrMapping/>
  </p:clrMapOvr>
  <p:transition/>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64858"/>
            <a:ext cx="9144000" cy="4641273"/>
          </a:xfrm>
        </p:spPr>
        <p:txBody>
          <a:bodyPr>
            <a:noAutofit/>
          </a:bodyPr>
          <a:lstStyle/>
          <a:p>
            <a:pPr algn="just"/>
            <a:r>
              <a:rPr lang="vi-VN" sz="5400" b="1" dirty="0">
                <a:latin typeface="+mj-lt"/>
              </a:rPr>
              <a:t>2. Hãy về đây, hãy đổi đời hãy đổi đời, lời của Chúa hãy thật lòng thật lòng lắng nghe. Vững niềm tin sống ngay lành sống ngay lành, đời sáng tươi ngày sẽ tới sống muôn đời.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149649723"/>
      </p:ext>
    </p:extLst>
  </p:cSld>
  <p:clrMapOvr>
    <a:masterClrMapping/>
  </p:clrMapOvr>
  <p:transition/>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4374"/>
            <a:ext cx="9144000" cy="5615940"/>
          </a:xfrm>
        </p:spPr>
        <p:txBody>
          <a:bodyPr>
            <a:noAutofit/>
          </a:bodyPr>
          <a:lstStyle/>
          <a:p>
            <a:pPr algn="just"/>
            <a:r>
              <a:rPr lang="vi-VN" sz="5400" b="1" dirty="0">
                <a:latin typeface="+mj-lt"/>
              </a:rPr>
              <a:t>ĐK: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nơi.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thời.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079059499"/>
      </p:ext>
    </p:extLst>
  </p:cSld>
  <p:clrMapOvr>
    <a:masterClrMapping/>
  </p:clrMapOvr>
  <p:transition/>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32794"/>
            <a:ext cx="9144000" cy="5105400"/>
          </a:xfrm>
        </p:spPr>
        <p:txBody>
          <a:bodyPr>
            <a:noAutofit/>
          </a:bodyPr>
          <a:lstStyle/>
          <a:p>
            <a:pPr algn="just"/>
            <a:r>
              <a:rPr lang="vi-VN" sz="5400" b="1" dirty="0">
                <a:latin typeface="+mj-lt"/>
              </a:rPr>
              <a:t>3. Ai thành tâm hãy vui mừng hãy vui mừng, này triều thiên Chúa sẵn sáng sẵn sàng thưởng công. Chúa sẽ đến giữa ánh hồng giữa ánh hồng. Nào đứng lên ngày Người đến sẽ đáp đền.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573653507"/>
      </p:ext>
    </p:extLst>
  </p:cSld>
  <p:clrMapOvr>
    <a:masterClrMapping/>
  </p:clrMapOvr>
  <p:transition/>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4374"/>
            <a:ext cx="9144000" cy="5615940"/>
          </a:xfrm>
        </p:spPr>
        <p:txBody>
          <a:bodyPr>
            <a:noAutofit/>
          </a:bodyPr>
          <a:lstStyle/>
          <a:p>
            <a:pPr algn="just"/>
            <a:r>
              <a:rPr lang="vi-VN" sz="5400" b="1" dirty="0">
                <a:latin typeface="+mj-lt"/>
              </a:rPr>
              <a:t>ĐK: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nơi.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thời.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544252168"/>
      </p:ext>
    </p:extLst>
  </p:cSld>
  <p:clrMapOvr>
    <a:masterClrMapping/>
  </p:clrMapOvr>
  <p:transition/>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32794"/>
            <a:ext cx="9144000" cy="5105400"/>
          </a:xfrm>
        </p:spPr>
        <p:txBody>
          <a:bodyPr>
            <a:noAutofit/>
          </a:bodyPr>
          <a:lstStyle/>
          <a:p>
            <a:pPr algn="just"/>
            <a:r>
              <a:rPr lang="vi-VN" sz="5400" b="1" dirty="0">
                <a:latin typeface="+mj-lt"/>
              </a:rPr>
              <a:t>1. Trong rừng sâu có tiếng gọi, có tiếng gọi, giục hồn ta hãy dọn đường dọn đường Chúa đi. Những đồi cao hãy san bằng hãy san bằng, để Đức Vua Ngài ngự đến trong uy quyền.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186081234"/>
      </p:ext>
    </p:extLst>
  </p:cSld>
  <p:clrMapOvr>
    <a:masterClrMapping/>
  </p:clrMapOvr>
  <p:transition/>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4374"/>
            <a:ext cx="9144000" cy="5615940"/>
          </a:xfrm>
        </p:spPr>
        <p:txBody>
          <a:bodyPr>
            <a:noAutofit/>
          </a:bodyPr>
          <a:lstStyle/>
          <a:p>
            <a:pPr algn="just"/>
            <a:r>
              <a:rPr lang="vi-VN" sz="5400" b="1" dirty="0">
                <a:latin typeface="+mj-lt"/>
              </a:rPr>
              <a:t>ĐK: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nơi.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thời.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317318511"/>
      </p:ext>
    </p:extLst>
  </p:cSld>
  <p:clrMapOvr>
    <a:masterClrMapping/>
  </p:clrMapOvr>
  <p:transition/>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64858"/>
            <a:ext cx="9144000" cy="4641273"/>
          </a:xfrm>
        </p:spPr>
        <p:txBody>
          <a:bodyPr>
            <a:noAutofit/>
          </a:bodyPr>
          <a:lstStyle/>
          <a:p>
            <a:pPr algn="just"/>
            <a:r>
              <a:rPr lang="vi-VN" sz="5400" b="1" dirty="0">
                <a:latin typeface="+mj-lt"/>
              </a:rPr>
              <a:t>2. Hãy về đây, hãy đổi đời hãy đổi đời, lời của Chúa hãy thật lòng thật lòng lắng nghe. Vững niềm tin sống ngay lành sống ngay lành, đời sáng tươi ngày sẽ tới sống muôn đời.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802252868"/>
      </p:ext>
    </p:extLst>
  </p:cSld>
  <p:clrMapOvr>
    <a:masterClrMapping/>
  </p:clrMapOvr>
  <p:transition/>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4374"/>
            <a:ext cx="9144000" cy="5615940"/>
          </a:xfrm>
        </p:spPr>
        <p:txBody>
          <a:bodyPr>
            <a:noAutofit/>
          </a:bodyPr>
          <a:lstStyle/>
          <a:p>
            <a:pPr algn="just"/>
            <a:r>
              <a:rPr lang="vi-VN" sz="5400" b="1" dirty="0">
                <a:latin typeface="+mj-lt"/>
              </a:rPr>
              <a:t>ĐK: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nơi.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thời.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171020558"/>
      </p:ext>
    </p:extLst>
  </p:cSld>
  <p:clrMapOvr>
    <a:masterClrMapping/>
  </p:clrMapOvr>
  <p:transition/>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32794"/>
            <a:ext cx="9144000" cy="5105400"/>
          </a:xfrm>
        </p:spPr>
        <p:txBody>
          <a:bodyPr>
            <a:noAutofit/>
          </a:bodyPr>
          <a:lstStyle/>
          <a:p>
            <a:pPr algn="just"/>
            <a:r>
              <a:rPr lang="vi-VN" sz="5400" b="1" dirty="0">
                <a:latin typeface="+mj-lt"/>
              </a:rPr>
              <a:t>3. Ai thành tâm hãy vui mừng hãy vui mừng, này triều thiên Chúa sẵn sáng sẵn sàng thưởng công. Chúa sẽ đến giữa ánh hồng giữa ánh hồng. Nào đứng lên ngày Người đến sẽ đáp đền.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167005764"/>
      </p:ext>
    </p:extLst>
  </p:cSld>
  <p:clrMapOvr>
    <a:masterClrMapping/>
  </p:clrMapOvr>
  <p:transition/>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4374"/>
            <a:ext cx="9144000" cy="5615940"/>
          </a:xfrm>
        </p:spPr>
        <p:txBody>
          <a:bodyPr>
            <a:noAutofit/>
          </a:bodyPr>
          <a:lstStyle/>
          <a:p>
            <a:pPr algn="just"/>
            <a:r>
              <a:rPr lang="vi-VN" sz="5400" b="1" dirty="0">
                <a:latin typeface="+mj-lt"/>
              </a:rPr>
              <a:t>ĐK: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nơi. Này Chúa đến như hừng </a:t>
            </a:r>
            <a:r>
              <a:rPr lang="vi-VN" sz="5400" b="1">
                <a:latin typeface="+mj-lt"/>
              </a:rPr>
              <a:t>đông </a:t>
            </a:r>
            <a:r>
              <a:rPr lang="vi-VN" sz="5400" b="1" smtClean="0">
                <a:latin typeface="+mj-lt"/>
              </a:rPr>
              <a:t>chiếu soi </a:t>
            </a:r>
            <a:r>
              <a:rPr lang="vi-VN" sz="5400" b="1" dirty="0">
                <a:latin typeface="+mj-lt"/>
              </a:rPr>
              <a:t>màn đêm. Hãy vui lên hãy vui lên Chúa đến đây cứu dân mọi thời.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684431162"/>
      </p:ext>
    </p:extLst>
  </p:cSld>
  <p:clrMapOvr>
    <a:masterClrMapping/>
  </p:clrMapOvr>
  <p:transition/>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VÌ CHÚA SẼ ĐẾN (267)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uốn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sâu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lấp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Non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san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62488483"/>
      </p:ext>
    </p:extLst>
  </p:cSld>
  <p:clrMapOvr>
    <a:masterClrMapping/>
  </p:clrMapOvr>
  <p:transition/>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VÌ CHÚA SẼ ĐẾN (267)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573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lúc</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chẳng</a:t>
            </a:r>
            <a:r>
              <a:rPr lang="en-US" sz="5400" b="1" dirty="0">
                <a:latin typeface="Times New Roman" panose="02020603050405020304" pitchFamily="18" charset="0"/>
                <a:cs typeface="Times New Roman" panose="02020603050405020304" pitchFamily="18" charset="0"/>
              </a:rPr>
              <a:t> hay,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lúc</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chẳng</a:t>
            </a:r>
            <a:r>
              <a:rPr lang="en-US" sz="5400" b="1" dirty="0">
                <a:latin typeface="Times New Roman" panose="02020603050405020304" pitchFamily="18" charset="0"/>
                <a:cs typeface="Times New Roman" panose="02020603050405020304" pitchFamily="18" charset="0"/>
              </a:rPr>
              <a:t> hay.</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9673988"/>
      </p:ext>
    </p:extLst>
  </p:cSld>
  <p:clrMapOvr>
    <a:masterClrMapping/>
  </p:clrMapOvr>
  <p:transition/>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VÌ CHÚA SẼ ĐẾN (267)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uốn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sâu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lấp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Non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san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21772697"/>
      </p:ext>
    </p:extLst>
  </p:cSld>
  <p:clrMapOvr>
    <a:masterClrMapping/>
  </p:clrMapOvr>
  <p:transition/>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VÌ CHÚA SẼ ĐẾN (267)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573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vi-VN" sz="5400" b="1" dirty="0">
                <a:latin typeface="Times New Roman" panose="02020603050405020304" pitchFamily="18" charset="0"/>
                <a:cs typeface="Times New Roman" panose="02020603050405020304" pitchFamily="18" charset="0"/>
              </a:rPr>
              <a:t>đời ta.</a:t>
            </a:r>
          </a:p>
        </p:txBody>
      </p:sp>
    </p:spTree>
    <p:extLst>
      <p:ext uri="{BB962C8B-B14F-4D97-AF65-F5344CB8AC3E}">
        <p14:creationId xmlns:p14="http://schemas.microsoft.com/office/powerpoint/2010/main" val="1820450547"/>
      </p:ext>
    </p:extLst>
  </p:cSld>
  <p:clrMapOvr>
    <a:masterClrMapping/>
  </p:clrMapOvr>
  <p:transition/>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VÌ CHÚA SẼ ĐẾN (267)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uốn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sâu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lấp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Non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san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502922"/>
      </p:ext>
    </p:extLst>
  </p:cSld>
  <p:clrMapOvr>
    <a:masterClrMapping/>
  </p:clrMapOvr>
  <p:transition/>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xmlns=""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2825679399"/>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668872012"/>
      </p:ext>
    </p:extLst>
  </p:cSld>
  <p:clrMapOvr>
    <a:masterClrMapping/>
  </p:clrMapOvr>
  <p:transition/>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254010152"/>
      </p:ext>
    </p:extLst>
  </p:cSld>
  <p:clrMapOvr>
    <a:masterClrMapping/>
  </p:clrMapOvr>
  <p:transition/>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3272420548"/>
      </p:ext>
    </p:extLst>
  </p:cSld>
  <p:clrMapOvr>
    <a:masterClrMapping/>
  </p:clrMapOvr>
  <p:transition/>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070452570"/>
      </p:ext>
    </p:extLst>
  </p:cSld>
  <p:clrMapOvr>
    <a:masterClrMapping/>
  </p:clrMapOvr>
  <p:transition/>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354398195"/>
      </p:ext>
    </p:extLst>
  </p:cSld>
  <p:clrMapOvr>
    <a:masterClrMapping/>
  </p:clrMapOvr>
  <p:transition/>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1941318"/>
      </p:ext>
    </p:extLst>
  </p:cSld>
  <p:clrMapOvr>
    <a:masterClrMapping/>
  </p:clrMapOvr>
  <p:transition/>
  <p:timing>
    <p:tnLst>
      <p:par>
        <p:cTn id="1" dur="indefinite" restart="never" nodeType="tmRoot"/>
      </p:par>
    </p:tnLst>
  </p:timing>
</p:sld>
</file>

<file path=ppt/theme/theme1.xml><?xml version="1.0" encoding="utf-8"?>
<a:theme xmlns:a="http://schemas.openxmlformats.org/drawingml/2006/main" name="Office Theme">
  <a:themeElements>
    <a:clrScheme name="Office Them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5196</TotalTime>
  <Words>3386</Words>
  <Application>Microsoft Office PowerPoint</Application>
  <PresentationFormat>On-screen Show (4:3)</PresentationFormat>
  <Paragraphs>181</Paragraphs>
  <Slides>74</Slides>
  <Notes>3</Notes>
  <HiddenSlides>0</HiddenSlides>
  <MMClips>0</MMClips>
  <ScaleCrop>false</ScaleCrop>
  <HeadingPairs>
    <vt:vector size="4" baseType="variant">
      <vt:variant>
        <vt:lpstr>Theme</vt:lpstr>
      </vt:variant>
      <vt:variant>
        <vt:i4>1</vt:i4>
      </vt:variant>
      <vt:variant>
        <vt:lpstr>Slide Titles</vt:lpstr>
      </vt:variant>
      <vt:variant>
        <vt:i4>74</vt:i4>
      </vt:variant>
    </vt:vector>
  </HeadingPairs>
  <TitlesOfParts>
    <vt:vector size="75"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Nhập Lễ                                      NHẬP LỄ MÙA VỌNG</vt:lpstr>
      <vt:lpstr>Nhập Lễ                                      NHẬP LỄ MÙA VỌNG</vt:lpstr>
      <vt:lpstr>PowerPoint Presentation</vt:lpstr>
      <vt:lpstr>PowerPoint Presentation</vt:lpstr>
      <vt:lpstr>Dâng Lễ                             DÂNG NIỀM MONG ĐỢI (TQD)</vt:lpstr>
      <vt:lpstr>Hiệp Lễ                             TỈNH THỨC VÀ CẦU NGUYỆN (TN)</vt:lpstr>
      <vt:lpstr>Kết lễ                                    CUNG CHÚC TRINH VƯƠNG (HD)</vt:lpstr>
      <vt:lpstr>Kết lễ                                    CUNG CHÚC TRINH VƯƠNG (HD)</vt:lpstr>
      <vt:lpstr>PowerPoint Presentation</vt:lpstr>
      <vt:lpstr>Nhập Lễ                              MAU DỌN ĐƯỜNG CHÚA (KL)</vt:lpstr>
      <vt:lpstr>Nhập Lễ                              MAU DỌN ĐƯỜNG CHÚA (KL)</vt:lpstr>
      <vt:lpstr>Nhập Lễ                              MAU DỌN ĐƯỜNG CHÚA (KL)</vt:lpstr>
      <vt:lpstr>Nhập Lễ                              MAU DỌN ĐƯỜNG CHÚA (KL)</vt:lpstr>
      <vt:lpstr>Nhập Lễ                              MAU DỌN ĐƯỜNG CHÚA (KL)</vt:lpstr>
      <vt:lpstr>Nhập Lễ                              MAU DỌN ĐƯỜNG CHÚA (KL)</vt:lpstr>
      <vt:lpstr>Nhập Lễ                              MAU DỌN ĐƯỜNG CHÚA (KL)</vt:lpstr>
      <vt:lpstr>PowerPoint Presentation</vt:lpstr>
      <vt:lpstr>PowerPoint Presentation</vt:lpstr>
      <vt:lpstr>Dâng Lễ                                  LỄ DÂNG TRÔNG ĐỢI (VT)</vt:lpstr>
      <vt:lpstr>Dâng Lễ                                  LỄ DÂNG TRÔNG ĐỢI (VT)</vt:lpstr>
      <vt:lpstr>Dâng Lễ                                  LỄ DÂNG TRÔNG ĐỢI (VT)</vt:lpstr>
      <vt:lpstr>Dâng Lễ                                  LỄ DÂNG TRÔNG ĐỢI (VT)</vt:lpstr>
      <vt:lpstr>CA HIỆP LỄ</vt:lpstr>
      <vt:lpstr>Hiệp Lễ                             TRONG RỪNG SÂU (MT)</vt:lpstr>
      <vt:lpstr>Hiệp Lễ                             TRONG RỪNG SÂU (MT)</vt:lpstr>
      <vt:lpstr>Hiệp Lễ                             TRONG RỪNG SÂU (MT)</vt:lpstr>
      <vt:lpstr>Hiệp Lễ                             TRONG RỪNG SÂU (MT)</vt:lpstr>
      <vt:lpstr>Hiệp Lễ                             TRONG RỪNG SÂU (MT)</vt:lpstr>
      <vt:lpstr>Hiệp Lễ                             TRONG RỪNG SÂU (MT)</vt:lpstr>
      <vt:lpstr>Hiệp Lễ                             TRONG RỪNG SÂU (MT)</vt:lpstr>
      <vt:lpstr>Hiệp Lễ                             TRONG RỪNG SÂU (MT)</vt:lpstr>
      <vt:lpstr>Hiệp Lễ                             TRONG RỪNG SÂU (MT)</vt:lpstr>
      <vt:lpstr>Hiệp Lễ                             TRONG RỪNG SÂU (MT)</vt:lpstr>
      <vt:lpstr>Hiệp Lễ                             TRONG RỪNG SÂU (MT)</vt:lpstr>
      <vt:lpstr>Hiệp Lễ                             TRONG RỪNG SÂU (MT)</vt:lpstr>
      <vt:lpstr>Hiệp Lễ                             TRONG RỪNG SÂU (MT)</vt:lpstr>
      <vt:lpstr>Hiệp Lễ                             TRONG RỪNG SÂU (MT)</vt:lpstr>
      <vt:lpstr>Hiệp Lễ                             TRONG RỪNG SÂU (MT)</vt:lpstr>
      <vt:lpstr>Hiệp Lễ                             TRONG RỪNG SÂU (MT)</vt:lpstr>
      <vt:lpstr>Hiệp Lễ                             TRONG RỪNG SÂU (MT)</vt:lpstr>
      <vt:lpstr>Hiệp Lễ                             TRONG RỪNG SÂU (MT)</vt:lpstr>
      <vt:lpstr>Nhập Lễ                                         VÌ CHÚA SẼ ĐẾN (267)</vt:lpstr>
      <vt:lpstr>Nhập Lễ                                         VÌ CHÚA SẼ ĐẾN (267)</vt:lpstr>
      <vt:lpstr>Nhập Lễ                                         VÌ CHÚA SẼ ĐẾN (267)</vt:lpstr>
      <vt:lpstr>Nhập Lễ                                         VÌ CHÚA SẼ ĐẾN (267)</vt:lpstr>
      <vt:lpstr>Nhập Lễ                                         VÌ CHÚA SẼ ĐẾN (267)</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Admin</cp:lastModifiedBy>
  <cp:revision>1361</cp:revision>
  <dcterms:created xsi:type="dcterms:W3CDTF">2018-09-17T12:52:44Z</dcterms:created>
  <dcterms:modified xsi:type="dcterms:W3CDTF">2020-12-06T13:21:35Z</dcterms:modified>
</cp:coreProperties>
</file>