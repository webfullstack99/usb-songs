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6"/>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163" r:id="rId29"/>
    <p:sldId id="5349" r:id="rId30"/>
    <p:sldId id="5350" r:id="rId31"/>
    <p:sldId id="5351" r:id="rId32"/>
    <p:sldId id="5352" r:id="rId33"/>
    <p:sldId id="5353" r:id="rId34"/>
    <p:sldId id="5354" r:id="rId35"/>
    <p:sldId id="5355" r:id="rId36"/>
    <p:sldId id="4954" r:id="rId37"/>
    <p:sldId id="3695" r:id="rId38"/>
    <p:sldId id="3677" r:id="rId39"/>
    <p:sldId id="3678" r:id="rId40"/>
    <p:sldId id="5016" r:id="rId41"/>
    <p:sldId id="5017" r:id="rId42"/>
    <p:sldId id="5246" r:id="rId43"/>
    <p:sldId id="5247" r:id="rId44"/>
    <p:sldId id="5357" r:id="rId45"/>
    <p:sldId id="5248" r:id="rId46"/>
    <p:sldId id="5358" r:id="rId47"/>
    <p:sldId id="4106" r:id="rId48"/>
    <p:sldId id="3657" r:id="rId49"/>
    <p:sldId id="3658" r:id="rId50"/>
    <p:sldId id="3659" r:id="rId51"/>
    <p:sldId id="3660" r:id="rId52"/>
    <p:sldId id="3661" r:id="rId53"/>
    <p:sldId id="3662" r:id="rId54"/>
    <p:sldId id="5359" r:id="rId55"/>
    <p:sldId id="5360" r:id="rId56"/>
    <p:sldId id="3663" r:id="rId57"/>
    <p:sldId id="3664" r:id="rId58"/>
    <p:sldId id="5361" r:id="rId59"/>
    <p:sldId id="5362" r:id="rId60"/>
    <p:sldId id="3665" r:id="rId61"/>
    <p:sldId id="3666" r:id="rId62"/>
    <p:sldId id="5363" r:id="rId63"/>
    <p:sldId id="5364" r:id="rId64"/>
    <p:sldId id="5250" r:id="rId65"/>
    <p:sldId id="3667" r:id="rId66"/>
    <p:sldId id="3668" r:id="rId67"/>
    <p:sldId id="3669" r:id="rId68"/>
    <p:sldId id="5365" r:id="rId69"/>
    <p:sldId id="3670" r:id="rId70"/>
    <p:sldId id="5366" r:id="rId71"/>
    <p:sldId id="5251" r:id="rId72"/>
    <p:sldId id="5348" r:id="rId73"/>
    <p:sldId id="5344" r:id="rId74"/>
    <p:sldId id="5367" r:id="rId75"/>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p:scale>
          <a:sx n="66" d="100"/>
          <a:sy n="66" d="100"/>
        </p:scale>
        <p:origin x="2194" y="499"/>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11/04/2021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33</a:t>
            </a:fld>
            <a:endParaRPr lang="en-US"/>
          </a:p>
        </p:txBody>
      </p:sp>
    </p:spTree>
    <p:extLst>
      <p:ext uri="{BB962C8B-B14F-4D97-AF65-F5344CB8AC3E}">
        <p14:creationId xmlns:p14="http://schemas.microsoft.com/office/powerpoint/2010/main" val="20257751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34</a:t>
            </a:fld>
            <a:endParaRPr lang="en-US"/>
          </a:p>
        </p:txBody>
      </p:sp>
    </p:spTree>
    <p:extLst>
      <p:ext uri="{BB962C8B-B14F-4D97-AF65-F5344CB8AC3E}">
        <p14:creationId xmlns:p14="http://schemas.microsoft.com/office/powerpoint/2010/main" val="8826276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48</a:t>
            </a:fld>
            <a:endParaRPr lang="en-US"/>
          </a:p>
        </p:txBody>
      </p:sp>
    </p:spTree>
    <p:extLst>
      <p:ext uri="{BB962C8B-B14F-4D97-AF65-F5344CB8AC3E}">
        <p14:creationId xmlns:p14="http://schemas.microsoft.com/office/powerpoint/2010/main" val="41069975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49</a:t>
            </a:fld>
            <a:endParaRPr lang="en-US"/>
          </a:p>
        </p:txBody>
      </p:sp>
    </p:spTree>
    <p:extLst>
      <p:ext uri="{BB962C8B-B14F-4D97-AF65-F5344CB8AC3E}">
        <p14:creationId xmlns:p14="http://schemas.microsoft.com/office/powerpoint/2010/main" val="14657564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50</a:t>
            </a:fld>
            <a:endParaRPr lang="en-US"/>
          </a:p>
        </p:txBody>
      </p:sp>
    </p:spTree>
    <p:extLst>
      <p:ext uri="{BB962C8B-B14F-4D97-AF65-F5344CB8AC3E}">
        <p14:creationId xmlns:p14="http://schemas.microsoft.com/office/powerpoint/2010/main" val="1471107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51</a:t>
            </a:fld>
            <a:endParaRPr lang="en-US"/>
          </a:p>
        </p:txBody>
      </p:sp>
    </p:spTree>
    <p:extLst>
      <p:ext uri="{BB962C8B-B14F-4D97-AF65-F5344CB8AC3E}">
        <p14:creationId xmlns:p14="http://schemas.microsoft.com/office/powerpoint/2010/main" val="41908087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52</a:t>
            </a:fld>
            <a:endParaRPr lang="en-US"/>
          </a:p>
        </p:txBody>
      </p:sp>
    </p:spTree>
    <p:extLst>
      <p:ext uri="{BB962C8B-B14F-4D97-AF65-F5344CB8AC3E}">
        <p14:creationId xmlns:p14="http://schemas.microsoft.com/office/powerpoint/2010/main" val="1588530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53</a:t>
            </a:fld>
            <a:endParaRPr lang="en-US"/>
          </a:p>
        </p:txBody>
      </p:sp>
    </p:spTree>
    <p:extLst>
      <p:ext uri="{BB962C8B-B14F-4D97-AF65-F5344CB8AC3E}">
        <p14:creationId xmlns:p14="http://schemas.microsoft.com/office/powerpoint/2010/main" val="16978610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54</a:t>
            </a:fld>
            <a:endParaRPr lang="en-US"/>
          </a:p>
        </p:txBody>
      </p:sp>
    </p:spTree>
    <p:extLst>
      <p:ext uri="{BB962C8B-B14F-4D97-AF65-F5344CB8AC3E}">
        <p14:creationId xmlns:p14="http://schemas.microsoft.com/office/powerpoint/2010/main" val="21983025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55</a:t>
            </a:fld>
            <a:endParaRPr lang="en-US"/>
          </a:p>
        </p:txBody>
      </p:sp>
    </p:spTree>
    <p:extLst>
      <p:ext uri="{BB962C8B-B14F-4D97-AF65-F5344CB8AC3E}">
        <p14:creationId xmlns:p14="http://schemas.microsoft.com/office/powerpoint/2010/main" val="16332551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56</a:t>
            </a:fld>
            <a:endParaRPr lang="en-US"/>
          </a:p>
        </p:txBody>
      </p:sp>
    </p:spTree>
    <p:extLst>
      <p:ext uri="{BB962C8B-B14F-4D97-AF65-F5344CB8AC3E}">
        <p14:creationId xmlns:p14="http://schemas.microsoft.com/office/powerpoint/2010/main" val="15973908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57</a:t>
            </a:fld>
            <a:endParaRPr lang="en-US"/>
          </a:p>
        </p:txBody>
      </p:sp>
    </p:spTree>
    <p:extLst>
      <p:ext uri="{BB962C8B-B14F-4D97-AF65-F5344CB8AC3E}">
        <p14:creationId xmlns:p14="http://schemas.microsoft.com/office/powerpoint/2010/main" val="28451767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58</a:t>
            </a:fld>
            <a:endParaRPr lang="en-US"/>
          </a:p>
        </p:txBody>
      </p:sp>
    </p:spTree>
    <p:extLst>
      <p:ext uri="{BB962C8B-B14F-4D97-AF65-F5344CB8AC3E}">
        <p14:creationId xmlns:p14="http://schemas.microsoft.com/office/powerpoint/2010/main" val="35098459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59</a:t>
            </a:fld>
            <a:endParaRPr lang="en-US"/>
          </a:p>
        </p:txBody>
      </p:sp>
    </p:spTree>
    <p:extLst>
      <p:ext uri="{BB962C8B-B14F-4D97-AF65-F5344CB8AC3E}">
        <p14:creationId xmlns:p14="http://schemas.microsoft.com/office/powerpoint/2010/main" val="9483004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60</a:t>
            </a:fld>
            <a:endParaRPr lang="en-US"/>
          </a:p>
        </p:txBody>
      </p:sp>
    </p:spTree>
    <p:extLst>
      <p:ext uri="{BB962C8B-B14F-4D97-AF65-F5344CB8AC3E}">
        <p14:creationId xmlns:p14="http://schemas.microsoft.com/office/powerpoint/2010/main" val="37424801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61</a:t>
            </a:fld>
            <a:endParaRPr lang="en-US"/>
          </a:p>
        </p:txBody>
      </p:sp>
    </p:spTree>
    <p:extLst>
      <p:ext uri="{BB962C8B-B14F-4D97-AF65-F5344CB8AC3E}">
        <p14:creationId xmlns:p14="http://schemas.microsoft.com/office/powerpoint/2010/main" val="5404623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62</a:t>
            </a:fld>
            <a:endParaRPr lang="en-US"/>
          </a:p>
        </p:txBody>
      </p:sp>
    </p:spTree>
    <p:extLst>
      <p:ext uri="{BB962C8B-B14F-4D97-AF65-F5344CB8AC3E}">
        <p14:creationId xmlns:p14="http://schemas.microsoft.com/office/powerpoint/2010/main" val="15387214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63</a:t>
            </a:fld>
            <a:endParaRPr lang="en-US"/>
          </a:p>
        </p:txBody>
      </p:sp>
    </p:spTree>
    <p:extLst>
      <p:ext uri="{BB962C8B-B14F-4D97-AF65-F5344CB8AC3E}">
        <p14:creationId xmlns:p14="http://schemas.microsoft.com/office/powerpoint/2010/main" val="27591242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65</a:t>
            </a:fld>
            <a:endParaRPr lang="en-US"/>
          </a:p>
        </p:txBody>
      </p:sp>
    </p:spTree>
    <p:extLst>
      <p:ext uri="{BB962C8B-B14F-4D97-AF65-F5344CB8AC3E}">
        <p14:creationId xmlns:p14="http://schemas.microsoft.com/office/powerpoint/2010/main" val="343418280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66</a:t>
            </a:fld>
            <a:endParaRPr lang="en-US"/>
          </a:p>
        </p:txBody>
      </p:sp>
    </p:spTree>
    <p:extLst>
      <p:ext uri="{BB962C8B-B14F-4D97-AF65-F5344CB8AC3E}">
        <p14:creationId xmlns:p14="http://schemas.microsoft.com/office/powerpoint/2010/main" val="34482053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67</a:t>
            </a:fld>
            <a:endParaRPr lang="en-US"/>
          </a:p>
        </p:txBody>
      </p:sp>
    </p:spTree>
    <p:extLst>
      <p:ext uri="{BB962C8B-B14F-4D97-AF65-F5344CB8AC3E}">
        <p14:creationId xmlns:p14="http://schemas.microsoft.com/office/powerpoint/2010/main" val="13366535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68</a:t>
            </a:fld>
            <a:endParaRPr lang="en-US"/>
          </a:p>
        </p:txBody>
      </p:sp>
    </p:spTree>
    <p:extLst>
      <p:ext uri="{BB962C8B-B14F-4D97-AF65-F5344CB8AC3E}">
        <p14:creationId xmlns:p14="http://schemas.microsoft.com/office/powerpoint/2010/main" val="14421259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69</a:t>
            </a:fld>
            <a:endParaRPr lang="en-US"/>
          </a:p>
        </p:txBody>
      </p:sp>
    </p:spTree>
    <p:extLst>
      <p:ext uri="{BB962C8B-B14F-4D97-AF65-F5344CB8AC3E}">
        <p14:creationId xmlns:p14="http://schemas.microsoft.com/office/powerpoint/2010/main" val="310064071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70</a:t>
            </a:fld>
            <a:endParaRPr lang="en-US"/>
          </a:p>
        </p:txBody>
      </p:sp>
    </p:spTree>
    <p:extLst>
      <p:ext uri="{BB962C8B-B14F-4D97-AF65-F5344CB8AC3E}">
        <p14:creationId xmlns:p14="http://schemas.microsoft.com/office/powerpoint/2010/main" val="353888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11/04/2021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11/04/2021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NAY ĐÃ PHỤC SINH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2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Alleluia! Alleluia!</a:t>
            </a:r>
          </a:p>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kẻ</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lại</a:t>
            </a:r>
            <a:r>
              <a:rPr lang="en-US" sz="5400" b="1" dirty="0">
                <a:solidFill>
                  <a:schemeClr val="tx1"/>
                </a:solidFill>
                <a:latin typeface="Times New Roman" panose="02020603050405020304" pitchFamily="18" charset="0"/>
                <a:cs typeface="Times New Roman" panose="02020603050405020304" pitchFamily="18" charset="0"/>
              </a:rPr>
              <a:t>. Alleluia! Alleluia!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niềm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4124475694"/>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hảo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bi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95655691"/>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76224"/>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a:t>
            </a:r>
            <a:r>
              <a:rPr lang="en-US" sz="5400" b="1" dirty="0">
                <a:latin typeface="Times New Roman" panose="02020603050405020304" pitchFamily="18" charset="0"/>
                <a:cs typeface="Times New Roman" panose="02020603050405020304" pitchFamily="18" charset="0"/>
              </a:rPr>
              <a:t>-ma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tin”.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43099546"/>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NGỌN NẾN HỒNG (VC)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267"/>
            <a:ext cx="9144000" cy="6391564"/>
          </a:xfrm>
        </p:spPr>
        <p:txBody>
          <a:bodyPr>
            <a:noAutofit/>
          </a:bodyPr>
          <a:lstStyle/>
          <a:p>
            <a:pPr algn="just"/>
            <a:r>
              <a:rPr lang="vi-VN" sz="5400" b="1" dirty="0">
                <a:latin typeface="+mj-lt"/>
              </a:rPr>
              <a:t>ĐK. Dâng ngọn nến hồng lung linh</a:t>
            </a:r>
            <a:r>
              <a:rPr lang="en-US" sz="5400" b="1" dirty="0">
                <a:latin typeface="+mj-lt"/>
              </a:rPr>
              <a:t> </a:t>
            </a:r>
            <a:r>
              <a:rPr lang="vi-VN" sz="5400" b="1" dirty="0">
                <a:latin typeface="+mj-lt"/>
              </a:rPr>
              <a:t>lung linh </a:t>
            </a:r>
            <a:r>
              <a:rPr lang="en-US" sz="5400" b="1" dirty="0">
                <a:latin typeface="Times New Roman" panose="02020603050405020304" pitchFamily="18" charset="0"/>
                <a:cs typeface="Times New Roman" panose="02020603050405020304" pitchFamily="18" charset="0"/>
              </a:rPr>
              <a:t>l</a:t>
            </a:r>
            <a:r>
              <a:rPr lang="vi-VN" sz="5400" b="1" dirty="0">
                <a:latin typeface="+mj-lt"/>
              </a:rPr>
              <a:t>ung linh rạng ánh phục sinh. Kính dâng lên ngọn nến hồng rạng ánh phục sinh</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1823176968"/>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dìu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loan Tin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29251301"/>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7795"/>
            <a:ext cx="9144000" cy="5410200"/>
          </a:xfrm>
        </p:spPr>
        <p:txBody>
          <a:bodyPr>
            <a:noAutofit/>
          </a:bodyPr>
          <a:lstStyle/>
          <a:p>
            <a:pPr algn="just"/>
            <a:r>
              <a:rPr lang="en-US" sz="5400" b="1" dirty="0" err="1">
                <a:latin typeface="Times New Roman" pitchFamily="18" charset="0"/>
                <a:cs typeface="Times New Roman" pitchFamily="18" charset="0"/>
              </a:rPr>
              <a:t>Vòng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rộng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ôm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Tim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phát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48465098"/>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NÀO HÃY MỪNG VUI (433)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043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tuyệt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Alleluia.</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21547862"/>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2CB70-9412-4FA5-B548-9ACE38048B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522416C-031B-489F-9936-9E1DE2B46B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133766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NAY ĐÃ PHỤC SINH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2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Alleluia! Alleluia!</a:t>
            </a:r>
          </a:p>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kẻ</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lại</a:t>
            </a:r>
            <a:r>
              <a:rPr lang="en-US" sz="5400" b="1" dirty="0">
                <a:solidFill>
                  <a:schemeClr val="tx1"/>
                </a:solidFill>
                <a:latin typeface="Times New Roman" panose="02020603050405020304" pitchFamily="18" charset="0"/>
                <a:cs typeface="Times New Roman" panose="02020603050405020304" pitchFamily="18" charset="0"/>
              </a:rPr>
              <a:t>. Alleluia! Alleluia!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niềm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4132786823"/>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NAY ĐÃ PHỤC SINH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2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Alleluia! Alleluia!</a:t>
            </a:r>
          </a:p>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tội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lỗi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a:latin typeface="Times New Roman" panose="02020603050405020304" pitchFamily="18" charset="0"/>
                <a:cs typeface="Times New Roman" panose="02020603050405020304" pitchFamily="18" charset="0"/>
              </a:rPr>
              <a:t>Alleluia! Alleluia!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hưởng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rỗi</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751235275"/>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NAY ĐÃ PHỤC SINH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2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Alleluia! Alleluia!</a:t>
            </a:r>
          </a:p>
          <a:p>
            <a:pPr algn="just"/>
            <a:r>
              <a:rPr lang="en-US" sz="5400" b="1" dirty="0">
                <a:solidFill>
                  <a:schemeClr val="tx1"/>
                </a:solidFill>
                <a:latin typeface="Times New Roman" panose="02020603050405020304" pitchFamily="18" charset="0"/>
                <a:cs typeface="Times New Roman" panose="02020603050405020304" pitchFamily="18" charset="0"/>
              </a:rPr>
              <a:t>3.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rọi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chiếu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triều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a:latin typeface="Times New Roman" panose="02020603050405020304" pitchFamily="18" charset="0"/>
                <a:cs typeface="Times New Roman" panose="02020603050405020304" pitchFamily="18" charset="0"/>
              </a:rPr>
              <a:t>Alleluia! Alleluia! </a:t>
            </a:r>
            <a:r>
              <a:rPr lang="en-US" sz="5400" b="1" dirty="0" err="1">
                <a:latin typeface="Times New Roman" panose="02020603050405020304" pitchFamily="18" charset="0"/>
                <a:cs typeface="Times New Roman" panose="02020603050405020304" pitchFamily="18" charset="0"/>
              </a:rPr>
              <a:t>Chỉ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620406570"/>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hảo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bi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76224"/>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a:t>
            </a:r>
            <a:r>
              <a:rPr lang="en-US" sz="5400" b="1" dirty="0">
                <a:latin typeface="Times New Roman" panose="02020603050405020304" pitchFamily="18" charset="0"/>
                <a:cs typeface="Times New Roman" panose="02020603050405020304" pitchFamily="18" charset="0"/>
              </a:rPr>
              <a:t>-ma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tin”.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NGỌN NẾN HỒNG (VC)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267"/>
            <a:ext cx="9144000" cy="6391564"/>
          </a:xfrm>
        </p:spPr>
        <p:txBody>
          <a:bodyPr>
            <a:noAutofit/>
          </a:bodyPr>
          <a:lstStyle/>
          <a:p>
            <a:pPr algn="just"/>
            <a:r>
              <a:rPr lang="vi-VN" sz="5400" b="1" dirty="0">
                <a:latin typeface="+mj-lt"/>
              </a:rPr>
              <a:t>ĐK. Dâng ngọn nến hồng lung linh</a:t>
            </a:r>
            <a:r>
              <a:rPr lang="en-US" sz="5400" b="1" dirty="0">
                <a:latin typeface="+mj-lt"/>
              </a:rPr>
              <a:t> </a:t>
            </a:r>
            <a:r>
              <a:rPr lang="vi-VN" sz="5400" b="1" dirty="0">
                <a:latin typeface="+mj-lt"/>
              </a:rPr>
              <a:t>lung linh </a:t>
            </a:r>
            <a:r>
              <a:rPr lang="en-US" sz="5400" b="1" dirty="0">
                <a:latin typeface="Times New Roman" panose="02020603050405020304" pitchFamily="18" charset="0"/>
                <a:cs typeface="Times New Roman" panose="02020603050405020304" pitchFamily="18" charset="0"/>
              </a:rPr>
              <a:t>l</a:t>
            </a:r>
            <a:r>
              <a:rPr lang="vi-VN" sz="5400" b="1" dirty="0">
                <a:latin typeface="+mj-lt"/>
              </a:rPr>
              <a:t>ung linh rạng ánh phục sinh. Kính dâng lên ngọn nến hồng rạng ánh phục sinh</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974227495"/>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NGỌN NẾN HỒNG (VC)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75513"/>
            <a:ext cx="9144000" cy="6391564"/>
          </a:xfrm>
        </p:spPr>
        <p:txBody>
          <a:bodyPr>
            <a:noAutofit/>
          </a:bodyPr>
          <a:lstStyle/>
          <a:p>
            <a:pPr algn="just"/>
            <a:r>
              <a:rPr lang="vi-VN" sz="5400" b="1" dirty="0">
                <a:latin typeface="+mj-lt"/>
              </a:rPr>
              <a:t>1. Niềm tin con thắp trên tay Chúa ơi, xin soi sáng cuộc đời xin hun nóng hồn này, thiết tha trung thành vươn tới.</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936908332"/>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NGỌN NẾN HỒNG (VC)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267"/>
            <a:ext cx="9144000" cy="6391564"/>
          </a:xfrm>
        </p:spPr>
        <p:txBody>
          <a:bodyPr>
            <a:noAutofit/>
          </a:bodyPr>
          <a:lstStyle/>
          <a:p>
            <a:pPr algn="just"/>
            <a:r>
              <a:rPr lang="vi-VN" sz="5400" b="1" dirty="0">
                <a:latin typeface="+mj-lt"/>
              </a:rPr>
              <a:t>ĐK. Dâng ngọn nến hồng lung linh</a:t>
            </a:r>
            <a:r>
              <a:rPr lang="en-US" sz="5400" b="1" dirty="0">
                <a:latin typeface="+mj-lt"/>
              </a:rPr>
              <a:t> </a:t>
            </a:r>
            <a:r>
              <a:rPr lang="vi-VN" sz="5400" b="1" dirty="0">
                <a:latin typeface="+mj-lt"/>
              </a:rPr>
              <a:t>lung linh </a:t>
            </a:r>
            <a:r>
              <a:rPr lang="en-US" sz="5400" b="1" dirty="0">
                <a:latin typeface="Times New Roman" panose="02020603050405020304" pitchFamily="18" charset="0"/>
                <a:cs typeface="Times New Roman" panose="02020603050405020304" pitchFamily="18" charset="0"/>
              </a:rPr>
              <a:t>l</a:t>
            </a:r>
            <a:r>
              <a:rPr lang="vi-VN" sz="5400" b="1" dirty="0">
                <a:latin typeface="+mj-lt"/>
              </a:rPr>
              <a:t>ung linh rạng ánh phục sinh. Kính dâng lên ngọn nến hồng rạng ánh phục sinh</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3753263517"/>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NGỌN NẾN HỒNG (VC)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75513"/>
            <a:ext cx="9144000" cy="6391564"/>
          </a:xfrm>
        </p:spPr>
        <p:txBody>
          <a:bodyPr>
            <a:noAutofit/>
          </a:bodyPr>
          <a:lstStyle/>
          <a:p>
            <a:pPr algn="just"/>
            <a:r>
              <a:rPr lang="vi-VN" sz="5400" b="1" dirty="0">
                <a:latin typeface="+mj-lt"/>
              </a:rPr>
              <a:t>2. Tình yêu nồng cháy trên môi Chúa ơi, con thao thức bồi hồi, con dâng hiến về </a:t>
            </a:r>
            <a:r>
              <a:rPr lang="en-US" sz="5400" b="1" dirty="0" err="1">
                <a:latin typeface="Times New Roman" panose="02020603050405020304" pitchFamily="18" charset="0"/>
                <a:cs typeface="Times New Roman" panose="02020603050405020304" pitchFamily="18" charset="0"/>
              </a:rPr>
              <a:t>Ngài</a:t>
            </a:r>
            <a:r>
              <a:rPr lang="vi-VN" sz="5400" b="1" dirty="0">
                <a:latin typeface="+mj-lt"/>
              </a:rPr>
              <a:t> trái tim chung thủy nào nguôi.</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126123232"/>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NGỌN NẾN HỒNG (VC)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267"/>
            <a:ext cx="9144000" cy="6391564"/>
          </a:xfrm>
        </p:spPr>
        <p:txBody>
          <a:bodyPr>
            <a:noAutofit/>
          </a:bodyPr>
          <a:lstStyle/>
          <a:p>
            <a:pPr algn="just"/>
            <a:r>
              <a:rPr lang="vi-VN" sz="5400" b="1" dirty="0">
                <a:latin typeface="+mj-lt"/>
              </a:rPr>
              <a:t>ĐK. Dâng ngọn nến hồng lung linh</a:t>
            </a:r>
            <a:r>
              <a:rPr lang="en-US" sz="5400" b="1" dirty="0">
                <a:latin typeface="+mj-lt"/>
              </a:rPr>
              <a:t> </a:t>
            </a:r>
            <a:r>
              <a:rPr lang="vi-VN" sz="5400" b="1" dirty="0">
                <a:latin typeface="+mj-lt"/>
              </a:rPr>
              <a:t>lung linh </a:t>
            </a:r>
            <a:r>
              <a:rPr lang="en-US" sz="5400" b="1" dirty="0">
                <a:latin typeface="Times New Roman" panose="02020603050405020304" pitchFamily="18" charset="0"/>
                <a:cs typeface="Times New Roman" panose="02020603050405020304" pitchFamily="18" charset="0"/>
              </a:rPr>
              <a:t>l</a:t>
            </a:r>
            <a:r>
              <a:rPr lang="vi-VN" sz="5400" b="1" dirty="0">
                <a:latin typeface="+mj-lt"/>
              </a:rPr>
              <a:t>ung linh rạng ánh phục sinh. Kính dâng lên ngọn nến hồng rạng ánh phục sinh</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1517261096"/>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3317"/>
            <a:ext cx="9144000" cy="5615940"/>
          </a:xfrm>
        </p:spPr>
        <p:txBody>
          <a:bodyPr>
            <a:noAutofit/>
          </a:bodyPr>
          <a:lstStyle/>
          <a:p>
            <a:pPr algn="just"/>
            <a:r>
              <a:rPr lang="en-US" sz="5400" b="1" dirty="0">
                <a:latin typeface="Times New Roman" panose="02020603050405020304" pitchFamily="18" charset="0"/>
                <a:cs typeface="Times New Roman" panose="02020603050405020304" pitchFamily="18" charset="0"/>
              </a:rPr>
              <a:t>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ngón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tin. 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47270"/>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giàu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giúp</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rộng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rộng</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133958533"/>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a:latin typeface="Times New Roman" pitchFamily="18" charset="0"/>
                <a:cs typeface="Times New Roman" pitchFamily="18" charset="0"/>
              </a:rPr>
              <a:t>Ban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 say men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thập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285826772"/>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dìu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loan Tin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415008445"/>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7795"/>
            <a:ext cx="9144000" cy="5410200"/>
          </a:xfrm>
        </p:spPr>
        <p:txBody>
          <a:bodyPr>
            <a:noAutofit/>
          </a:bodyPr>
          <a:lstStyle/>
          <a:p>
            <a:pPr algn="just"/>
            <a:r>
              <a:rPr lang="en-US" sz="5400" b="1" dirty="0" err="1">
                <a:latin typeface="Times New Roman" pitchFamily="18" charset="0"/>
                <a:cs typeface="Times New Roman" pitchFamily="18" charset="0"/>
              </a:rPr>
              <a:t>Vòng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rộng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ôm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Tim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phát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787535608"/>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47295"/>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dạy</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loan tin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kẻ</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oán</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16839930"/>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a:latin typeface="Times New Roman" pitchFamily="18" charset="0"/>
                <a:cs typeface="Times New Roman" pitchFamily="18" charset="0"/>
              </a:rPr>
              <a:t>Ban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rộng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mọi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hiền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ngóng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con.</a:t>
            </a:r>
            <a:endParaRPr lang="en-US" sz="5400" b="1" i="1" dirty="0">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27847145"/>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dìu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loan Tin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848877258"/>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7795"/>
            <a:ext cx="9144000" cy="5410200"/>
          </a:xfrm>
        </p:spPr>
        <p:txBody>
          <a:bodyPr>
            <a:noAutofit/>
          </a:bodyPr>
          <a:lstStyle/>
          <a:p>
            <a:pPr algn="just"/>
            <a:r>
              <a:rPr lang="en-US" sz="5400" b="1" dirty="0" err="1">
                <a:latin typeface="Times New Roman" pitchFamily="18" charset="0"/>
                <a:cs typeface="Times New Roman" pitchFamily="18" charset="0"/>
              </a:rPr>
              <a:t>Vòng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rộng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ôm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Tim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phát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49529443"/>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47295"/>
            <a:ext cx="9144000" cy="5410200"/>
          </a:xfrm>
        </p:spPr>
        <p:txBody>
          <a:bodyPr>
            <a:noAutofit/>
          </a:bodyPr>
          <a:lstStyle/>
          <a:p>
            <a:pPr algn="just"/>
            <a:r>
              <a:rPr lang="en-US" sz="5400" b="1" dirty="0">
                <a:latin typeface="Times New Roman" pitchFamily="18" charset="0"/>
                <a:cs typeface="Times New Roman" pitchFamily="18" charset="0"/>
              </a:rPr>
              <a:t>3.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suối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bảo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bước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loan tin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giới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92396824"/>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err="1">
                <a:latin typeface="Times New Roman" pitchFamily="18" charset="0"/>
                <a:cs typeface="Times New Roman" pitchFamily="18" charset="0"/>
              </a:rPr>
              <a:t>Đem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ngập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khắp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khổ</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đem</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a:t>
            </a:r>
            <a:endParaRPr lang="en-US" sz="5400" b="1" i="1" dirty="0">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52055395"/>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dìu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loan Tin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66952735"/>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7795"/>
            <a:ext cx="9144000" cy="5410200"/>
          </a:xfrm>
        </p:spPr>
        <p:txBody>
          <a:bodyPr>
            <a:noAutofit/>
          </a:bodyPr>
          <a:lstStyle/>
          <a:p>
            <a:pPr algn="just"/>
            <a:r>
              <a:rPr lang="en-US" sz="5400" b="1" dirty="0" err="1">
                <a:latin typeface="Times New Roman" pitchFamily="18" charset="0"/>
                <a:cs typeface="Times New Roman" pitchFamily="18" charset="0"/>
              </a:rPr>
              <a:t>Vòng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rộng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ôm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Tim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phát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87477051"/>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47295"/>
            <a:ext cx="9144000" cy="5410200"/>
          </a:xfrm>
        </p:spPr>
        <p:txBody>
          <a:bodyPr>
            <a:noAutofit/>
          </a:bodyPr>
          <a:lstStyle/>
          <a:p>
            <a:pPr algn="just"/>
            <a:r>
              <a:rPr lang="en-US" sz="5400" b="1" dirty="0">
                <a:latin typeface="Times New Roman" pitchFamily="18" charset="0"/>
                <a:cs typeface="Times New Roman" pitchFamily="18" charset="0"/>
              </a:rPr>
              <a:t>4.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rửa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biết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khiêm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nhường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bảo</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đem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ủi</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khó</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16515023"/>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a:latin typeface="Times New Roman" pitchFamily="18" charset="0"/>
                <a:cs typeface="Times New Roman" pitchFamily="18" charset="0"/>
              </a:rPr>
              <a:t>Chia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manh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mọi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biết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được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a:t>
            </a:r>
            <a:endParaRPr lang="en-US" sz="5400" b="1" i="1" dirty="0">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710287501"/>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5870"/>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dìu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loan Tin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66984157"/>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7795"/>
            <a:ext cx="9144000" cy="5410200"/>
          </a:xfrm>
        </p:spPr>
        <p:txBody>
          <a:bodyPr>
            <a:noAutofit/>
          </a:bodyPr>
          <a:lstStyle/>
          <a:p>
            <a:pPr algn="just"/>
            <a:r>
              <a:rPr lang="en-US" sz="5400" b="1" dirty="0" err="1">
                <a:latin typeface="Times New Roman" pitchFamily="18" charset="0"/>
                <a:cs typeface="Times New Roman" pitchFamily="18" charset="0"/>
              </a:rPr>
              <a:t>Vòng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rộng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ôm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Tim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phát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GIẦU LÒNG XÓT THƯƠNG (PH)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540550129"/>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212D93-F2D5-4036-AA2B-F68BA59E459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2B2040B-5827-42A4-AE2F-58636FAD80E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08451578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6295"/>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nếu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nếu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dấu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nếu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sườn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vẫn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tin.</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KHÔNG THẤY MÀ TIN (PDH-VDA)</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26461113"/>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Tô</a:t>
            </a:r>
            <a:r>
              <a:rPr lang="en-US" sz="5400" b="1" dirty="0">
                <a:latin typeface="Times New Roman" pitchFamily="18" charset="0"/>
                <a:cs typeface="Times New Roman" pitchFamily="18" charset="0"/>
              </a:rPr>
              <a:t>-ma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a:t>
            </a:r>
            <a:r>
              <a:rPr lang="en-US" sz="5400" b="1" dirty="0">
                <a:latin typeface="Times New Roman" pitchFamily="18" charset="0"/>
                <a:cs typeface="Times New Roman" pitchFamily="18" charset="0"/>
              </a:rPr>
              <a:t>-ma con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và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ai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mà</a:t>
            </a:r>
            <a:r>
              <a:rPr lang="en-US" sz="5400" b="1" dirty="0">
                <a:latin typeface="Times New Roman" pitchFamily="18" charset="0"/>
                <a:cs typeface="Times New Roman" pitchFamily="18" charset="0"/>
              </a:rPr>
              <a:t> tin.</a:t>
            </a:r>
            <a:endParaRPr lang="en-US" sz="5400" b="1" i="1" dirty="0">
              <a:solidFill>
                <a:schemeClr val="tx1"/>
              </a:solidFill>
              <a:latin typeface="Times New Roman" pitchFamily="18" charset="0"/>
              <a:cs typeface="Times New Roman" pitchFamily="18" charset="0"/>
            </a:endParaRPr>
          </a:p>
        </p:txBody>
      </p:sp>
      <p:sp>
        <p:nvSpPr>
          <p:cNvPr id="4" name="Title 1">
            <a:extLst>
              <a:ext uri="{FF2B5EF4-FFF2-40B4-BE49-F238E27FC236}">
                <a16:creationId xmlns:a16="http://schemas.microsoft.com/office/drawing/2014/main" id="{077B183E-22DC-46C7-BF98-0AE551C7153B}"/>
              </a:ext>
            </a:extLst>
          </p:cNvPr>
          <p:cNvSpPr txBox="1">
            <a:spLocks/>
          </p:cNvSpPr>
          <p:nvPr/>
        </p:nvSpPr>
        <p:spPr>
          <a:xfrm>
            <a:off x="0" y="0"/>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KHÔNG THẤY MÀ TIN (PDH-VDA)</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82741551"/>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6295"/>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Nhưng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hôm</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đức</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KHÔNG THẤY MÀ TIN (PDH-VDA)</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028376610"/>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Tô</a:t>
            </a:r>
            <a:r>
              <a:rPr lang="en-US" sz="5400" b="1" dirty="0">
                <a:latin typeface="Times New Roman" pitchFamily="18" charset="0"/>
                <a:cs typeface="Times New Roman" pitchFamily="18" charset="0"/>
              </a:rPr>
              <a:t>-ma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a:t>
            </a:r>
            <a:r>
              <a:rPr lang="en-US" sz="5400" b="1" dirty="0">
                <a:latin typeface="Times New Roman" pitchFamily="18" charset="0"/>
                <a:cs typeface="Times New Roman" pitchFamily="18" charset="0"/>
              </a:rPr>
              <a:t>-ma con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và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ai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mà</a:t>
            </a:r>
            <a:r>
              <a:rPr lang="en-US" sz="5400" b="1" dirty="0">
                <a:latin typeface="Times New Roman" pitchFamily="18" charset="0"/>
                <a:cs typeface="Times New Roman" pitchFamily="18" charset="0"/>
              </a:rPr>
              <a:t> tin.</a:t>
            </a:r>
            <a:endParaRPr lang="en-US" sz="5400" b="1" i="1" dirty="0">
              <a:solidFill>
                <a:schemeClr val="tx1"/>
              </a:solidFill>
              <a:latin typeface="Times New Roman" pitchFamily="18" charset="0"/>
              <a:cs typeface="Times New Roman" pitchFamily="18" charset="0"/>
            </a:endParaRPr>
          </a:p>
        </p:txBody>
      </p:sp>
      <p:sp>
        <p:nvSpPr>
          <p:cNvPr id="4" name="Title 1">
            <a:extLst>
              <a:ext uri="{FF2B5EF4-FFF2-40B4-BE49-F238E27FC236}">
                <a16:creationId xmlns:a16="http://schemas.microsoft.com/office/drawing/2014/main" id="{077B183E-22DC-46C7-BF98-0AE551C7153B}"/>
              </a:ext>
            </a:extLst>
          </p:cNvPr>
          <p:cNvSpPr txBox="1">
            <a:spLocks/>
          </p:cNvSpPr>
          <p:nvPr/>
        </p:nvSpPr>
        <p:spPr>
          <a:xfrm>
            <a:off x="0" y="0"/>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KHÔNG THẤY MÀ TIN (PDH-VDA)</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05997733"/>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6295"/>
            <a:ext cx="9144000" cy="5410200"/>
          </a:xfrm>
        </p:spPr>
        <p:txBody>
          <a:bodyPr>
            <a:noAutofit/>
          </a:bodyPr>
          <a:lstStyle/>
          <a:p>
            <a:pPr algn="just"/>
            <a:r>
              <a:rPr lang="en-US" sz="5400" b="1" dirty="0">
                <a:latin typeface="Times New Roman" pitchFamily="18" charset="0"/>
                <a:cs typeface="Times New Roman" pitchFamily="18" charset="0"/>
              </a:rPr>
              <a:t>3. </a:t>
            </a:r>
            <a:r>
              <a:rPr lang="en-US" sz="5400" b="1" dirty="0" err="1">
                <a:latin typeface="Times New Roman" pitchFamily="18" charset="0"/>
                <a:cs typeface="Times New Roman" pitchFamily="18" charset="0"/>
              </a:rPr>
              <a:t>Trên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Ham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say </a:t>
            </a:r>
            <a:r>
              <a:rPr lang="en-US" sz="5400" b="1" dirty="0" err="1">
                <a:latin typeface="Times New Roman" pitchFamily="18" charset="0"/>
                <a:cs typeface="Times New Roman" pitchFamily="18" charset="0"/>
              </a:rPr>
              <a:t>lắm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yếu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đức</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Nhưng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hôm</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quyết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hơn</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KHÔNG THẤY MÀ TIN (PDH-VDA)</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038084034"/>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Tô</a:t>
            </a:r>
            <a:r>
              <a:rPr lang="en-US" sz="5400" b="1" dirty="0">
                <a:latin typeface="Times New Roman" pitchFamily="18" charset="0"/>
                <a:cs typeface="Times New Roman" pitchFamily="18" charset="0"/>
              </a:rPr>
              <a:t>-ma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a:t>
            </a:r>
            <a:r>
              <a:rPr lang="en-US" sz="5400" b="1" dirty="0">
                <a:latin typeface="Times New Roman" pitchFamily="18" charset="0"/>
                <a:cs typeface="Times New Roman" pitchFamily="18" charset="0"/>
              </a:rPr>
              <a:t>-ma con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và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ai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mà</a:t>
            </a:r>
            <a:r>
              <a:rPr lang="en-US" sz="5400" b="1" dirty="0">
                <a:latin typeface="Times New Roman" pitchFamily="18" charset="0"/>
                <a:cs typeface="Times New Roman" pitchFamily="18" charset="0"/>
              </a:rPr>
              <a:t> tin.</a:t>
            </a:r>
            <a:endParaRPr lang="en-US" sz="5400" b="1" i="1" dirty="0">
              <a:solidFill>
                <a:schemeClr val="tx1"/>
              </a:solidFill>
              <a:latin typeface="Times New Roman" pitchFamily="18" charset="0"/>
              <a:cs typeface="Times New Roman" pitchFamily="18" charset="0"/>
            </a:endParaRPr>
          </a:p>
        </p:txBody>
      </p:sp>
      <p:sp>
        <p:nvSpPr>
          <p:cNvPr id="4" name="Title 1">
            <a:extLst>
              <a:ext uri="{FF2B5EF4-FFF2-40B4-BE49-F238E27FC236}">
                <a16:creationId xmlns:a16="http://schemas.microsoft.com/office/drawing/2014/main" id="{077B183E-22DC-46C7-BF98-0AE551C7153B}"/>
              </a:ext>
            </a:extLst>
          </p:cNvPr>
          <p:cNvSpPr txBox="1">
            <a:spLocks/>
          </p:cNvSpPr>
          <p:nvPr/>
        </p:nvSpPr>
        <p:spPr>
          <a:xfrm>
            <a:off x="0" y="0"/>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KHÔNG THẤY MÀ TIN (PDH-VDA)</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823422803"/>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212D93-F2D5-4036-AA2B-F68BA59E459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2B2040B-5827-42A4-AE2F-58636FAD80E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9094005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NÀO HÃY MỪNG VUI (433)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043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tuyệt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Alleluia.</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17933078"/>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Ca </a:t>
            </a:r>
            <a:r>
              <a:rPr lang="en-US" sz="1800" dirty="0" err="1">
                <a:solidFill>
                  <a:srgbClr val="FF0000"/>
                </a:solidFill>
                <a:latin typeface="Times New Roman" pitchFamily="18" charset="0"/>
                <a:cs typeface="Times New Roman" pitchFamily="18" charset="0"/>
              </a:rPr>
              <a:t>tiếp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liên</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HOAN CA PHỤC SINH (HL)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vi-VN" sz="5400" b="1" dirty="0">
                <a:latin typeface="+mj-lt"/>
              </a:rPr>
              <a:t>1. Tôi là tôi đã thấy nấm mồ của Đức Ki-tô, Người đã sống lại và đã ra khỏi mồ, Người đang là đang sống vinh quang, sống vinh quang</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169940441"/>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NÀO HÃY MỪNG VUI (433)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043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tuyệt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Alleluia.</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17546783"/>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5822</TotalTime>
  <Words>3378</Words>
  <Application>Microsoft Office PowerPoint</Application>
  <PresentationFormat>On-screen Show (4:3)</PresentationFormat>
  <Paragraphs>205</Paragraphs>
  <Slides>74</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74</vt:i4>
      </vt:variant>
    </vt:vector>
  </HeadingPairs>
  <TitlesOfParts>
    <vt:vector size="79"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CHÚA NAY ĐÃ PHỤC SINH (KL)</vt:lpstr>
      <vt:lpstr>PowerPoint Presentation</vt:lpstr>
      <vt:lpstr>PowerPoint Presentation</vt:lpstr>
      <vt:lpstr>Dâng Lễ                DÂNG NGỌN NẾN HỒNG (VC)</vt:lpstr>
      <vt:lpstr>Hiệp Lễ                    CHÚA GIẦU LÒNG XÓT THƯƠNG (PH)</vt:lpstr>
      <vt:lpstr>Hiệp Lễ                    CHÚA GIẦU LÒNG XÓT THƯƠNG (PH)</vt:lpstr>
      <vt:lpstr>Nhập Lễ                NÀO HÃY MỪNG VUI (433)</vt:lpstr>
      <vt:lpstr>PowerPoint Presentation</vt:lpstr>
      <vt:lpstr>Nhập Lễ                CHÚA NAY ĐÃ PHỤC SINH (KL)</vt:lpstr>
      <vt:lpstr>Nhập Lễ                CHÚA NAY ĐÃ PHỤC SINH (KL)</vt:lpstr>
      <vt:lpstr>Nhập Lễ                CHÚA NAY ĐÃ PHỤC SINH (KL)</vt:lpstr>
      <vt:lpstr>PowerPoint Presentation</vt:lpstr>
      <vt:lpstr>PowerPoint Presentation</vt:lpstr>
      <vt:lpstr>Dâng Lễ                DÂNG NGỌN NẾN HỒNG (VC)</vt:lpstr>
      <vt:lpstr>Dâng Lễ                DÂNG NGỌN NẾN HỒNG (VC)</vt:lpstr>
      <vt:lpstr>Dâng Lễ                DÂNG NGỌN NẾN HỒNG (VC)</vt:lpstr>
      <vt:lpstr>Dâng Lễ                DÂNG NGỌN NẾN HỒNG (VC)</vt:lpstr>
      <vt:lpstr>Dâng Lễ                DÂNG NGỌN NẾN HỒNG (VC)</vt:lpstr>
      <vt:lpstr>CA HIỆP LỄ</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Hiệp Lễ                    CHÚA GIẦU LÒNG XÓT THƯƠNG (PH)</vt:lpstr>
      <vt:lpstr>PowerPoint Presentation</vt:lpstr>
      <vt:lpstr>Hiệp Lễ                           KHÔNG THẤY MÀ TIN (PDH-VDA)</vt:lpstr>
      <vt:lpstr>PowerPoint Presentation</vt:lpstr>
      <vt:lpstr>Hiệp Lễ                           KHÔNG THẤY MÀ TIN (PDH-VDA)</vt:lpstr>
      <vt:lpstr>PowerPoint Presentation</vt:lpstr>
      <vt:lpstr>Hiệp Lễ                           KHÔNG THẤY MÀ TIN (PDH-VDA)</vt:lpstr>
      <vt:lpstr>PowerPoint Presentation</vt:lpstr>
      <vt:lpstr>PowerPoint Presentation</vt:lpstr>
      <vt:lpstr>Nhập Lễ                NÀO HÃY MỪNG VUI (433)</vt:lpstr>
      <vt:lpstr>Ca tiếp liên                              HOAN CA PHỤC SINH (HL)</vt:lpstr>
      <vt:lpstr>Nhập Lễ                NÀO HÃY MỪNG VUI (433)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1474</cp:revision>
  <dcterms:created xsi:type="dcterms:W3CDTF">2018-09-17T12:52:44Z</dcterms:created>
  <dcterms:modified xsi:type="dcterms:W3CDTF">2021-04-11T09:48:15Z</dcterms:modified>
</cp:coreProperties>
</file>