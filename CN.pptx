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1"/>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5509" r:id="rId23"/>
    <p:sldId id="5510" r:id="rId24"/>
    <p:sldId id="5511" r:id="rId25"/>
    <p:sldId id="5512" r:id="rId26"/>
    <p:sldId id="5513" r:id="rId27"/>
    <p:sldId id="5514" r:id="rId28"/>
    <p:sldId id="5515" r:id="rId29"/>
    <p:sldId id="5516" r:id="rId30"/>
    <p:sldId id="5447" r:id="rId31"/>
    <p:sldId id="4370" r:id="rId32"/>
    <p:sldId id="4371" r:id="rId33"/>
    <p:sldId id="4372" r:id="rId34"/>
    <p:sldId id="5490" r:id="rId35"/>
    <p:sldId id="5476" r:id="rId36"/>
    <p:sldId id="5477" r:id="rId37"/>
    <p:sldId id="3370" r:id="rId38"/>
    <p:sldId id="3371" r:id="rId39"/>
    <p:sldId id="5491" r:id="rId40"/>
    <p:sldId id="3373" r:id="rId41"/>
    <p:sldId id="5492" r:id="rId42"/>
    <p:sldId id="4106" r:id="rId43"/>
    <p:sldId id="3768" r:id="rId44"/>
    <p:sldId id="3769" r:id="rId45"/>
    <p:sldId id="5498" r:id="rId46"/>
    <p:sldId id="3770" r:id="rId47"/>
    <p:sldId id="5499" r:id="rId48"/>
    <p:sldId id="5497" r:id="rId49"/>
    <p:sldId id="5500" r:id="rId50"/>
    <p:sldId id="5501" r:id="rId51"/>
    <p:sldId id="5502" r:id="rId52"/>
    <p:sldId id="5503" r:id="rId53"/>
    <p:sldId id="5504" r:id="rId54"/>
    <p:sldId id="5505" r:id="rId55"/>
    <p:sldId id="5506" r:id="rId56"/>
    <p:sldId id="5507" r:id="rId57"/>
    <p:sldId id="4476" r:id="rId58"/>
    <p:sldId id="4477" r:id="rId59"/>
    <p:sldId id="5508" r:id="rId60"/>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16/05/2021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16/05/2021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16/05/2021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28650442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341023930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074464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1775956"/>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4476201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030763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9222452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617577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98579402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65132733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2. Vui lên muôn nước muôn người đời trần gian sẽ qua. Vui lên muôn nước muôn người chờ về nơi thiên quốc. </a:t>
            </a:r>
            <a:r>
              <a:rPr lang="en-US" sz="5400" b="1" dirty="0" err="1">
                <a:latin typeface="Times New Roman" panose="02020603050405020304" pitchFamily="18" charset="0"/>
                <a:cs typeface="Times New Roman" panose="02020603050405020304" pitchFamily="18" charset="0"/>
              </a:rPr>
              <a:t>Họp</a:t>
            </a:r>
            <a:r>
              <a:rPr lang="vi-VN" sz="5400" b="1" dirty="0">
                <a:latin typeface="+mj-lt"/>
              </a:rPr>
              <a:t> mừng bên Cha tình </a:t>
            </a:r>
            <a:r>
              <a:rPr lang="en-US" sz="5400" b="1" dirty="0" err="1">
                <a:latin typeface="Times New Roman" panose="02020603050405020304" pitchFamily="18" charset="0"/>
                <a:cs typeface="Times New Roman" panose="02020603050405020304" pitchFamily="18" charset="0"/>
              </a:rPr>
              <a:t>Ngài</a:t>
            </a:r>
            <a:r>
              <a:rPr lang="vi-VN" sz="5400" b="1" dirty="0">
                <a:latin typeface="+mj-lt"/>
              </a:rPr>
              <a:t> bao la chốn Thiên Ðình chung tiếng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3121700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881525307"/>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792766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9214391"/>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62268326"/>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171575"/>
            <a:ext cx="9144000" cy="6391564"/>
          </a:xfrm>
        </p:spPr>
        <p:txBody>
          <a:bodyPr>
            <a:noAutofit/>
          </a:bodyPr>
          <a:lstStyle/>
          <a:p>
            <a:pPr algn="just"/>
            <a:r>
              <a:rPr lang="vi-VN" sz="5400" b="1" dirty="0">
                <a:latin typeface="+mj-lt"/>
              </a:rPr>
              <a:t>1. Trầm trầm tiếng ca tình yêu sốt mến. Vương vương câu hát ngất ngây hương lòng. Trọn một đời ước mơ, thành bài ca tuyệt vời tiến dâng lên Ngài.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775618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5279911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81125"/>
            <a:ext cx="9144000" cy="6391564"/>
          </a:xfrm>
        </p:spPr>
        <p:txBody>
          <a:bodyPr>
            <a:noAutofit/>
          </a:bodyPr>
          <a:lstStyle/>
          <a:p>
            <a:pPr algn="just"/>
            <a:r>
              <a:rPr lang="vi-VN" sz="5400" b="1" dirty="0">
                <a:latin typeface="+mj-lt"/>
              </a:rPr>
              <a:t>2. Lòng thành tiến dâng rượu nho bánh miến. Xin Cha thương lấy tấm thân mọn hèn. Để đời con đắm say, tình Ngài ban tràn đầy khúc ca ân tình.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991748341"/>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3319417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0326"/>
            <a:ext cx="9144000" cy="484277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614618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133438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36528731"/>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57712927"/>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9288374"/>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2043938"/>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3959839"/>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6369454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6627747"/>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98277"/>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3595518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6469107"/>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502800"/>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692AE-208F-45FE-845E-0882F9BE435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77B599C-DE0D-4C68-901D-DB299D6C91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873159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094154560"/>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0774709"/>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0576873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6051</TotalTime>
  <Words>2935</Words>
  <Application>Microsoft Office PowerPoint</Application>
  <PresentationFormat>On-screen Show (4:3)</PresentationFormat>
  <Paragraphs>151</Paragraphs>
  <Slides>59</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59</vt:i4>
      </vt:variant>
    </vt:vector>
  </HeadingPairs>
  <TitlesOfParts>
    <vt:vector size="64"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NhậpLễ                         Hôm Nay Mừng Chúa Lên Trời (MT)</vt:lpstr>
      <vt:lpstr>NhậpLễ                         Hôm Nay Mừng Chúa Lên Trời (MT)</vt:lpstr>
      <vt:lpstr>PowerPoint Presentation</vt:lpstr>
      <vt:lpstr>PowerPoint Presentation</vt:lpstr>
      <vt:lpstr>Hiệp Lễ                            LỜI TRẦM HƯƠNG (90)</vt:lpstr>
      <vt:lpstr>Nhập Lễ                        CHÚA VỀ TRỜI CON RA ĐI (443)</vt:lpstr>
      <vt:lpstr>Kết lễ                                     TIẾNG HÁT THIÊN THU 485</vt:lpstr>
      <vt:lpstr>Kết lễ                                     TIẾNG HÁT THIÊN THU 485</vt:lpstr>
      <vt:lpstr>PowerPoint Presentation</vt:lpstr>
      <vt:lpstr>NhậpLễ                         Hôm Nay Mừng Chúa Lên Trời (MT)</vt:lpstr>
      <vt:lpstr>NhậpLễ                         Hôm Nay Mừng Chúa Lên Trời (MT)</vt:lpstr>
      <vt:lpstr>NhậpLễ                         Hôm Nay Mừng Chúa Lên Trời (MT)</vt:lpstr>
      <vt:lpstr>NhậpLễ                         Hôm Nay Mừng Chúa Lên Trời (MT)</vt:lpstr>
      <vt:lpstr>PowerPoint Presentation</vt:lpstr>
      <vt:lpstr>PowerPoint Presentation</vt:lpstr>
      <vt:lpstr>Hiệp Lễ                            LỜI TRẦM HƯƠNG (90)</vt:lpstr>
      <vt:lpstr>Hiệp Lễ                            LỜI TRẦM HƯƠNG (90)</vt:lpstr>
      <vt:lpstr>Hiệp Lễ                            LỜI TRẦM HƯƠNG (90)</vt:lpstr>
      <vt:lpstr>Hiệp Lễ                            LỜI TRẦM HƯƠNG (90)</vt:lpstr>
      <vt:lpstr>Hiệp Lễ                            LỜI TRẦM HƯƠNG (90)</vt:lpstr>
      <vt:lpstr>CA HIỆP LỄ</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PowerPoint Presentation</vt:lpstr>
      <vt:lpstr>Kết lễ                                     TIẾNG HÁT THIÊN THU 485</vt:lpstr>
      <vt:lpstr>Kết lễ                                     TIẾNG HÁT THIÊN THU 485</vt:lpstr>
      <vt:lpstr>Kết lễ                                     TIẾNG HÁT THIÊN THU 485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1510</cp:revision>
  <dcterms:created xsi:type="dcterms:W3CDTF">2018-09-17T12:52:44Z</dcterms:created>
  <dcterms:modified xsi:type="dcterms:W3CDTF">2021-05-16T04:43:53Z</dcterms:modified>
</cp:coreProperties>
</file>