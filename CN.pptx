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5517" r:id="rId22"/>
    <p:sldId id="4810" r:id="rId23"/>
    <p:sldId id="4811" r:id="rId24"/>
    <p:sldId id="4812" r:id="rId25"/>
    <p:sldId id="4813" r:id="rId26"/>
    <p:sldId id="4814" r:id="rId27"/>
    <p:sldId id="4815" r:id="rId28"/>
    <p:sldId id="4809" r:id="rId29"/>
    <p:sldId id="5509" r:id="rId30"/>
    <p:sldId id="5510" r:id="rId31"/>
    <p:sldId id="5511" r:id="rId32"/>
    <p:sldId id="5512" r:id="rId33"/>
    <p:sldId id="5513" r:id="rId34"/>
    <p:sldId id="5514" r:id="rId35"/>
    <p:sldId id="5515" r:id="rId36"/>
    <p:sldId id="5516" r:id="rId37"/>
    <p:sldId id="5447" r:id="rId38"/>
    <p:sldId id="4370" r:id="rId39"/>
    <p:sldId id="4371" r:id="rId40"/>
    <p:sldId id="4372" r:id="rId41"/>
    <p:sldId id="5490" r:id="rId42"/>
    <p:sldId id="5476" r:id="rId43"/>
    <p:sldId id="5477" r:id="rId44"/>
    <p:sldId id="3370" r:id="rId45"/>
    <p:sldId id="3371" r:id="rId46"/>
    <p:sldId id="5491" r:id="rId47"/>
    <p:sldId id="3373" r:id="rId48"/>
    <p:sldId id="5492" r:id="rId49"/>
    <p:sldId id="4106" r:id="rId50"/>
    <p:sldId id="3768" r:id="rId51"/>
    <p:sldId id="3769" r:id="rId52"/>
    <p:sldId id="5498" r:id="rId53"/>
    <p:sldId id="3770" r:id="rId54"/>
    <p:sldId id="5499" r:id="rId55"/>
    <p:sldId id="5497" r:id="rId56"/>
    <p:sldId id="5500" r:id="rId57"/>
    <p:sldId id="5501" r:id="rId58"/>
    <p:sldId id="5502" r:id="rId59"/>
    <p:sldId id="5503" r:id="rId60"/>
    <p:sldId id="5504" r:id="rId61"/>
    <p:sldId id="5505" r:id="rId62"/>
    <p:sldId id="5506" r:id="rId63"/>
    <p:sldId id="5507" r:id="rId64"/>
    <p:sldId id="4476" r:id="rId65"/>
    <p:sldId id="4477" r:id="rId66"/>
    <p:sldId id="5508" r:id="rId6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86" d="100"/>
          <a:sy n="86" d="100"/>
        </p:scale>
        <p:origin x="1618" y="5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17/05/2021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17/05/2021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1D390-FED8-40E3-819B-20FD4A6E951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3774C89-BBEE-4294-BD9C-372AC527811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51130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1. Hôm nay mừng Chúa lên trời trần hoàn vang tiếng ca. Hôm nay mừng Chúa lên trời triều thần vang câu hát. Này ngày vinh quang, rạng ngời ánh sáng khúc nhạc mừng trời đất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286504428"/>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341023930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9777"/>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vang.</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4074464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41775956"/>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04476201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0307630"/>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92224522"/>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81231"/>
            <a:ext cx="9144000" cy="4219339"/>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thẳm</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761757756"/>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C5FC-8BB0-462D-BB28-70A53D0509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7FB29B2-1B19-4656-91AA-EE2D11E5DC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1614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1. Hôm nay mừng Chúa lên trời trần hoàn vang tiếng ca. Hôm nay mừng Chúa lên trời triều thần vang câu hát. Này ngày vinh quang, rạng ngời ánh sáng khúc nhạc mừng trời đất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985794021"/>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2651327339"/>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2. Vui lên muôn nước muôn người đời trần gian sẽ qua. Vui lên muôn nước muôn người chờ về nơi thiên quốc. </a:t>
            </a:r>
            <a:r>
              <a:rPr lang="en-US" sz="5400" b="1" dirty="0" err="1">
                <a:latin typeface="Times New Roman" panose="02020603050405020304" pitchFamily="18" charset="0"/>
                <a:cs typeface="Times New Roman" panose="02020603050405020304" pitchFamily="18" charset="0"/>
              </a:rPr>
              <a:t>Họp</a:t>
            </a:r>
            <a:r>
              <a:rPr lang="vi-VN" sz="5400" b="1" dirty="0">
                <a:latin typeface="+mj-lt"/>
              </a:rPr>
              <a:t> mừng bên Cha tình </a:t>
            </a:r>
            <a:r>
              <a:rPr lang="en-US" sz="5400" b="1" dirty="0" err="1">
                <a:latin typeface="Times New Roman" panose="02020603050405020304" pitchFamily="18" charset="0"/>
                <a:cs typeface="Times New Roman" panose="02020603050405020304" pitchFamily="18" charset="0"/>
              </a:rPr>
              <a:t>Ngài</a:t>
            </a:r>
            <a:r>
              <a:rPr lang="vi-VN" sz="5400" b="1" dirty="0">
                <a:latin typeface="+mj-lt"/>
              </a:rPr>
              <a:t> bao la chốn Thiên Ðình chung tiếng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131217004"/>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2881525307"/>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9777"/>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vang.</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7927669"/>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9214391"/>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62268326"/>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171575"/>
            <a:ext cx="9144000" cy="6391564"/>
          </a:xfrm>
        </p:spPr>
        <p:txBody>
          <a:bodyPr>
            <a:noAutofit/>
          </a:bodyPr>
          <a:lstStyle/>
          <a:p>
            <a:pPr algn="just"/>
            <a:r>
              <a:rPr lang="vi-VN" sz="5400" b="1" dirty="0">
                <a:latin typeface="+mj-lt"/>
              </a:rPr>
              <a:t>1. Trầm trầm tiếng ca tình yêu sốt mến. Vương vương câu hát ngất ngây hương lòng. Trọn một đời ước mơ, thành bài ca tuyệt vời tiến dâng lên Ngài.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7756186"/>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352799114"/>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81125"/>
            <a:ext cx="9144000" cy="6391564"/>
          </a:xfrm>
        </p:spPr>
        <p:txBody>
          <a:bodyPr>
            <a:noAutofit/>
          </a:bodyPr>
          <a:lstStyle/>
          <a:p>
            <a:pPr algn="just"/>
            <a:r>
              <a:rPr lang="vi-VN" sz="5400" b="1" dirty="0">
                <a:latin typeface="+mj-lt"/>
              </a:rPr>
              <a:t>2. Lòng thành tiến dâng rượu nho bánh miến. Xin Cha thương lấy tấm thân mọn hèn. Để đời con đắm say, tình Ngài ban tràn đầy khúc ca ân tình.</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991748341"/>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333194175"/>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0326"/>
            <a:ext cx="9144000" cy="484277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61461898"/>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15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môi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dặm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1334380"/>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36528731"/>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57712927"/>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8928837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ra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2043938"/>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23959839"/>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15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môi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dặm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63694543"/>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6627747"/>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98277"/>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35955188"/>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ra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6469107"/>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2502800"/>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692AE-208F-45FE-845E-0882F9BE435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77B599C-DE0D-4C68-901D-DB299D6C91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873159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094154560"/>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81231"/>
            <a:ext cx="9144000" cy="4219339"/>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thẳm</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40774709"/>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05768730"/>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6054</TotalTime>
  <Words>3248</Words>
  <Application>Microsoft Office PowerPoint</Application>
  <PresentationFormat>On-screen Show (4:3)</PresentationFormat>
  <Paragraphs>163</Paragraphs>
  <Slides>66</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66</vt:i4>
      </vt:variant>
    </vt:vector>
  </HeadingPairs>
  <TitlesOfParts>
    <vt:vector size="71"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NhậpLễ                         Hôm Nay Mừng Chúa Lên Trời (MT)</vt:lpstr>
      <vt:lpstr>NhậpLễ                         Hôm Nay Mừng Chúa Lên Trời (MT)</vt:lpstr>
      <vt:lpstr>PowerPoint Presentation</vt:lpstr>
      <vt:lpstr>PowerPoint Presentation</vt:lpstr>
      <vt:lpstr>Hiệp Lễ                            LỜI TRẦM HƯƠNG (90)</vt:lpstr>
      <vt:lpstr>Nhập Lễ                        CHÚA VỀ TRỜI CON RA ĐI (443)</vt:lpstr>
      <vt:lpstr>Kết lễ                                     TIẾNG HÁT THIÊN THU 485</vt:lpstr>
      <vt:lpstr>Kết lễ                                     TIẾNG HÁT THIÊN THU 485</vt:lpstr>
      <vt:lpstr>PowerPoint Presentation</vt:lpstr>
      <vt:lpstr>NhậpLễ                         Hôm Nay Mừng Chúa Lên Trời (MT)</vt:lpstr>
      <vt:lpstr>NhậpLễ                         Hôm Nay Mừng Chúa Lên Trời (MT)</vt:lpstr>
      <vt:lpstr>NhậpLễ                         Hôm Nay Mừng Chúa Lên Trời (MT)</vt:lpstr>
      <vt:lpstr>NhậpLễ                         Hôm Nay Mừng Chúa Lên Trời (MT)</vt:lpstr>
      <vt:lpstr>PowerPoint Presentation</vt:lpstr>
      <vt:lpstr>PowerPoint Presentation</vt:lpstr>
      <vt:lpstr>Hiệp Lễ                            LỜI TRẦM HƯƠNG (90)</vt:lpstr>
      <vt:lpstr>Hiệp Lễ                            LỜI TRẦM HƯƠNG (90)</vt:lpstr>
      <vt:lpstr>Hiệp Lễ                            LỜI TRẦM HƯƠNG (90)</vt:lpstr>
      <vt:lpstr>Hiệp Lễ                            LỜI TRẦM HƯƠNG (90)</vt:lpstr>
      <vt:lpstr>Hiệp Lễ                            LỜI TRẦM HƯƠNG (90)</vt:lpstr>
      <vt:lpstr>CA HIỆP LỄ</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PowerPoint Presentation</vt:lpstr>
      <vt:lpstr>Kết lễ                                     TIẾNG HÁT THIÊN THU 485</vt:lpstr>
      <vt:lpstr>Kết lễ                                     TIẾNG HÁT THIÊN THU 485</vt:lpstr>
      <vt:lpstr>Kết lễ                                     TIẾNG HÁT THIÊN THU 485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1512</cp:revision>
  <dcterms:created xsi:type="dcterms:W3CDTF">2018-09-17T12:52:44Z</dcterms:created>
  <dcterms:modified xsi:type="dcterms:W3CDTF">2021-05-17T12:13:28Z</dcterms:modified>
</cp:coreProperties>
</file>