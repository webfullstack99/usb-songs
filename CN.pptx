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4905" r:id="rId29"/>
    <p:sldId id="4675" r:id="rId30"/>
    <p:sldId id="4207" r:id="rId31"/>
    <p:sldId id="4653" r:id="rId32"/>
    <p:sldId id="4654" r:id="rId33"/>
    <p:sldId id="4906" r:id="rId34"/>
    <p:sldId id="4106" r:id="rId35"/>
    <p:sldId id="4907" r:id="rId36"/>
    <p:sldId id="4908" r:id="rId37"/>
    <p:sldId id="4890" r:id="rId38"/>
    <p:sldId id="4502" r:id="rId39"/>
    <p:sldId id="4503" r:id="rId40"/>
    <p:sldId id="4504" r:id="rId41"/>
    <p:sldId id="4505" r:id="rId42"/>
    <p:sldId id="4506" r:id="rId43"/>
    <p:sldId id="4507" r:id="rId44"/>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varScale="1">
        <p:scale>
          <a:sx n="82" d="100"/>
          <a:sy n="82" d="100"/>
        </p:scale>
        <p:origin x="1613" y="4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05/01/2021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05/01/2021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1743840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8445F-18CC-403C-BE0F-337DE12047E0}"/>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1BF46068-8E2C-4608-B732-CD57D295FE91}"/>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9375888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Title</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0821652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Sample text.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Title</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07833228"/>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89616"/>
            <a:ext cx="9144000" cy="4641273"/>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Title</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54870366"/>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Title</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58687602"/>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8632619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5458</TotalTime>
  <Words>1951</Words>
  <Application>Microsoft Office PowerPoint</Application>
  <PresentationFormat>On-screen Show (4:3)</PresentationFormat>
  <Paragraphs>117</Paragraphs>
  <Slides>43</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PowerPoint Presentation</vt:lpstr>
      <vt:lpstr>Nhập Lễ                                        Title</vt:lpstr>
      <vt:lpstr>PowerPoint Presentation</vt:lpstr>
      <vt:lpstr>PowerPoint Presentation</vt:lpstr>
      <vt:lpstr>Dâng Lễ                                        Title</vt:lpstr>
      <vt:lpstr>CA HIỆP LỄ</vt:lpstr>
      <vt:lpstr>Hiệp Lễ                                        Title</vt:lpstr>
      <vt:lpstr>Kết Lễ                                        Title</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1385</cp:revision>
  <dcterms:created xsi:type="dcterms:W3CDTF">2018-09-17T12:52:44Z</dcterms:created>
  <dcterms:modified xsi:type="dcterms:W3CDTF">2021-01-05T13:15:13Z</dcterms:modified>
</cp:coreProperties>
</file>