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3"/>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034" r:id="rId29"/>
    <p:sldId id="5035" r:id="rId30"/>
    <p:sldId id="5036" r:id="rId31"/>
    <p:sldId id="5037" r:id="rId32"/>
    <p:sldId id="5038" r:id="rId33"/>
    <p:sldId id="5039" r:id="rId34"/>
    <p:sldId id="5040" r:id="rId35"/>
    <p:sldId id="5041" r:id="rId36"/>
    <p:sldId id="5042" r:id="rId37"/>
    <p:sldId id="5043" r:id="rId38"/>
    <p:sldId id="4954" r:id="rId39"/>
    <p:sldId id="3209" r:id="rId40"/>
    <p:sldId id="3210" r:id="rId41"/>
    <p:sldId id="5031" r:id="rId42"/>
    <p:sldId id="5022" r:id="rId43"/>
    <p:sldId id="5032" r:id="rId44"/>
    <p:sldId id="3212" r:id="rId45"/>
    <p:sldId id="5033" r:id="rId46"/>
    <p:sldId id="5016" r:id="rId47"/>
    <p:sldId id="5017" r:id="rId48"/>
    <p:sldId id="4570" r:id="rId49"/>
    <p:sldId id="4571" r:id="rId50"/>
    <p:sldId id="5023" r:id="rId51"/>
    <p:sldId id="5025" r:id="rId52"/>
    <p:sldId id="5024" r:id="rId53"/>
    <p:sldId id="5026" r:id="rId54"/>
    <p:sldId id="4106" r:id="rId55"/>
    <p:sldId id="4327" r:id="rId56"/>
    <p:sldId id="4328" r:id="rId57"/>
    <p:sldId id="4329" r:id="rId58"/>
    <p:sldId id="4330" r:id="rId59"/>
    <p:sldId id="4331" r:id="rId60"/>
    <p:sldId id="5027" r:id="rId61"/>
    <p:sldId id="4332" r:id="rId62"/>
    <p:sldId id="4333" r:id="rId63"/>
    <p:sldId id="5028" r:id="rId64"/>
    <p:sldId id="4334" r:id="rId65"/>
    <p:sldId id="4335" r:id="rId66"/>
    <p:sldId id="5029" r:id="rId67"/>
    <p:sldId id="5030" r:id="rId68"/>
    <p:sldId id="3282" r:id="rId69"/>
    <p:sldId id="3283" r:id="rId70"/>
    <p:sldId id="3284" r:id="rId71"/>
    <p:sldId id="5012" r:id="rId72"/>
    <p:sldId id="3253" r:id="rId73"/>
    <p:sldId id="2931" r:id="rId74"/>
    <p:sldId id="5013" r:id="rId75"/>
    <p:sldId id="4890" r:id="rId76"/>
    <p:sldId id="4502" r:id="rId77"/>
    <p:sldId id="4503" r:id="rId78"/>
    <p:sldId id="4504" r:id="rId79"/>
    <p:sldId id="4505" r:id="rId80"/>
    <p:sldId id="4506" r:id="rId81"/>
    <p:sldId id="4507" r:id="rId8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varScale="1">
        <p:scale>
          <a:sx n="82" d="100"/>
          <a:sy n="82" d="100"/>
        </p:scale>
        <p:origin x="1613" y="5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08/02/2021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08/02/2021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DCDC2-81EE-4CDE-A900-907496321A4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B9EBBD7-331E-44AF-9303-542241B2CF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721541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695686639"/>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1. Chúa là nguồn quang minh tâm trí con sáng soi trên đường thế gian mịt mùng. Dìu con tiến bước về nơi ước mong dẫu ngàn nguy khó rắc gieo trên đường.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64929640"/>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 than.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85179306"/>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Ta, Ta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Ta”.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72598835"/>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ĐK. Dâng lên Trời lời nguyện ngát hương, dâng nhịp nhàng tiếng ca mừng. Lòng thành và bánh thơm rượu ngon, dâng lên Chúa thương nhận lời.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2841800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32100104"/>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lưu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đầy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thuyền</a:t>
            </a:r>
            <a:r>
              <a:rPr lang="en-US" sz="5400" b="1" dirty="0">
                <a:solidFill>
                  <a:schemeClr val="tx1"/>
                </a:solidFill>
                <a:latin typeface="Times New Roman" pitchFamily="18" charset="0"/>
                <a:cs typeface="Times New Roman" pitchFamily="18" charset="0"/>
              </a:rPr>
              <a:t> nan </a:t>
            </a:r>
            <a:r>
              <a:rPr lang="en-US" sz="5400" b="1" dirty="0" err="1">
                <a:solidFill>
                  <a:schemeClr val="tx1"/>
                </a:solidFill>
                <a:latin typeface="Times New Roman" pitchFamily="18" charset="0"/>
                <a:cs typeface="Times New Roman" pitchFamily="18" charset="0"/>
              </a:rPr>
              <a:t>giữa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dìu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thơ</a:t>
            </a:r>
            <a:r>
              <a:rPr lang="en-US" sz="5400" b="1" dirty="0">
                <a:solidFill>
                  <a:schemeClr val="tx1"/>
                </a:solidFill>
                <a:latin typeface="Times New Roman" pitchFamily="18" charset="0"/>
                <a:cs typeface="Times New Roman" pitchFamily="18" charset="0"/>
              </a:rPr>
              <a:t> qua </a:t>
            </a:r>
            <a:r>
              <a:rPr lang="en-US" sz="5400" b="1" dirty="0" err="1">
                <a:solidFill>
                  <a:schemeClr val="tx1"/>
                </a:solidFill>
                <a:latin typeface="Times New Roman" pitchFamily="18" charset="0"/>
                <a:cs typeface="Times New Roman" pitchFamily="18" charset="0"/>
              </a:rPr>
              <a:t>hiểm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31729794"/>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cậy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thấy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nài</a:t>
            </a:r>
            <a:r>
              <a:rPr lang="en-US" sz="5400" b="1" dirty="0">
                <a:solidFill>
                  <a:schemeClr val="tx1"/>
                </a:solidFill>
                <a:latin typeface="Times New Roman" pitchFamily="18" charset="0"/>
                <a:cs typeface="Times New Roman" pitchFamily="18" charset="0"/>
              </a:rPr>
              <a:t> van.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63800950"/>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Nữ</a:t>
            </a:r>
            <a:r>
              <a:rPr lang="en-US" sz="5400" b="1" dirty="0">
                <a:solidFill>
                  <a:schemeClr val="tx1"/>
                </a:solidFill>
                <a:latin typeface="Times New Roman" pitchFamily="18" charset="0"/>
                <a:cs typeface="Times New Roman" pitchFamily="18" charset="0"/>
              </a:rPr>
              <a:t> Trinh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khấn</a:t>
            </a:r>
            <a:r>
              <a:rPr lang="en-US" sz="5400" b="1" dirty="0">
                <a:solidFill>
                  <a:schemeClr val="tx1"/>
                </a:solidFill>
                <a:latin typeface="Times New Roman" pitchFamily="18" charset="0"/>
                <a:cs typeface="Times New Roman" pitchFamily="18" charset="0"/>
              </a:rPr>
              <a:t> con tin </a:t>
            </a:r>
            <a:r>
              <a:rPr lang="en-US" sz="5400" b="1" dirty="0" err="1">
                <a:solidFill>
                  <a:schemeClr val="tx1"/>
                </a:solidFill>
                <a:latin typeface="Times New Roman" pitchFamily="18" charset="0"/>
                <a:cs typeface="Times New Roman" pitchFamily="18" charset="0"/>
              </a:rPr>
              <a:t>chắc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940959205"/>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5343806"/>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1. Chúa là nguồn quang minh tâm trí con sáng soi trên đường thế gian mịt mùng. Dìu con tiến bước về nơi ước mong dẫu ngàn nguy khó rắc gieo trên đường.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22883143"/>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564877591"/>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vang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073201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198501895"/>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3. Hãy vào cùng khiêm cung dâng tiến lên tấm thân với lòng mến yêu chân thành. Dù cho sóng gió tràn lan bốn bên vững niềm tin kính Chúa luôn nhân lành.</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238720833"/>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14332002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ủi</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 than.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Ta, Ta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Ta”.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8611"/>
            <a:ext cx="9144000" cy="7733792"/>
          </a:xfrm>
        </p:spPr>
        <p:txBody>
          <a:bodyPr>
            <a:noAutofit/>
          </a:bodyPr>
          <a:lstStyle/>
          <a:p>
            <a:pPr algn="just"/>
            <a:r>
              <a:rPr lang="vi-VN" sz="5400" b="1" dirty="0">
                <a:latin typeface="+mj-lt"/>
              </a:rPr>
              <a:t>1. Đây là bánh rượu í a thơm nồng, hiệp dâng Chúa trong tình yêu. Dâng lên những lời nguyện ước, dâng lên những nỗi vui buồn. Dâng Người mơ ước thắm tươi, và nguyện dâng năm tháng cuộc đời.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28333907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ĐK. Dâng lên Trời lời nguyện ngát hương, dâng nhịp nhàng tiếng ca mừng. Lòng thành và bánh thơm rượu ngon, dâng lên Chúa thương nhận lời.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3625000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51922"/>
            <a:ext cx="9144000" cy="8507171"/>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đuối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89378794"/>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ĐK. Dâng lên Trời lời nguyện ngát hương, dâng nhịp nhàng tiếng ca mừng. Lòng thành và bánh thơm rượu ngon, dâng lên Chúa thương nhận lời.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01960617"/>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8611"/>
            <a:ext cx="9144000" cy="7733792"/>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Cho con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Cho con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9884241"/>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TRONG TÌNH YÊU (37)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0147"/>
            <a:ext cx="9144000" cy="7030720"/>
          </a:xfrm>
        </p:spPr>
        <p:txBody>
          <a:bodyPr>
            <a:noAutofit/>
          </a:bodyPr>
          <a:lstStyle/>
          <a:p>
            <a:pPr algn="just"/>
            <a:r>
              <a:rPr lang="vi-VN" sz="5400" b="1" dirty="0">
                <a:latin typeface="+mj-lt"/>
              </a:rPr>
              <a:t>ĐK. Dâng lên Trời lời nguyện ngát hương, dâng nhịp nhàng tiếng ca mừng. Lòng thành và bánh thơm rượu ngon, dâng lên Chúa thương nhận lời.</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47998230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hậu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bởi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no </a:t>
            </a:r>
            <a:r>
              <a:rPr lang="en-US" sz="5400" b="1" dirty="0" err="1">
                <a:latin typeface="Times New Roman" panose="02020603050405020304" pitchFamily="18" charset="0"/>
                <a:cs typeface="Times New Roman" panose="02020603050405020304" pitchFamily="18" charset="0"/>
              </a:rPr>
              <a:t>nê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hảo</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 (214)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cs typeface="Arial" panose="020B0604020202020204" pitchFamily="34" charset="0"/>
              </a:rPr>
              <a:t>1.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con nay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mòn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thức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ngập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nỗi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buồn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giữ</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gìn</a:t>
            </a:r>
            <a:r>
              <a:rPr lang="en-US" sz="5400" b="1" dirty="0">
                <a:solidFill>
                  <a:schemeClr val="tx1"/>
                </a:solidFill>
                <a:latin typeface="Times New Roman" panose="02020603050405020304" pitchFamily="18" charset="0"/>
                <a:cs typeface="Times New Roman" panose="02020603050405020304" pitchFamily="18" charset="0"/>
              </a:rPr>
              <a:t> con.</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28775013"/>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162175"/>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tâm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Tin </a:t>
            </a:r>
            <a:r>
              <a:rPr lang="en-US" sz="5400" b="1" dirty="0" err="1">
                <a:solidFill>
                  <a:schemeClr val="tx1"/>
                </a:solidFill>
                <a:latin typeface="Times New Roman" panose="02020603050405020304" pitchFamily="18" charset="0"/>
                <a:cs typeface="Times New Roman" panose="02020603050405020304" pitchFamily="18" charset="0"/>
              </a:rPr>
              <a:t>rằng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suốt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15401416"/>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85372457"/>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Gọi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nhớ</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đổi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phận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Phận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tiếng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khóc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tiếng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cười</a:t>
            </a:r>
            <a:r>
              <a:rPr lang="en-US" sz="5400" b="1" dirty="0">
                <a:solidFill>
                  <a:schemeClr val="tx1"/>
                </a:solidFill>
                <a:latin typeface="Times New Roman" panose="02020603050405020304" pitchFamily="18" charset="0"/>
                <a:cs typeface="Times New Roman" panose="02020603050405020304" pitchFamily="18" charset="0"/>
              </a:rPr>
              <a:t>. </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3489721"/>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con nay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gửi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đắng</a:t>
            </a:r>
            <a:r>
              <a:rPr lang="en-US" sz="5400" b="1" dirty="0">
                <a:solidFill>
                  <a:schemeClr val="tx1"/>
                </a:solidFill>
                <a:latin typeface="Times New Roman" panose="02020603050405020304" pitchFamily="18" charset="0"/>
                <a:cs typeface="Times New Roman" panose="02020603050405020304" pitchFamily="18" charset="0"/>
              </a:rPr>
              <a:t> cay </a:t>
            </a:r>
            <a:r>
              <a:rPr lang="en-US" sz="5400" b="1" dirty="0" err="1">
                <a:solidFill>
                  <a:schemeClr val="tx1"/>
                </a:solidFill>
                <a:latin typeface="Times New Roman" panose="02020603050405020304" pitchFamily="18" charset="0"/>
                <a:cs typeface="Times New Roman" panose="02020603050405020304" pitchFamily="18" charset="0"/>
              </a:rPr>
              <a:t>khổ</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sầu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nương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náu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nỗi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nay </a:t>
            </a:r>
            <a:r>
              <a:rPr lang="en-US" sz="5400" b="1" dirty="0" err="1">
                <a:solidFill>
                  <a:schemeClr val="tx1"/>
                </a:solidFill>
                <a:latin typeface="Times New Roman" panose="02020603050405020304" pitchFamily="18" charset="0"/>
                <a:cs typeface="Times New Roman" panose="02020603050405020304" pitchFamily="18" charset="0"/>
              </a:rPr>
              <a:t>thắm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màu</a:t>
            </a:r>
            <a:r>
              <a:rPr lang="en-US" sz="5400" b="1" dirty="0">
                <a:solidFill>
                  <a:schemeClr val="tx1"/>
                </a:solidFill>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567675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39158112"/>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Được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được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sự</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chén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diệu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huyền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lãnh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nhận</a:t>
            </a:r>
            <a:r>
              <a:rPr lang="en-US" sz="5400" b="1" dirty="0">
                <a:solidFill>
                  <a:schemeClr val="tx1"/>
                </a:solidFill>
                <a:latin typeface="Times New Roman" panose="02020603050405020304" pitchFamily="18" charset="0"/>
                <a:cs typeface="Times New Roman" panose="02020603050405020304" pitchFamily="18" charset="0"/>
              </a:rPr>
              <a:t>. </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3722753"/>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nghiệp</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a:t>
            </a:r>
            <a:endParaRPr lang="vi-VN" sz="857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8881929"/>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4933177"/>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4.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có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đích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34595250"/>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a:t>
            </a:r>
            <a:endParaRPr lang="vi-VN" sz="857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54658229"/>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err="1">
                <a:solidFill>
                  <a:srgbClr val="FF0000"/>
                </a:solidFill>
                <a:latin typeface="Times New Roman" panose="02020603050405020304" pitchFamily="18" charset="0"/>
                <a:cs typeface="Times New Roman" panose="02020603050405020304" pitchFamily="18" charset="0"/>
              </a:rPr>
              <a:t>Lễ</a:t>
            </a:r>
            <a:r>
              <a:rPr lang="en-US" sz="1800">
                <a:solidFill>
                  <a:srgbClr val="FF0000"/>
                </a:solidFill>
                <a:latin typeface="Times New Roman" panose="02020603050405020304" pitchFamily="18" charset="0"/>
                <a:cs typeface="Times New Roman" panose="02020603050405020304" pitchFamily="18" charset="0"/>
              </a:rPr>
              <a:t>                                   </a:t>
            </a:r>
            <a:r>
              <a:rPr lang="en-US" sz="2400" b="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SỐNG TRONG NiỀM VUI</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cậy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857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7768690"/>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D75AE-6809-448F-9605-9BA7D50C056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04B28D1-AE1F-48C6-AF22-B30B53B12EE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009725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30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lưu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đầy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thuyền</a:t>
            </a:r>
            <a:r>
              <a:rPr lang="en-US" sz="5400" b="1" dirty="0">
                <a:solidFill>
                  <a:schemeClr val="tx1"/>
                </a:solidFill>
                <a:latin typeface="Times New Roman" pitchFamily="18" charset="0"/>
                <a:cs typeface="Times New Roman" pitchFamily="18" charset="0"/>
              </a:rPr>
              <a:t> nan </a:t>
            </a:r>
            <a:r>
              <a:rPr lang="en-US" sz="5400" b="1" dirty="0" err="1">
                <a:solidFill>
                  <a:schemeClr val="tx1"/>
                </a:solidFill>
                <a:latin typeface="Times New Roman" pitchFamily="18" charset="0"/>
                <a:cs typeface="Times New Roman" pitchFamily="18" charset="0"/>
              </a:rPr>
              <a:t>giữa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dìu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thơ</a:t>
            </a:r>
            <a:r>
              <a:rPr lang="en-US" sz="5400" b="1" dirty="0">
                <a:solidFill>
                  <a:schemeClr val="tx1"/>
                </a:solidFill>
                <a:latin typeface="Times New Roman" pitchFamily="18" charset="0"/>
                <a:cs typeface="Times New Roman" pitchFamily="18" charset="0"/>
              </a:rPr>
              <a:t> qua </a:t>
            </a:r>
            <a:r>
              <a:rPr lang="en-US" sz="5400" b="1" dirty="0" err="1">
                <a:solidFill>
                  <a:schemeClr val="tx1"/>
                </a:solidFill>
                <a:latin typeface="Times New Roman" pitchFamily="18" charset="0"/>
                <a:cs typeface="Times New Roman" pitchFamily="18" charset="0"/>
              </a:rPr>
              <a:t>hiểm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699146174"/>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cậy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thấy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nghe</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nài</a:t>
            </a:r>
            <a:r>
              <a:rPr lang="en-US" sz="5400" b="1" dirty="0">
                <a:solidFill>
                  <a:schemeClr val="tx1"/>
                </a:solidFill>
                <a:latin typeface="Times New Roman" pitchFamily="18" charset="0"/>
                <a:cs typeface="Times New Roman" pitchFamily="18" charset="0"/>
              </a:rPr>
              <a:t> van.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55970839"/>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CẬY TRÔNG 478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Nữ</a:t>
            </a:r>
            <a:r>
              <a:rPr lang="en-US" sz="5400" b="1" dirty="0">
                <a:solidFill>
                  <a:schemeClr val="tx1"/>
                </a:solidFill>
                <a:latin typeface="Times New Roman" pitchFamily="18" charset="0"/>
                <a:cs typeface="Times New Roman" pitchFamily="18" charset="0"/>
              </a:rPr>
              <a:t> Trinh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khấn</a:t>
            </a:r>
            <a:r>
              <a:rPr lang="en-US" sz="5400" b="1" dirty="0">
                <a:solidFill>
                  <a:schemeClr val="tx1"/>
                </a:solidFill>
                <a:latin typeface="Times New Roman" pitchFamily="18" charset="0"/>
                <a:cs typeface="Times New Roman" pitchFamily="18" charset="0"/>
              </a:rPr>
              <a:t> con tin </a:t>
            </a:r>
            <a:r>
              <a:rPr lang="en-US" sz="5400" b="1" dirty="0" err="1">
                <a:solidFill>
                  <a:schemeClr val="tx1"/>
                </a:solidFill>
                <a:latin typeface="Times New Roman" pitchFamily="18" charset="0"/>
                <a:cs typeface="Times New Roman" pitchFamily="18" charset="0"/>
              </a:rPr>
              <a:t>chắc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nhận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83358159"/>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84921-80EF-4612-8B18-92450AEEBF7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4C84D76-3D00-46E3-B425-63913859BD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814881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7861475"/>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20669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7323821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TRONG AN BÌNH 307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334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83935694"/>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86326194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5558</TotalTime>
  <Words>3605</Words>
  <Application>Microsoft Office PowerPoint</Application>
  <PresentationFormat>On-screen Show (4:3)</PresentationFormat>
  <Paragraphs>189</Paragraphs>
  <Slides>81</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81</vt:i4>
      </vt:variant>
    </vt:vector>
  </HeadingPairs>
  <TitlesOfParts>
    <vt:vector size="86"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HÃY ĐẾN (50)</vt:lpstr>
      <vt:lpstr>Nhập Lễ                                               HÃY ĐẾN (50)</vt:lpstr>
      <vt:lpstr>PowerPoint Presentation</vt:lpstr>
      <vt:lpstr>PowerPoint Presentation</vt:lpstr>
      <vt:lpstr>Dâng Lễ                                 DÂNG TRONG TÌNH YÊU (37)</vt:lpstr>
      <vt:lpstr>Hiệp Lễ                                   SỐNG TRONG NiỀM VUI</vt:lpstr>
      <vt:lpstr>Kết lễ                                     NGUỒN CẬY TRÔNG 478</vt:lpstr>
      <vt:lpstr>Kết lễ                                     NGUỒN CẬY TRÔNG 478</vt:lpstr>
      <vt:lpstr>Kết lễ                                     NGUỒN CẬY TRÔNG 478</vt:lpstr>
      <vt:lpstr>PowerPoint Presentation</vt:lpstr>
      <vt:lpstr>Nhập Lễ                                               HÃY ĐẾN (50)</vt:lpstr>
      <vt:lpstr>Nhập Lễ                                               HÃY ĐẾN (50)</vt:lpstr>
      <vt:lpstr>Nhập Lễ                                               HÃY ĐẾN (50)</vt:lpstr>
      <vt:lpstr>Nhập Lễ                                               HÃY ĐẾN (50)</vt:lpstr>
      <vt:lpstr>Nhập Lễ                                               HÃY ĐẾN (50)</vt:lpstr>
      <vt:lpstr>Nhập Lễ                                               HÃY ĐẾN (50)</vt:lpstr>
      <vt:lpstr>Nhập Lễ                                               HÃY ĐẾN (50)</vt:lpstr>
      <vt:lpstr>PowerPoint Presentation</vt:lpstr>
      <vt:lpstr>PowerPoint Presentation</vt:lpstr>
      <vt:lpstr>Dâng Lễ                                 DÂNG TRONG TÌNH YÊU (37)</vt:lpstr>
      <vt:lpstr>Dâng Lễ                                 DÂNG TRONG TÌNH YÊU (37)</vt:lpstr>
      <vt:lpstr>Dâng Lễ                                 DÂNG TRONG TÌNH YÊU (37)</vt:lpstr>
      <vt:lpstr>Dâng Lễ                                 DÂNG TRONG TÌNH YÊU (37)</vt:lpstr>
      <vt:lpstr>Dâng Lễ                                 DÂNG TRONG TÌNH YÊU (37)</vt:lpstr>
      <vt:lpstr>Dâng Lễ                                 DÂNG TRONG TÌNH YÊU (37)</vt:lpstr>
      <vt:lpstr>CA HIỆP LỄ</vt:lpstr>
      <vt:lpstr>Hiệp Lễ                                   SỐNG TRONG NIỀM VUI (214)</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Hiệp Lễ                                   SỐNG TRONG NiỀM VUI</vt:lpstr>
      <vt:lpstr>PowerPoint Presentation</vt:lpstr>
      <vt:lpstr>Kết lễ                                     NGUỒN CẬY TRÔNG 478</vt:lpstr>
      <vt:lpstr>Kết lễ                                     NGUỒN CẬY TRÔNG 478</vt:lpstr>
      <vt:lpstr>Kết lễ                                     NGUỒN CẬY TRÔNG 478</vt:lpstr>
      <vt:lpstr>PowerPoint Presentation</vt:lpstr>
      <vt:lpstr>Kết lễ                                           TRONG AN BÌNH 307</vt:lpstr>
      <vt:lpstr>Kết lễ                                           TRONG AN BÌNH 307</vt:lpstr>
      <vt:lpstr>Kết lễ                                           TRONG AN BÌNH 307</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1417</cp:revision>
  <dcterms:created xsi:type="dcterms:W3CDTF">2018-09-17T12:52:44Z</dcterms:created>
  <dcterms:modified xsi:type="dcterms:W3CDTF">2021-02-08T15:18:08Z</dcterms:modified>
</cp:coreProperties>
</file>