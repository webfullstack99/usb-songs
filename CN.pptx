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349" r:id="rId30"/>
    <p:sldId id="5350" r:id="rId31"/>
    <p:sldId id="5351" r:id="rId32"/>
    <p:sldId id="5352" r:id="rId33"/>
    <p:sldId id="5353" r:id="rId34"/>
    <p:sldId id="5354" r:id="rId35"/>
    <p:sldId id="5355" r:id="rId36"/>
    <p:sldId id="4954" r:id="rId37"/>
    <p:sldId id="3695" r:id="rId38"/>
    <p:sldId id="3677" r:id="rId39"/>
    <p:sldId id="3678" r:id="rId40"/>
    <p:sldId id="5016" r:id="rId41"/>
    <p:sldId id="5017" r:id="rId42"/>
    <p:sldId id="5246" r:id="rId43"/>
    <p:sldId id="5247" r:id="rId44"/>
    <p:sldId id="5357" r:id="rId45"/>
    <p:sldId id="5248" r:id="rId46"/>
    <p:sldId id="5358" r:id="rId47"/>
    <p:sldId id="4106" r:id="rId48"/>
    <p:sldId id="3657" r:id="rId49"/>
    <p:sldId id="3658" r:id="rId50"/>
    <p:sldId id="3659" r:id="rId51"/>
    <p:sldId id="3660" r:id="rId52"/>
    <p:sldId id="3661" r:id="rId53"/>
    <p:sldId id="3662" r:id="rId54"/>
    <p:sldId id="5359" r:id="rId55"/>
    <p:sldId id="5360" r:id="rId56"/>
    <p:sldId id="3663" r:id="rId57"/>
    <p:sldId id="3664" r:id="rId58"/>
    <p:sldId id="5361" r:id="rId59"/>
    <p:sldId id="5362" r:id="rId60"/>
    <p:sldId id="3665" r:id="rId61"/>
    <p:sldId id="3666" r:id="rId62"/>
    <p:sldId id="5363" r:id="rId63"/>
    <p:sldId id="5364" r:id="rId64"/>
    <p:sldId id="5250" r:id="rId65"/>
    <p:sldId id="3667" r:id="rId66"/>
    <p:sldId id="3668" r:id="rId67"/>
    <p:sldId id="3669" r:id="rId68"/>
    <p:sldId id="5365" r:id="rId69"/>
    <p:sldId id="3670" r:id="rId70"/>
    <p:sldId id="5366" r:id="rId71"/>
    <p:sldId id="5251" r:id="rId72"/>
    <p:sldId id="5348" r:id="rId73"/>
    <p:sldId id="5344" r:id="rId74"/>
    <p:sldId id="5367" r:id="rId7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p:scale>
          <a:sx n="66" d="100"/>
          <a:sy n="66" d="100"/>
        </p:scale>
        <p:origin x="-798" y="-2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11/04/2021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33</a:t>
            </a:fld>
            <a:endParaRPr lang="en-US"/>
          </a:p>
        </p:txBody>
      </p:sp>
    </p:spTree>
    <p:extLst>
      <p:ext uri="{BB962C8B-B14F-4D97-AF65-F5344CB8AC3E}">
        <p14:creationId xmlns:p14="http://schemas.microsoft.com/office/powerpoint/2010/main" val="20257751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882627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4106997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49</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50</a:t>
            </a:fld>
            <a:endParaRPr lang="en-US"/>
          </a:p>
        </p:txBody>
      </p:sp>
    </p:spTree>
    <p:extLst>
      <p:ext uri="{BB962C8B-B14F-4D97-AF65-F5344CB8AC3E}">
        <p14:creationId xmlns:p14="http://schemas.microsoft.com/office/powerpoint/2010/main" val="1471107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51</a:t>
            </a:fld>
            <a:endParaRPr lang="en-US"/>
          </a:p>
        </p:txBody>
      </p:sp>
    </p:spTree>
    <p:extLst>
      <p:ext uri="{BB962C8B-B14F-4D97-AF65-F5344CB8AC3E}">
        <p14:creationId xmlns:p14="http://schemas.microsoft.com/office/powerpoint/2010/main" val="41908087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588530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16978610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219830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16332551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1597390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28451767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35098459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9483004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37424801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540462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15387214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7591242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34341828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34482053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13366535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14421259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31006407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353888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11/04/2021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lại</a:t>
            </a:r>
            <a:r>
              <a:rPr lang="en-US" sz="5400" b="1" dirty="0">
                <a:solidFill>
                  <a:schemeClr val="tx1"/>
                </a:solidFill>
                <a:latin typeface="Times New Roman" panose="02020603050405020304" pitchFamily="18" charset="0"/>
                <a:cs typeface="Times New Roman" panose="02020603050405020304" pitchFamily="18" charset="0"/>
              </a:rPr>
              <a:t>. Alleluia! Alleluia!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124475694"/>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95655691"/>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7622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-ma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tin</a:t>
            </a:r>
            <a:r>
              <a:rPr lang="en-US" sz="5400" b="1" smtClean="0">
                <a:latin typeface="Times New Roman" panose="02020603050405020304" pitchFamily="18" charset="0"/>
                <a:cs typeface="Times New Roman" panose="02020603050405020304" pitchFamily="18" charset="0"/>
              </a:rPr>
              <a:t>”.Alleluia!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43099546"/>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a:t>
            </a:r>
            <a:r>
              <a:rPr lang="vi-VN" sz="5400" b="1">
                <a:latin typeface="+mj-lt"/>
              </a:rPr>
              <a:t>linh </a:t>
            </a:r>
            <a:r>
              <a:rPr lang="vi-VN" sz="5400" b="1" smtClean="0">
                <a:latin typeface="+mj-lt"/>
              </a:rPr>
              <a:t>rạng </a:t>
            </a:r>
            <a:r>
              <a:rPr lang="vi-VN" sz="5400" b="1" dirty="0">
                <a:latin typeface="+mj-lt"/>
              </a:rPr>
              <a:t>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823176968"/>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9251301"/>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err="1">
                <a:latin typeface="Times New Roman" pitchFamily="18" charset="0"/>
                <a:cs typeface="Times New Roman" pitchFamily="18" charset="0"/>
              </a:rPr>
              <a:t>Vòng</a:t>
            </a:r>
            <a:r>
              <a:rPr lang="en-US" sz="5400" b="1">
                <a:latin typeface="Times New Roman" pitchFamily="18" charset="0"/>
                <a:cs typeface="Times New Roman" pitchFamily="18" charset="0"/>
              </a:rPr>
              <a:t> </a:t>
            </a:r>
            <a:r>
              <a:rPr lang="en-US" sz="5400" b="1" smtClean="0">
                <a:latin typeface="Times New Roman" pitchFamily="18" charset="0"/>
                <a:cs typeface="Times New Roman" pitchFamily="18" charset="0"/>
              </a:rPr>
              <a:t>tay Chúa Ngài rộng mở thứ tha,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48465098"/>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21547862"/>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lại</a:t>
            </a:r>
            <a:r>
              <a:rPr lang="en-US" sz="5400" b="1" dirty="0">
                <a:solidFill>
                  <a:schemeClr val="tx1"/>
                </a:solidFill>
                <a:latin typeface="Times New Roman" panose="02020603050405020304" pitchFamily="18" charset="0"/>
                <a:cs typeface="Times New Roman" panose="02020603050405020304" pitchFamily="18" charset="0"/>
              </a:rPr>
              <a:t>. Alleluia! Alleluia!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13278682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tội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Alleluia! Alleluia!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75123527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triều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Alleluia! Alleluia!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62040657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7622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-ma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tin</a:t>
            </a:r>
            <a:r>
              <a:rPr lang="en-US" sz="5400" b="1">
                <a:latin typeface="Times New Roman" panose="02020603050405020304" pitchFamily="18" charset="0"/>
                <a:cs typeface="Times New Roman" panose="02020603050405020304" pitchFamily="18" charset="0"/>
              </a:rPr>
              <a:t>”. Alleluia!</a:t>
            </a:r>
            <a:endParaRPr lang="vi-VN" sz="5400" b="1">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a:t>
            </a:r>
            <a:r>
              <a:rPr lang="vi-VN" sz="5400" b="1">
                <a:latin typeface="+mj-lt"/>
              </a:rPr>
              <a:t>linh </a:t>
            </a:r>
            <a:r>
              <a:rPr lang="vi-VN" sz="5400" b="1" smtClean="0">
                <a:latin typeface="+mj-lt"/>
              </a:rPr>
              <a:t>rạng </a:t>
            </a:r>
            <a:r>
              <a:rPr lang="vi-VN" sz="5400" b="1" dirty="0">
                <a:latin typeface="+mj-lt"/>
              </a:rPr>
              <a:t>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97422749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75513"/>
            <a:ext cx="9144000" cy="6391564"/>
          </a:xfrm>
        </p:spPr>
        <p:txBody>
          <a:bodyPr>
            <a:noAutofit/>
          </a:bodyPr>
          <a:lstStyle/>
          <a:p>
            <a:pPr algn="just"/>
            <a:r>
              <a:rPr lang="vi-VN" sz="5400" b="1" dirty="0">
                <a:latin typeface="+mj-lt"/>
              </a:rPr>
              <a:t>1. Niềm tin con thắp trên tay Chúa ơi, xin soi sáng cuộc đời xin hun nóng hồn này, thiết tha trung thành vươn tới.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93690833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a:t>
            </a:r>
            <a:r>
              <a:rPr lang="vi-VN" sz="5400" b="1">
                <a:latin typeface="+mj-lt"/>
              </a:rPr>
              <a:t>linh </a:t>
            </a:r>
            <a:r>
              <a:rPr lang="vi-VN" sz="5400" b="1" smtClean="0">
                <a:latin typeface="+mj-lt"/>
              </a:rPr>
              <a:t>rạng </a:t>
            </a:r>
            <a:r>
              <a:rPr lang="vi-VN" sz="5400" b="1" dirty="0">
                <a:latin typeface="+mj-lt"/>
              </a:rPr>
              <a:t>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753263517"/>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75513"/>
            <a:ext cx="9144000" cy="6391564"/>
          </a:xfrm>
        </p:spPr>
        <p:txBody>
          <a:bodyPr>
            <a:noAutofit/>
          </a:bodyPr>
          <a:lstStyle/>
          <a:p>
            <a:pPr algn="just"/>
            <a:r>
              <a:rPr lang="vi-VN" sz="5400" b="1" dirty="0">
                <a:latin typeface="+mj-lt"/>
              </a:rPr>
              <a:t>2. Tình yêu nồng cháy trên môi Chúa ơi, con thao thức bồi hồi, con dâng hiến về </a:t>
            </a:r>
            <a:r>
              <a:rPr lang="en-US" sz="5400" b="1" dirty="0" err="1">
                <a:latin typeface="Times New Roman" panose="02020603050405020304" pitchFamily="18" charset="0"/>
                <a:cs typeface="Times New Roman" panose="02020603050405020304" pitchFamily="18" charset="0"/>
              </a:rPr>
              <a:t>Ngài</a:t>
            </a:r>
            <a:r>
              <a:rPr lang="vi-VN" sz="5400" b="1" dirty="0">
                <a:latin typeface="+mj-lt"/>
              </a:rPr>
              <a:t> trái tim chung thủy nào nguôi.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26123232"/>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a:t>
            </a:r>
            <a:r>
              <a:rPr lang="vi-VN" sz="5400" b="1">
                <a:latin typeface="+mj-lt"/>
              </a:rPr>
              <a:t>linh </a:t>
            </a:r>
            <a:r>
              <a:rPr lang="vi-VN" sz="5400" b="1" smtClean="0">
                <a:latin typeface="+mj-lt"/>
              </a:rPr>
              <a:t>rạng </a:t>
            </a:r>
            <a:r>
              <a:rPr lang="vi-VN" sz="5400" b="1" dirty="0">
                <a:latin typeface="+mj-lt"/>
              </a:rPr>
              <a:t>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517261096"/>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3317"/>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tin.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giàu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giúp</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3395853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say men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15008445"/>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err="1">
                <a:latin typeface="Times New Roman" pitchFamily="18" charset="0"/>
                <a:cs typeface="Times New Roman" pitchFamily="18" charset="0"/>
              </a:rPr>
              <a:t>Vòng</a:t>
            </a:r>
            <a:r>
              <a:rPr lang="en-US" sz="5400" b="1">
                <a:latin typeface="Times New Roman" pitchFamily="18" charset="0"/>
                <a:cs typeface="Times New Roman" pitchFamily="18" charset="0"/>
              </a:rPr>
              <a:t> </a:t>
            </a:r>
            <a:r>
              <a:rPr lang="en-US" sz="5400" b="1" smtClean="0">
                <a:latin typeface="Times New Roman" pitchFamily="18" charset="0"/>
                <a:cs typeface="Times New Roman" pitchFamily="18" charset="0"/>
              </a:rPr>
              <a:t>tay Chúa Ngài rộng mở thứ tha,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8753560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kẻ</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oán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16839930"/>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con.</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27847145"/>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4887725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err="1">
                <a:latin typeface="Times New Roman" pitchFamily="18" charset="0"/>
                <a:cs typeface="Times New Roman" pitchFamily="18" charset="0"/>
              </a:rPr>
              <a:t>Vòng</a:t>
            </a:r>
            <a:r>
              <a:rPr lang="en-US" sz="5400" b="1">
                <a:latin typeface="Times New Roman" pitchFamily="18" charset="0"/>
                <a:cs typeface="Times New Roman" pitchFamily="18" charset="0"/>
              </a:rPr>
              <a:t> </a:t>
            </a:r>
            <a:r>
              <a:rPr lang="en-US" sz="5400" b="1" smtClean="0">
                <a:latin typeface="Times New Roman" pitchFamily="18" charset="0"/>
                <a:cs typeface="Times New Roman" pitchFamily="18" charset="0"/>
              </a:rPr>
              <a:t>tay Chúa Ngài rộng mở thứ tha,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4952944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92396824"/>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205539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66952735"/>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err="1">
                <a:latin typeface="Times New Roman" pitchFamily="18" charset="0"/>
                <a:cs typeface="Times New Roman" pitchFamily="18" charset="0"/>
              </a:rPr>
              <a:t>Vòng</a:t>
            </a:r>
            <a:r>
              <a:rPr lang="en-US" sz="5400" b="1">
                <a:latin typeface="Times New Roman" pitchFamily="18" charset="0"/>
                <a:cs typeface="Times New Roman" pitchFamily="18" charset="0"/>
              </a:rPr>
              <a:t> </a:t>
            </a:r>
            <a:r>
              <a:rPr lang="en-US" sz="5400" b="1" smtClean="0">
                <a:latin typeface="Times New Roman" pitchFamily="18" charset="0"/>
                <a:cs typeface="Times New Roman" pitchFamily="18" charset="0"/>
              </a:rPr>
              <a:t>tay Chúa Ngài rộng mở thứ tha,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7477051"/>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bảo</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ủi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16515023"/>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Chia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10287501"/>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66984157"/>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err="1">
                <a:latin typeface="Times New Roman" pitchFamily="18" charset="0"/>
                <a:cs typeface="Times New Roman" pitchFamily="18" charset="0"/>
              </a:rPr>
              <a:t>Vòng</a:t>
            </a:r>
            <a:r>
              <a:rPr lang="en-US" sz="5400" b="1">
                <a:latin typeface="Times New Roman" pitchFamily="18" charset="0"/>
                <a:cs typeface="Times New Roman" pitchFamily="18" charset="0"/>
              </a:rPr>
              <a:t> </a:t>
            </a:r>
            <a:r>
              <a:rPr lang="en-US" sz="5400" b="1" smtClean="0">
                <a:latin typeface="Times New Roman" pitchFamily="18" charset="0"/>
                <a:cs typeface="Times New Roman" pitchFamily="18" charset="0"/>
              </a:rPr>
              <a:t>tay Chúa Ngài rộng mở thứ tha,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40550129"/>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C212D93-F2D5-4036-AA2B-F68BA59E459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B2B2040B-5827-42A4-AE2F-58636FAD80E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845157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sườn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vẫn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26461113"/>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xmlns=""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274155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28376610"/>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xmlns=""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5997733"/>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Ham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lắm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quyết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hơn</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38084034"/>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xmlns=""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23422803"/>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C212D93-F2D5-4036-AA2B-F68BA59E459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B2B2040B-5827-42A4-AE2F-58636FAD80E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094005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7933078"/>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1. Tôi là tôi đã thấy nấm mồ của Đức Ki-tô, Người đã sống lại và đã ra khỏi mồ, Người đang là đang sống vinh quang, sống vinh quang</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69940441"/>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1754678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5841</TotalTime>
  <Words>2974</Words>
  <Application>Microsoft Office PowerPoint</Application>
  <PresentationFormat>On-screen Show (4:3)</PresentationFormat>
  <Paragraphs>205</Paragraphs>
  <Slides>74</Slides>
  <Notes>27</Notes>
  <HiddenSlides>0</HiddenSlides>
  <MMClips>0</MMClips>
  <ScaleCrop>false</ScaleCrop>
  <HeadingPairs>
    <vt:vector size="4" baseType="variant">
      <vt:variant>
        <vt:lpstr>Theme</vt:lpstr>
      </vt:variant>
      <vt:variant>
        <vt:i4>1</vt:i4>
      </vt:variant>
      <vt:variant>
        <vt:lpstr>Slide Titles</vt:lpstr>
      </vt:variant>
      <vt:variant>
        <vt:i4>74</vt:i4>
      </vt:variant>
    </vt:vector>
  </HeadingPairs>
  <TitlesOfParts>
    <vt:vector size="7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CHÚA NAY ĐÃ PHỤC SINH (KL)</vt:lpstr>
      <vt:lpstr>PowerPoint Presentation</vt:lpstr>
      <vt:lpstr>PowerPoint Presentation</vt:lpstr>
      <vt:lpstr>Dâng Lễ                DÂNG NGỌN NẾN HỒNG (VC)</vt:lpstr>
      <vt:lpstr>Hiệp Lễ                    CHÚA GIẦU LÒNG XÓT THƯƠNG (PH)</vt:lpstr>
      <vt:lpstr>Hiệp Lễ                    CHÚA GIẦU LÒNG XÓT THƯƠNG (PH)</vt:lpstr>
      <vt:lpstr>Nhập Lễ                NÀO HÃY MỪNG VUI (433)</vt:lpstr>
      <vt:lpstr>PowerPoint Presentation</vt:lpstr>
      <vt:lpstr>Nhập Lễ                CHÚA NAY ĐÃ PHỤC SINH (KL)</vt:lpstr>
      <vt:lpstr>Nhập Lễ                CHÚA NAY ĐÃ PHỤC SINH (KL)</vt:lpstr>
      <vt:lpstr>Nhập Lễ                CHÚA NAY ĐÃ PHỤC SINH (KL)</vt:lpstr>
      <vt:lpstr>PowerPoint Presentation</vt:lpstr>
      <vt:lpstr>PowerPoint Presentation</vt:lpstr>
      <vt:lpstr>Dâng Lễ                DÂNG NGỌN NẾN HỒNG (VC)</vt:lpstr>
      <vt:lpstr>Dâng Lễ                DÂNG NGỌN NẾN HỒNG (VC)</vt:lpstr>
      <vt:lpstr>Dâng Lễ                DÂNG NGỌN NẾN HỒNG (VC)</vt:lpstr>
      <vt:lpstr>Dâng Lễ                DÂNG NGỌN NẾN HỒNG (VC)</vt:lpstr>
      <vt:lpstr>Dâng Lễ                DÂNG NGỌN NẾN HỒNG (VC)</vt:lpstr>
      <vt:lpstr>CA HIỆP LỄ</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PowerPoint Presentation</vt:lpstr>
      <vt:lpstr>Hiệp Lễ                           KHÔNG THẤY MÀ TIN (PDH-VDA)</vt:lpstr>
      <vt:lpstr>PowerPoint Presentation</vt:lpstr>
      <vt:lpstr>Hiệp Lễ                           KHÔNG THẤY MÀ TIN (PDH-VDA)</vt:lpstr>
      <vt:lpstr>PowerPoint Presentation</vt:lpstr>
      <vt:lpstr>Hiệp Lễ                           KHÔNG THẤY MÀ TIN (PDH-VDA)</vt:lpstr>
      <vt:lpstr>PowerPoint Presentation</vt:lpstr>
      <vt:lpstr>PowerPoint Presentation</vt:lpstr>
      <vt:lpstr>Nhập Lễ                NÀO HÃY MỪNG VUI (433)</vt:lpstr>
      <vt:lpstr>Ca tiếp liên                              HOAN CA PHỤC SINH (HL)</vt:lpstr>
      <vt:lpstr>Nhập Lễ                NÀO HÃY MỪNG VUI (433)</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1476</cp:revision>
  <dcterms:created xsi:type="dcterms:W3CDTF">2018-09-17T12:52:44Z</dcterms:created>
  <dcterms:modified xsi:type="dcterms:W3CDTF">2021-04-11T12:20:21Z</dcterms:modified>
</cp:coreProperties>
</file>