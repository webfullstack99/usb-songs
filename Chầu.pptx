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4112" r:id="rId2"/>
    <p:sldId id="4113" r:id="rId3"/>
    <p:sldId id="4114" r:id="rId4"/>
    <p:sldId id="4115" r:id="rId5"/>
    <p:sldId id="4116" r:id="rId6"/>
    <p:sldId id="4117" r:id="rId7"/>
    <p:sldId id="4372" r:id="rId8"/>
    <p:sldId id="3420" r:id="rId9"/>
    <p:sldId id="5232" r:id="rId10"/>
    <p:sldId id="5233" r:id="rId11"/>
    <p:sldId id="5234" r:id="rId12"/>
    <p:sldId id="5236" r:id="rId13"/>
    <p:sldId id="5237" r:id="rId14"/>
    <p:sldId id="5238" r:id="rId15"/>
    <p:sldId id="5239" r:id="rId16"/>
    <p:sldId id="5240" r:id="rId17"/>
    <p:sldId id="5241" r:id="rId18"/>
    <p:sldId id="5242" r:id="rId19"/>
    <p:sldId id="5243" r:id="rId20"/>
    <p:sldId id="5244" r:id="rId21"/>
    <p:sldId id="5245" r:id="rId22"/>
    <p:sldId id="5249" r:id="rId23"/>
    <p:sldId id="5250" r:id="rId24"/>
    <p:sldId id="5251" r:id="rId25"/>
    <p:sldId id="5253" r:id="rId26"/>
    <p:sldId id="5254" r:id="rId27"/>
    <p:sldId id="5255" r:id="rId28"/>
    <p:sldId id="5256" r:id="rId29"/>
    <p:sldId id="5257" r:id="rId30"/>
    <p:sldId id="5258" r:id="rId31"/>
    <p:sldId id="5246" r:id="rId32"/>
    <p:sldId id="3565" r:id="rId33"/>
    <p:sldId id="3566" r:id="rId34"/>
    <p:sldId id="3567" r:id="rId35"/>
    <p:sldId id="3568" r:id="rId36"/>
    <p:sldId id="3569" r:id="rId37"/>
    <p:sldId id="5247" r:id="rId38"/>
    <p:sldId id="5248" r:id="rId39"/>
    <p:sldId id="5266" r:id="rId40"/>
    <p:sldId id="5265" r:id="rId41"/>
    <p:sldId id="3512" r:id="rId42"/>
    <p:sldId id="3513" r:id="rId43"/>
    <p:sldId id="3514" r:id="rId44"/>
    <p:sldId id="5260" r:id="rId45"/>
    <p:sldId id="5261" r:id="rId46"/>
    <p:sldId id="5259" r:id="rId47"/>
    <p:sldId id="5262" r:id="rId48"/>
    <p:sldId id="5263" r:id="rId49"/>
    <p:sldId id="5264" r:id="rId50"/>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varScale="1">
        <p:scale>
          <a:sx n="82" d="100"/>
          <a:sy n="82" d="100"/>
        </p:scale>
        <p:origin x="1613"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01/04/2021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01/04/2021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4781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215988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1/ Xin thề nguyện cùng Chúa, dù đau thương con vẫn chọn Ngài. Xin trọn đời thờ Chúa dù Thập Giá mỗi ngày đang chờ con.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3025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Đáp đền tình Ngài yêu xin mỗi ngày cùng Chúa vào đời để yêu mến anh em dẫu con phải đắng cay ngập đầy.</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078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243437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63595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2/ Con thờ lạy cảm mến Mình Máu Chúa ngự trên bàn thờ. Chính vì tình Ngài yêu mà nhận lấy khổ hình thay người thế.</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4752261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Chúa còn ở cùng con trong phép lạ rượu bánh nhiệm mầu. Lời truyền phép yêu thương bánh với rượu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thịt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7375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59119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49220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3/ Cao vời vời tình Chúa nào ai đâu hiểu thấu ngọn nguồn. Thương loài người tội lỗi mà chịu chết khổ sầu trên Thập Giá.</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60224260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Chúa trọn vẹn quyền năng không </a:t>
            </a:r>
            <a:r>
              <a:rPr lang="en-US" sz="5400" b="1" dirty="0" err="1">
                <a:latin typeface="Times New Roman" panose="02020603050405020304" pitchFamily="18" charset="0"/>
                <a:cs typeface="Times New Roman" panose="02020603050405020304" pitchFamily="18" charset="0"/>
              </a:rPr>
              <a:t>thêm</a:t>
            </a:r>
            <a:r>
              <a:rPr lang="vi-VN" sz="5400" b="1" dirty="0">
                <a:latin typeface="+mj-lt"/>
              </a:rPr>
              <a:t> gì dù con thờ Ngài. Và không mất vinh quang dẫu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63647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31358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7279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18A4-84AF-428D-B4A0-789267AA3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E8B033-99EA-467A-AD81-1F163A0AF5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14211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1. Này tấm thân con sao Cha đành tâm xa cách. Này tấm thân con đắng cay muôn vàn tê tái. Cha ơi sao nỡ quên con. Cha ơi sao Cha ngoảnh mặt nhẫn tâm nhìn con khổ đau, để quân thù chê trách con.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209320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4570164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2. Là kiếp sâu bọ con nay là người đâu phải. Vậy đó Cha ơi thấy con muôn người khinh ghét. Nghe như nhức nhối tâm can, nghe như mắt ứa lệ tràn. Xót xa lòng con nát tan, có ai mà thương ủi an.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5152425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26349501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488"/>
            <a:ext cx="9144000" cy="5105400"/>
          </a:xfrm>
        </p:spPr>
        <p:txBody>
          <a:bodyPr>
            <a:noAutofit/>
          </a:bodyPr>
          <a:lstStyle/>
          <a:p>
            <a:pPr algn="just">
              <a:tabLst>
                <a:tab pos="2155825" algn="l"/>
              </a:tabLst>
            </a:pPr>
            <a:r>
              <a:rPr lang="vi-VN" sz="5400" b="1" dirty="0">
                <a:latin typeface="+mj-lt"/>
              </a:rPr>
              <a:t>3. Một chén Cha trao bao nhiêu sầu đau cay đắng. Tự ý con đây dám đâu tay cầm lên uống. Thưa Cha, con nay xin vâng, vâng theo như Cha mong chờ. Nếu Cha định con uống thôi, với con nguyện vâng ý Cha.</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50332767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99543785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4. Một tấm thân con xin dâng để được hiến tế. Để cứu nhân loại thoát xa khỏi vòng tăm tối. Cha ơi, thánh giá trên vai, con xin vác hết đường dài. Miễn sao đường thập giá kia trở nên hồng ân cứu độ.</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40733500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1970345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18A4-84AF-428D-B4A0-789267AA3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E8B033-99EA-467A-AD81-1F163A0AF5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8166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Chiều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tuôn</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00405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61910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chén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Cha.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83724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giảng</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50550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tủi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tan </a:t>
            </a:r>
            <a:r>
              <a:rPr lang="en-US" sz="5400" b="1" dirty="0" err="1">
                <a:latin typeface="Times New Roman" panose="02020603050405020304" pitchFamily="18" charset="0"/>
                <a:cs typeface="Times New Roman" panose="02020603050405020304" pitchFamily="18" charset="0"/>
              </a:rPr>
              <a:t>nát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can,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4417407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chén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Cha.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156386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55D3-7187-42FB-B446-E2B45A7EDA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B4170A-709C-47C6-9C75-17C4AD4F1E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08745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NIỀM TÂM SỰ (AL)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nói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trót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nuôi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lưu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008914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BFD76-E616-4E87-8CFD-B12716F67D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F46518-4A7E-400B-B1DA-093AAF6A197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74354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17817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98261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tôn</a:t>
            </a:r>
            <a:r>
              <a:rPr lang="en-US" sz="5400" b="1" dirty="0">
                <a:latin typeface="Times New Roman" panose="02020603050405020304" pitchFamily="18" charset="0"/>
                <a:cs typeface="Times New Roman" panose="02020603050405020304" pitchFamily="18" charset="0"/>
              </a:rPr>
              <a:t> cam </a:t>
            </a:r>
            <a:r>
              <a:rPr lang="en-US" sz="5400" b="1" dirty="0" err="1">
                <a:latin typeface="Times New Roman" panose="02020603050405020304" pitchFamily="18" charset="0"/>
                <a:cs typeface="Times New Roman" panose="02020603050405020304" pitchFamily="18" charset="0"/>
              </a:rPr>
              <a:t>chịu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khóc</a:t>
            </a:r>
            <a:r>
              <a:rPr lang="en-US" sz="5400" b="1" dirty="0">
                <a:latin typeface="Times New Roman" panose="02020603050405020304" pitchFamily="18" charset="0"/>
                <a:cs typeface="Times New Roman" panose="02020603050405020304" pitchFamily="18" charset="0"/>
              </a:rPr>
              <a:t> than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62159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41187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11124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Ngước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ủi</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817972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99870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85859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3AB50-7077-451A-AA1B-C600CCA663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E67C20-5DE3-4EA9-B5D5-49BF34509B4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678973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4490</TotalTime>
  <Words>1966</Words>
  <Application>Microsoft Office PowerPoint</Application>
  <PresentationFormat>On-screen Show (4:3)</PresentationFormat>
  <Paragraphs>87</Paragraphs>
  <Slides>49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PowerPoint Presentation</vt:lpstr>
      <vt:lpstr>            PHÓ THÁC (ND)</vt:lpstr>
      <vt:lpstr>            PHÓ THÁC (ND)</vt:lpstr>
      <vt:lpstr>            PHÓ THÁC (ND)</vt:lpstr>
      <vt:lpstr>            PHÓ THÁC (ND)</vt:lpstr>
      <vt:lpstr>            PHÓ THÁC (ND)</vt:lpstr>
      <vt:lpstr>            PHÓ THÁC (ND)</vt:lpstr>
      <vt:lpstr>            PHÓ THÁC (ND)</vt:lpstr>
      <vt:lpstr>            PHÓ THÁC (ND)</vt:lpstr>
      <vt:lpstr>PowerPoint Presentation</vt:lpstr>
      <vt:lpstr>     NẾU ĐẸP LÒNG CHA</vt:lpstr>
      <vt:lpstr>     NẾU ĐẸP LÒNG CHA</vt:lpstr>
      <vt:lpstr>     NẾU ĐẸP LÒNG CHA</vt:lpstr>
      <vt:lpstr>     NẾU ĐẸP LÒNG CHA</vt:lpstr>
      <vt:lpstr>     NẾU ĐẸP LÒNG CHA</vt:lpstr>
      <vt:lpstr>     NẾU ĐẸP LÒNG CHA</vt:lpstr>
      <vt:lpstr>PowerPoint Presentation</vt:lpstr>
      <vt:lpstr>                                              NIỀM TÂM SỰ (AL)</vt:lpstr>
      <vt:lpstr>PowerPoint Presentation</vt:lpstr>
      <vt:lpstr>                                              MẸ ĐỨNG ĐÓ (221)</vt:lpstr>
      <vt:lpstr>                                              MẸ ĐỨNG ĐÓ (221)</vt:lpstr>
      <vt:lpstr>                                              MẸ ĐỨNG ĐÓ (221)</vt:lpstr>
      <vt:lpstr>                                              MẸ ĐỨNG ĐÓ (221)</vt:lpstr>
      <vt:lpstr>                                              MẸ ĐỨNG ĐÓ (221)</vt:lpstr>
      <vt:lpstr>                                              MẸ ĐỨNG ĐÓ (221)</vt:lpstr>
      <vt:lpstr>                                              MẸ ĐỨNG ĐÓ (221)</vt:lpstr>
      <vt:lpstr>                                              MẸ ĐỨNG ĐÓ (221)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cp:lastModifiedBy>
  <cp:revision>1435</cp:revision>
  <dcterms:created xsi:type="dcterms:W3CDTF">2018-09-17T12:52:44Z</dcterms:created>
  <dcterms:modified xsi:type="dcterms:W3CDTF">2021-04-01T13:28:15Z</dcterms:modified>
</cp:coreProperties>
</file>