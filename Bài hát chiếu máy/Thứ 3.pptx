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4112" r:id="rId2"/>
    <p:sldId id="4113" r:id="rId3"/>
    <p:sldId id="4114" r:id="rId4"/>
    <p:sldId id="4115" r:id="rId5"/>
    <p:sldId id="4116" r:id="rId6"/>
    <p:sldId id="4117" r:id="rId7"/>
    <p:sldId id="4372" r:id="rId8"/>
    <p:sldId id="4810" r:id="rId9"/>
    <p:sldId id="4815" r:id="rId10"/>
    <p:sldId id="4830" r:id="rId11"/>
    <p:sldId id="1522" r:id="rId12"/>
    <p:sldId id="3729" r:id="rId13"/>
    <p:sldId id="1945" r:id="rId14"/>
    <p:sldId id="4831" r:id="rId15"/>
    <p:sldId id="4834" r:id="rId16"/>
    <p:sldId id="4106" r:id="rId17"/>
    <p:sldId id="4835" r:id="rId18"/>
    <p:sldId id="4836" r:id="rId19"/>
    <p:sldId id="4837" r:id="rId20"/>
    <p:sldId id="4838" r:id="rId21"/>
    <p:sldId id="4839" r:id="rId22"/>
    <p:sldId id="4840" r:id="rId23"/>
    <p:sldId id="4841" r:id="rId24"/>
    <p:sldId id="4842" r:id="rId25"/>
    <p:sldId id="4843" r:id="rId26"/>
    <p:sldId id="2420" r:id="rId27"/>
    <p:sldId id="2421" r:id="rId28"/>
    <p:sldId id="4844" r:id="rId29"/>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p:scale>
          <a:sx n="50" d="100"/>
          <a:sy n="50" d="100"/>
        </p:scale>
        <p:origin x="2525" y="73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23/12/2020</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23/12/2020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23/12/2020</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(DT)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19331"/>
            <a:ext cx="9144000" cy="4219339"/>
          </a:xfrm>
        </p:spPr>
        <p:txBody>
          <a:bodyPr>
            <a:noAutofit/>
          </a:bodyPr>
          <a:lstStyle/>
          <a:p>
            <a:pPr algn="just"/>
            <a:r>
              <a:rPr lang="vi-VN" sz="5400" b="1" dirty="0">
                <a:latin typeface="+mj-lt"/>
              </a:rPr>
              <a:t>ĐK: Trời cao hãy đổ sương xuống. và ngàn mây hãy mưa Đấng Chuộc Tội. Trời cao hãy đổ sương xuống và ngàn mây hãy mưa Đấng Cứu Đời.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8610025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(DT)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rPr>
              <a:t>2. Thương xem dân Chúa đớn đau mây sầu che lối. Luôn mong chiên Thánh đến đây cải tạo thế giới. Cứu dân đập tan xiềng xích tội nhơ. Chúa ơi lòng nhân từ Chúa không bờ.</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47698813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(DT)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19331"/>
            <a:ext cx="9144000" cy="4219339"/>
          </a:xfrm>
        </p:spPr>
        <p:txBody>
          <a:bodyPr>
            <a:noAutofit/>
          </a:bodyPr>
          <a:lstStyle/>
          <a:p>
            <a:pPr algn="just"/>
            <a:r>
              <a:rPr lang="vi-VN" sz="5400" b="1" dirty="0">
                <a:latin typeface="+mj-lt"/>
              </a:rPr>
              <a:t>ĐK: Trời cao hãy đổ sương xuống. và ngàn mây hãy mưa Đấng Chuộc Tội. Trời cao hãy đổ sương xuống và ngàn mây hãy mưa Đấng Cứu Đời.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849876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862194"/>
            <a:ext cx="9144000" cy="4727942"/>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vi-VN" sz="5400" b="1" dirty="0">
                <a:latin typeface="Times New Roman" panose="02020603050405020304" pitchFamily="18" charset="0"/>
                <a:cs typeface="Times New Roman" panose="02020603050405020304" pitchFamily="18" charset="0"/>
              </a:rPr>
              <a:t>Lạy Chúa, con sẽ ca ngợi tình thương của Chúa tới muôn đời.</a:t>
            </a:r>
            <a:endParaRPr lang="en-US" sz="5400" b="1" dirty="0">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670560" y="3791900"/>
            <a:ext cx="9144000" cy="692218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15193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428" y="181849"/>
            <a:ext cx="9144000" cy="6091148"/>
          </a:xfrm>
        </p:spPr>
        <p:txBody>
          <a:bodyPr>
            <a:noAutofit/>
          </a:bodyPr>
          <a:lstStyle/>
          <a:p>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Th</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ợng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Tối</a:t>
            </a:r>
            <a:r>
              <a:rPr lang="en-US" sz="5400" b="1" dirty="0">
                <a:latin typeface="Times New Roman" panose="02020603050405020304" pitchFamily="18" charset="0"/>
                <a:cs typeface="Times New Roman" panose="02020603050405020304" pitchFamily="18" charset="0"/>
              </a:rPr>
              <a:t> Cao,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bài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dịu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dỗ</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con đ</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khoan</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a:p>
            <a:pPr algn="just"/>
            <a:endParaRPr lang="en-US" sz="5400" b="1" dirty="0">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670560" y="3791900"/>
            <a:ext cx="9144000" cy="692218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10332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ĐÂY BÁNH MIẾN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69091"/>
            <a:ext cx="9144000" cy="7733792"/>
          </a:xfrm>
        </p:spPr>
        <p:txBody>
          <a:bodyPr>
            <a:noAutofit/>
          </a:bodyPr>
          <a:lstStyle/>
          <a:p>
            <a:pPr algn="just"/>
            <a:r>
              <a:rPr lang="vi-VN" sz="5400" b="1" dirty="0">
                <a:latin typeface="+mj-lt"/>
              </a:rPr>
              <a:t>ĐK. Đây bánh miến đây rượu nho khiết tinh, lòng chân thành cùng dâng Chúa hiển vinh. Như khói trắng như trầm hương ngát thơm, cầu Chúa thương nhận của lễ hy sinh.</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5594635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ĐÂY BÁNH MIẾN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1. Chúng con cùng dâng tiến lên ngai thiêng, trong chén vàng, cuộc sống bao tình yêu. Cầu mong Chúa thương, hiệp nhất chúng con, trong tình Chúa mến thương muôn đời.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68459156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ĐÂY BÁNH MIẾN (KL)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69091"/>
            <a:ext cx="9144000" cy="7733792"/>
          </a:xfrm>
        </p:spPr>
        <p:txBody>
          <a:bodyPr>
            <a:noAutofit/>
          </a:bodyPr>
          <a:lstStyle/>
          <a:p>
            <a:pPr algn="just"/>
            <a:r>
              <a:rPr lang="vi-VN" sz="5400" b="1" dirty="0">
                <a:latin typeface="+mj-lt"/>
              </a:rPr>
              <a:t>ĐK. Đây bánh miến đây rượu nho khiết tinh, lòng chân thành cùng dâng Chúa hiển vinh. Như khói trắng như trầm hương ngát thơm, cầu Chúa thương nhận của lễ hy sinh.</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25642431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7552"/>
            <a:ext cx="9144000" cy="5105400"/>
          </a:xfrm>
        </p:spPr>
        <p:txBody>
          <a:bodyPr>
            <a:noAutofit/>
          </a:bodyPr>
          <a:lstStyle/>
          <a:p>
            <a:pPr algn="just"/>
            <a:r>
              <a:rPr lang="vi-VN" sz="5400" b="1" dirty="0">
                <a:latin typeface="Times New Roman" panose="02020603050405020304" pitchFamily="18" charset="0"/>
                <a:cs typeface="Times New Roman" panose="02020603050405020304" pitchFamily="18" charset="0"/>
              </a:rPr>
              <a:t>Chúc tụng Chúa là Thiên Chúa Israel, vì Người đã viếng thăm và cứu chuộc dân Người.</a:t>
            </a:r>
          </a:p>
        </p:txBody>
      </p:sp>
    </p:spTree>
    <p:extLst>
      <p:ext uri="{BB962C8B-B14F-4D97-AF65-F5344CB8AC3E}">
        <p14:creationId xmlns:p14="http://schemas.microsoft.com/office/powerpoint/2010/main" val="345480258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1. Trời cao nghe chăng trần gian khấn van mưa nguồn ơn cứu chuộc. Đồng nương không sương nay đã héo hắt mong bước chân người lành.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21617328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Tháng năm vẫn chưa phai ghi tạc lời minh giao đính ước. Giờ linh thiêng ngóng trông ân tình chan chứa vui thỏa lòng.</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61086176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434949"/>
            <a:ext cx="9144000" cy="4802077"/>
          </a:xfrm>
        </p:spPr>
        <p:txBody>
          <a:bodyPr>
            <a:noAutofit/>
          </a:bodyPr>
          <a:lstStyle/>
          <a:p>
            <a:pPr algn="just"/>
            <a:r>
              <a:rPr lang="vi-VN" sz="5400" b="1" dirty="0">
                <a:solidFill>
                  <a:schemeClr val="tx1"/>
                </a:solidFill>
                <a:latin typeface="+mj-lt"/>
                <a:cs typeface="Times New Roman" pitchFamily="18" charset="0"/>
              </a:rPr>
              <a:t>ĐK: Y</a:t>
            </a:r>
            <a:r>
              <a:rPr lang="vi-VN" sz="5400" b="1" dirty="0">
                <a:latin typeface="+mj-lt"/>
                <a:cs typeface="Times New Roman" pitchFamily="18" charset="0"/>
              </a:rPr>
              <a:t>êu đương lòng con chờ mong xin Chúa xuống.</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9256227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2. Lạy Cha khoan nhân trần gian vắng sao lạnh lùng đêm phủ đầy. Lầm than cô đơn ai thấu những nỗi cay đắng thân tù đày.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669759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Khấn xin Chúa ủi an thoa dịu ngàn đau thương khốn khó. Và xin nung đốt bao tâm hồn thêm mến yêu phụng thờ.</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37135369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434949"/>
            <a:ext cx="9144000" cy="4802077"/>
          </a:xfrm>
        </p:spPr>
        <p:txBody>
          <a:bodyPr>
            <a:noAutofit/>
          </a:bodyPr>
          <a:lstStyle/>
          <a:p>
            <a:pPr algn="just"/>
            <a:r>
              <a:rPr lang="vi-VN" sz="5400" b="1" dirty="0">
                <a:solidFill>
                  <a:schemeClr val="tx1"/>
                </a:solidFill>
                <a:latin typeface="+mj-lt"/>
                <a:cs typeface="Times New Roman" pitchFamily="18" charset="0"/>
              </a:rPr>
              <a:t>ĐK: Y</a:t>
            </a:r>
            <a:r>
              <a:rPr lang="vi-VN" sz="5400" b="1" dirty="0">
                <a:latin typeface="+mj-lt"/>
                <a:cs typeface="Times New Roman" pitchFamily="18" charset="0"/>
              </a:rPr>
              <a:t>êu đương lòng con chờ mong xin Chúa xuống.</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0833426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3. Lạy Cha khoan nhân trần gian khóc than trong bàn tay ác thần. Ngày đêm trông mong xin Đấng Cứu Thế mau xuống nơi phàm trần.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18525125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Xuống vinh thăng quản cai muôn người được no cơm ấm phúc. Mùa hân hoan khắp nơi công bình chân lý soi tỏ đời.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85183098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TRÔNG ĐỢI (JB)</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2434949"/>
            <a:ext cx="9144000" cy="4802077"/>
          </a:xfrm>
        </p:spPr>
        <p:txBody>
          <a:bodyPr>
            <a:noAutofit/>
          </a:bodyPr>
          <a:lstStyle/>
          <a:p>
            <a:pPr algn="just"/>
            <a:r>
              <a:rPr lang="vi-VN" sz="5400" b="1" dirty="0">
                <a:solidFill>
                  <a:schemeClr val="tx1"/>
                </a:solidFill>
                <a:latin typeface="+mj-lt"/>
                <a:cs typeface="Times New Roman" pitchFamily="18" charset="0"/>
              </a:rPr>
              <a:t>ĐK: Y</a:t>
            </a:r>
            <a:r>
              <a:rPr lang="vi-VN" sz="5400" b="1" dirty="0">
                <a:latin typeface="+mj-lt"/>
                <a:cs typeface="Times New Roman" pitchFamily="18" charset="0"/>
              </a:rPr>
              <a:t>êu đương lòng con chờ mong xin Chúa xuống.</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89195620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HÃY SẴN SÀNG 275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85042"/>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Hãy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sẵn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sàng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lúc</a:t>
            </a:r>
            <a:r>
              <a:rPr lang="en-US" sz="5400" b="1" dirty="0">
                <a:solidFill>
                  <a:schemeClr val="tx1"/>
                </a:solidFill>
                <a:latin typeface="Times New Roman" panose="02020603050405020304" pitchFamily="18" charset="0"/>
                <a:cs typeface="Times New Roman" panose="02020603050405020304" pitchFamily="18" charset="0"/>
              </a:rPr>
              <a:t> ta </a:t>
            </a:r>
            <a:r>
              <a:rPr lang="en-US" sz="5400" b="1" dirty="0" err="1">
                <a:solidFill>
                  <a:schemeClr val="tx1"/>
                </a:solidFill>
                <a:latin typeface="Times New Roman" panose="02020603050405020304" pitchFamily="18" charset="0"/>
                <a:cs typeface="Times New Roman" panose="02020603050405020304" pitchFamily="18" charset="0"/>
              </a:rPr>
              <a:t>không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sẽ</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Hãy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sẵn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sàng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lúc</a:t>
            </a:r>
            <a:r>
              <a:rPr lang="en-US" sz="5400" b="1" dirty="0">
                <a:solidFill>
                  <a:schemeClr val="tx1"/>
                </a:solidFill>
                <a:latin typeface="Times New Roman" panose="02020603050405020304" pitchFamily="18" charset="0"/>
                <a:cs typeface="Times New Roman" panose="02020603050405020304" pitchFamily="18" charset="0"/>
              </a:rPr>
              <a:t> ta </a:t>
            </a:r>
            <a:r>
              <a:rPr lang="en-US" sz="5400" b="1" dirty="0" err="1">
                <a:solidFill>
                  <a:schemeClr val="tx1"/>
                </a:solidFill>
                <a:latin typeface="Times New Roman" panose="02020603050405020304" pitchFamily="18" charset="0"/>
                <a:cs typeface="Times New Roman" panose="02020603050405020304" pitchFamily="18" charset="0"/>
              </a:rPr>
              <a:t>không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gần</a:t>
            </a:r>
            <a:r>
              <a:rPr lang="en-US" sz="5400" b="1" dirty="0">
                <a:solidFill>
                  <a:schemeClr val="tx1"/>
                </a:solidFill>
                <a:latin typeface="Times New Roman" panose="02020603050405020304" pitchFamily="18" charset="0"/>
                <a:cs typeface="Times New Roman" panose="02020603050405020304" pitchFamily="18" charset="0"/>
              </a:rPr>
              <a:t>.</a:t>
            </a:r>
            <a:endParaRPr lang="vi-VN"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233666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HÃY SẴN SÀNG 275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9050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1. </a:t>
            </a:r>
            <a:r>
              <a:rPr lang="en-US" sz="5400" b="1" dirty="0" err="1">
                <a:solidFill>
                  <a:schemeClr val="tx1"/>
                </a:solidFill>
                <a:latin typeface="Times New Roman" panose="02020603050405020304" pitchFamily="18" charset="0"/>
                <a:cs typeface="Times New Roman" panose="02020603050405020304" pitchFamily="18" charset="0"/>
              </a:rPr>
              <a:t>Hãy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thắp</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sáng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với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bao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việc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lành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về</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phúc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vinh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thiêng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đàng</a:t>
            </a:r>
            <a:r>
              <a:rPr lang="en-US" sz="5400" b="1" dirty="0">
                <a:solidFill>
                  <a:schemeClr val="tx1"/>
                </a:solidFill>
                <a:latin typeface="Times New Roman" panose="02020603050405020304" pitchFamily="18" charset="0"/>
                <a:cs typeface="Times New Roman" panose="02020603050405020304" pitchFamily="18" charset="0"/>
              </a:rPr>
              <a:t>.</a:t>
            </a:r>
            <a:endParaRPr lang="vi-VN"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17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HÃY SẴN SÀNG 275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85042"/>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Hãy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sẵn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sàng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lúc</a:t>
            </a:r>
            <a:r>
              <a:rPr lang="en-US" sz="5400" b="1" dirty="0">
                <a:solidFill>
                  <a:schemeClr val="tx1"/>
                </a:solidFill>
                <a:latin typeface="Times New Roman" panose="02020603050405020304" pitchFamily="18" charset="0"/>
                <a:cs typeface="Times New Roman" panose="02020603050405020304" pitchFamily="18" charset="0"/>
              </a:rPr>
              <a:t> ta </a:t>
            </a:r>
            <a:r>
              <a:rPr lang="en-US" sz="5400" b="1" dirty="0" err="1">
                <a:solidFill>
                  <a:schemeClr val="tx1"/>
                </a:solidFill>
                <a:latin typeface="Times New Roman" panose="02020603050405020304" pitchFamily="18" charset="0"/>
                <a:cs typeface="Times New Roman" panose="02020603050405020304" pitchFamily="18" charset="0"/>
              </a:rPr>
              <a:t>không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sẽ</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đoàn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Hãy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sẵn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sàng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lúc</a:t>
            </a:r>
            <a:r>
              <a:rPr lang="en-US" sz="5400" b="1" dirty="0">
                <a:solidFill>
                  <a:schemeClr val="tx1"/>
                </a:solidFill>
                <a:latin typeface="Times New Roman" panose="02020603050405020304" pitchFamily="18" charset="0"/>
                <a:cs typeface="Times New Roman" panose="02020603050405020304" pitchFamily="18" charset="0"/>
              </a:rPr>
              <a:t> ta </a:t>
            </a:r>
            <a:r>
              <a:rPr lang="en-US" sz="5400" b="1" dirty="0" err="1">
                <a:solidFill>
                  <a:schemeClr val="tx1"/>
                </a:solidFill>
                <a:latin typeface="Times New Roman" panose="02020603050405020304" pitchFamily="18" charset="0"/>
                <a:cs typeface="Times New Roman" panose="02020603050405020304" pitchFamily="18" charset="0"/>
              </a:rPr>
              <a:t>không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gần</a:t>
            </a:r>
            <a:r>
              <a:rPr lang="en-US" sz="5400" b="1" dirty="0">
                <a:solidFill>
                  <a:schemeClr val="tx1"/>
                </a:solidFill>
                <a:latin typeface="Times New Roman" panose="02020603050405020304" pitchFamily="18" charset="0"/>
                <a:cs typeface="Times New Roman" panose="02020603050405020304" pitchFamily="18" charset="0"/>
              </a:rPr>
              <a:t>.</a:t>
            </a:r>
            <a:endParaRPr lang="vi-VN"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034544"/>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3861</TotalTime>
  <Words>1061</Words>
  <Application>Microsoft Office PowerPoint</Application>
  <PresentationFormat>On-screen Show (4:3)</PresentationFormat>
  <Paragraphs>54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TRỜI CAO (DT)</vt:lpstr>
      <vt:lpstr>Nhập Lễ                                             TRỜI CAO (DT)</vt:lpstr>
      <vt:lpstr>Nhập Lễ                                             TRỜI CAO (DT)</vt:lpstr>
      <vt:lpstr>PowerPoint Presentation</vt:lpstr>
      <vt:lpstr>PowerPoint Presentation</vt:lpstr>
      <vt:lpstr>Dâng Lễ                                      ĐÂY BÁNH MIẾN (KL)</vt:lpstr>
      <vt:lpstr>Dâng Lễ                                      ĐÂY BÁNH MIẾN (KL)</vt:lpstr>
      <vt:lpstr>Dâng Lễ                                      ĐÂY BÁNH MIẾN (KL)</vt:lpstr>
      <vt:lpstr>CA HIỆP LỄ</vt:lpstr>
      <vt:lpstr>Hiệp Lễ                                       TRÔNG ĐỢI (JB)</vt:lpstr>
      <vt:lpstr>Hiệp Lễ                                       TRÔNG ĐỢI (JB)</vt:lpstr>
      <vt:lpstr>Hiệp Lễ                                       TRÔNG ĐỢI (JB)</vt:lpstr>
      <vt:lpstr>Hiệp Lễ                                       TRÔNG ĐỢI (JB)</vt:lpstr>
      <vt:lpstr>Hiệp Lễ                                       TRÔNG ĐỢI (JB)</vt:lpstr>
      <vt:lpstr>Hiệp Lễ                                       TRÔNG ĐỢI (JB)</vt:lpstr>
      <vt:lpstr>Hiệp Lễ                                       TRÔNG ĐỢI (JB)</vt:lpstr>
      <vt:lpstr>Hiệp Lễ                                       TRÔNG ĐỢI (JB)</vt:lpstr>
      <vt:lpstr>Hiệp Lễ                                       TRÔNG ĐỢI (JB)</vt:lpstr>
      <vt:lpstr>Nhập Lễ                                     HÃY SẴN SÀNG 275 </vt:lpstr>
      <vt:lpstr>Nhập Lễ                                     HÃY SẴN SÀNG 275 </vt:lpstr>
      <vt:lpstr>Nhập Lễ                                     HÃY SẴN SÀNG 275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 Tran</cp:lastModifiedBy>
  <cp:revision>1297</cp:revision>
  <dcterms:created xsi:type="dcterms:W3CDTF">2018-09-17T12:52:44Z</dcterms:created>
  <dcterms:modified xsi:type="dcterms:W3CDTF">2020-12-23T16:19:24Z</dcterms:modified>
</cp:coreProperties>
</file>