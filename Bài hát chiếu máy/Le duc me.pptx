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61"/>
  </p:notesMasterIdLst>
  <p:sldIdLst>
    <p:sldId id="307" r:id="rId2"/>
    <p:sldId id="308" r:id="rId3"/>
    <p:sldId id="382" r:id="rId4"/>
    <p:sldId id="383" r:id="rId5"/>
    <p:sldId id="384" r:id="rId6"/>
    <p:sldId id="385" r:id="rId7"/>
    <p:sldId id="386" r:id="rId8"/>
    <p:sldId id="387" r:id="rId9"/>
    <p:sldId id="313" r:id="rId10"/>
    <p:sldId id="314" r:id="rId11"/>
    <p:sldId id="315" r:id="rId12"/>
    <p:sldId id="316" r:id="rId13"/>
    <p:sldId id="317" r:id="rId14"/>
    <p:sldId id="318" r:id="rId15"/>
    <p:sldId id="319" r:id="rId16"/>
    <p:sldId id="320" r:id="rId17"/>
    <p:sldId id="321" r:id="rId18"/>
    <p:sldId id="322" r:id="rId19"/>
    <p:sldId id="323" r:id="rId20"/>
    <p:sldId id="324" r:id="rId21"/>
    <p:sldId id="4271" r:id="rId22"/>
    <p:sldId id="4112" r:id="rId23"/>
    <p:sldId id="4113" r:id="rId24"/>
    <p:sldId id="4114" r:id="rId25"/>
    <p:sldId id="4115" r:id="rId26"/>
    <p:sldId id="4116" r:id="rId27"/>
    <p:sldId id="4117" r:id="rId28"/>
    <p:sldId id="4540" r:id="rId29"/>
    <p:sldId id="1633" r:id="rId30"/>
    <p:sldId id="1634" r:id="rId31"/>
    <p:sldId id="4541" r:id="rId32"/>
    <p:sldId id="4340" r:id="rId33"/>
    <p:sldId id="4341" r:id="rId34"/>
    <p:sldId id="4027" r:id="rId35"/>
    <p:sldId id="4542" r:id="rId36"/>
    <p:sldId id="4543" r:id="rId37"/>
    <p:sldId id="4544" r:id="rId38"/>
    <p:sldId id="4106" r:id="rId39"/>
    <p:sldId id="3969" r:id="rId40"/>
    <p:sldId id="3970" r:id="rId41"/>
    <p:sldId id="3971" r:id="rId42"/>
    <p:sldId id="3972" r:id="rId43"/>
    <p:sldId id="3973" r:id="rId44"/>
    <p:sldId id="3974" r:id="rId45"/>
    <p:sldId id="4548" r:id="rId46"/>
    <p:sldId id="4549" r:id="rId47"/>
    <p:sldId id="4545" r:id="rId48"/>
    <p:sldId id="4547" r:id="rId49"/>
    <p:sldId id="4550" r:id="rId50"/>
    <p:sldId id="4551" r:id="rId51"/>
    <p:sldId id="2032" r:id="rId52"/>
    <p:sldId id="2033" r:id="rId53"/>
    <p:sldId id="4538" r:id="rId54"/>
    <p:sldId id="4502" r:id="rId55"/>
    <p:sldId id="4503" r:id="rId56"/>
    <p:sldId id="4504" r:id="rId57"/>
    <p:sldId id="4505" r:id="rId58"/>
    <p:sldId id="4506" r:id="rId59"/>
    <p:sldId id="4507" r:id="rId60"/>
  </p:sldIdLst>
  <p:sldSz cx="9144000" cy="6858000" type="screen4x3"/>
  <p:notesSz cx="6858000" cy="9144000"/>
  <p:defaultText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2591" autoAdjust="0"/>
    <p:restoredTop sz="86404" autoAdjust="0"/>
  </p:normalViewPr>
  <p:slideViewPr>
    <p:cSldViewPr snapToGrid="0">
      <p:cViewPr varScale="1">
        <p:scale>
          <a:sx n="82" d="100"/>
          <a:sy n="82" d="100"/>
        </p:scale>
        <p:origin x="1613" y="58"/>
      </p:cViewPr>
      <p:guideLst>
        <p:guide orient="horz" pos="2160"/>
        <p:guide pos="2880"/>
      </p:guideLst>
    </p:cSldViewPr>
  </p:slideViewPr>
  <p:outlineViewPr>
    <p:cViewPr>
      <p:scale>
        <a:sx n="33" d="100"/>
        <a:sy n="33" d="100"/>
      </p:scale>
      <p:origin x="48" y="26994"/>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vi-V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C25985F-86E8-4AA6-9352-571FAE95264D}" type="datetimeFigureOut">
              <a:rPr lang="vi-VN" smtClean="0"/>
              <a:pPr/>
              <a:t>04/10/2020</a:t>
            </a:fld>
            <a:endParaRPr lang="vi-V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vi-V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vi-V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E4D914E-6825-4475-A990-0303B744F5B1}" type="slidenum">
              <a:rPr lang="vi-VN" smtClean="0"/>
              <a:pPr/>
              <a:t>‹#›</a:t>
            </a:fld>
            <a:endParaRPr lang="vi-VN"/>
          </a:p>
        </p:txBody>
      </p:sp>
    </p:spTree>
    <p:extLst>
      <p:ext uri="{BB962C8B-B14F-4D97-AF65-F5344CB8AC3E}">
        <p14:creationId xmlns:p14="http://schemas.microsoft.com/office/powerpoint/2010/main" val="4831285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a:p>
        </p:txBody>
      </p:sp>
      <p:sp>
        <p:nvSpPr>
          <p:cNvPr id="4" name="Slide Number Placeholder 3"/>
          <p:cNvSpPr>
            <a:spLocks noGrp="1"/>
          </p:cNvSpPr>
          <p:nvPr>
            <p:ph type="sldNum" sz="quarter" idx="10"/>
          </p:nvPr>
        </p:nvSpPr>
        <p:spPr/>
        <p:txBody>
          <a:bodyPr/>
          <a:lstStyle/>
          <a:p>
            <a:fld id="{FE9B4D02-34BE-4821-B7BE-65F126276FBD}" type="slidenum">
              <a:rPr lang="en-US" smtClean="0"/>
              <a:pPr/>
              <a:t>16</a:t>
            </a:fld>
            <a:endParaRPr lang="en-US"/>
          </a:p>
        </p:txBody>
      </p:sp>
    </p:spTree>
    <p:extLst>
      <p:ext uri="{BB962C8B-B14F-4D97-AF65-F5344CB8AC3E}">
        <p14:creationId xmlns:p14="http://schemas.microsoft.com/office/powerpoint/2010/main" val="654292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a:p>
        </p:txBody>
      </p:sp>
      <p:sp>
        <p:nvSpPr>
          <p:cNvPr id="4" name="Slide Number Placeholder 3"/>
          <p:cNvSpPr>
            <a:spLocks noGrp="1"/>
          </p:cNvSpPr>
          <p:nvPr>
            <p:ph type="sldNum" sz="quarter" idx="10"/>
          </p:nvPr>
        </p:nvSpPr>
        <p:spPr/>
        <p:txBody>
          <a:bodyPr/>
          <a:lstStyle/>
          <a:p>
            <a:fld id="{FE9B4D02-34BE-4821-B7BE-65F126276FBD}" type="slidenum">
              <a:rPr lang="en-US" smtClean="0"/>
              <a:pPr/>
              <a:t>17</a:t>
            </a:fld>
            <a:endParaRPr lang="en-US"/>
          </a:p>
        </p:txBody>
      </p:sp>
    </p:spTree>
    <p:extLst>
      <p:ext uri="{BB962C8B-B14F-4D97-AF65-F5344CB8AC3E}">
        <p14:creationId xmlns:p14="http://schemas.microsoft.com/office/powerpoint/2010/main" val="32881847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a:p>
        </p:txBody>
      </p:sp>
      <p:sp>
        <p:nvSpPr>
          <p:cNvPr id="4" name="Slide Number Placeholder 3"/>
          <p:cNvSpPr>
            <a:spLocks noGrp="1"/>
          </p:cNvSpPr>
          <p:nvPr>
            <p:ph type="sldNum" sz="quarter" idx="10"/>
          </p:nvPr>
        </p:nvSpPr>
        <p:spPr/>
        <p:txBody>
          <a:bodyPr/>
          <a:lstStyle/>
          <a:p>
            <a:fld id="{FE9B4D02-34BE-4821-B7BE-65F126276FBD}" type="slidenum">
              <a:rPr lang="en-US" smtClean="0"/>
              <a:pPr/>
              <a:t>19</a:t>
            </a:fld>
            <a:endParaRPr lang="en-US"/>
          </a:p>
        </p:txBody>
      </p:sp>
    </p:spTree>
    <p:extLst>
      <p:ext uri="{BB962C8B-B14F-4D97-AF65-F5344CB8AC3E}">
        <p14:creationId xmlns:p14="http://schemas.microsoft.com/office/powerpoint/2010/main" val="27739515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dirty="0"/>
          </a:p>
        </p:txBody>
      </p:sp>
      <p:sp>
        <p:nvSpPr>
          <p:cNvPr id="4" name="Slide Number Placeholder 3"/>
          <p:cNvSpPr>
            <a:spLocks noGrp="1"/>
          </p:cNvSpPr>
          <p:nvPr>
            <p:ph type="sldNum" sz="quarter" idx="10"/>
          </p:nvPr>
        </p:nvSpPr>
        <p:spPr/>
        <p:txBody>
          <a:bodyPr/>
          <a:lstStyle/>
          <a:p>
            <a:fld id="{FE9B4D02-34BE-4821-B7BE-65F126276FBD}" type="slidenum">
              <a:rPr lang="en-US" smtClean="0"/>
              <a:pPr/>
              <a:t>39</a:t>
            </a:fld>
            <a:endParaRPr lang="en-US"/>
          </a:p>
        </p:txBody>
      </p:sp>
    </p:spTree>
    <p:extLst>
      <p:ext uri="{BB962C8B-B14F-4D97-AF65-F5344CB8AC3E}">
        <p14:creationId xmlns:p14="http://schemas.microsoft.com/office/powerpoint/2010/main" val="17484820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dirty="0"/>
          </a:p>
        </p:txBody>
      </p:sp>
      <p:sp>
        <p:nvSpPr>
          <p:cNvPr id="4" name="Slide Number Placeholder 3"/>
          <p:cNvSpPr>
            <a:spLocks noGrp="1"/>
          </p:cNvSpPr>
          <p:nvPr>
            <p:ph type="sldNum" sz="quarter" idx="10"/>
          </p:nvPr>
        </p:nvSpPr>
        <p:spPr/>
        <p:txBody>
          <a:bodyPr/>
          <a:lstStyle/>
          <a:p>
            <a:fld id="{FE9B4D02-34BE-4821-B7BE-65F126276FBD}" type="slidenum">
              <a:rPr lang="en-US" smtClean="0"/>
              <a:pPr/>
              <a:t>40</a:t>
            </a:fld>
            <a:endParaRPr lang="en-US"/>
          </a:p>
        </p:txBody>
      </p:sp>
    </p:spTree>
    <p:extLst>
      <p:ext uri="{BB962C8B-B14F-4D97-AF65-F5344CB8AC3E}">
        <p14:creationId xmlns:p14="http://schemas.microsoft.com/office/powerpoint/2010/main" val="223984845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dirty="0"/>
          </a:p>
        </p:txBody>
      </p:sp>
      <p:sp>
        <p:nvSpPr>
          <p:cNvPr id="4" name="Slide Number Placeholder 3"/>
          <p:cNvSpPr>
            <a:spLocks noGrp="1"/>
          </p:cNvSpPr>
          <p:nvPr>
            <p:ph type="sldNum" sz="quarter" idx="10"/>
          </p:nvPr>
        </p:nvSpPr>
        <p:spPr/>
        <p:txBody>
          <a:bodyPr/>
          <a:lstStyle/>
          <a:p>
            <a:fld id="{FE9B4D02-34BE-4821-B7BE-65F126276FBD}" type="slidenum">
              <a:rPr lang="en-US" smtClean="0"/>
              <a:pPr/>
              <a:t>41</a:t>
            </a:fld>
            <a:endParaRPr lang="en-US"/>
          </a:p>
        </p:txBody>
      </p:sp>
    </p:spTree>
    <p:extLst>
      <p:ext uri="{BB962C8B-B14F-4D97-AF65-F5344CB8AC3E}">
        <p14:creationId xmlns:p14="http://schemas.microsoft.com/office/powerpoint/2010/main" val="205149168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dirty="0"/>
          </a:p>
        </p:txBody>
      </p:sp>
      <p:sp>
        <p:nvSpPr>
          <p:cNvPr id="4" name="Slide Number Placeholder 3"/>
          <p:cNvSpPr>
            <a:spLocks noGrp="1"/>
          </p:cNvSpPr>
          <p:nvPr>
            <p:ph type="sldNum" sz="quarter" idx="10"/>
          </p:nvPr>
        </p:nvSpPr>
        <p:spPr/>
        <p:txBody>
          <a:bodyPr/>
          <a:lstStyle/>
          <a:p>
            <a:fld id="{FE9B4D02-34BE-4821-B7BE-65F126276FBD}" type="slidenum">
              <a:rPr lang="en-US" smtClean="0"/>
              <a:pPr/>
              <a:t>42</a:t>
            </a:fld>
            <a:endParaRPr lang="en-US"/>
          </a:p>
        </p:txBody>
      </p:sp>
    </p:spTree>
    <p:extLst>
      <p:ext uri="{BB962C8B-B14F-4D97-AF65-F5344CB8AC3E}">
        <p14:creationId xmlns:p14="http://schemas.microsoft.com/office/powerpoint/2010/main" val="9543699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dirty="0"/>
          </a:p>
        </p:txBody>
      </p:sp>
      <p:sp>
        <p:nvSpPr>
          <p:cNvPr id="4" name="Slide Number Placeholder 3"/>
          <p:cNvSpPr>
            <a:spLocks noGrp="1"/>
          </p:cNvSpPr>
          <p:nvPr>
            <p:ph type="sldNum" sz="quarter" idx="10"/>
          </p:nvPr>
        </p:nvSpPr>
        <p:spPr/>
        <p:txBody>
          <a:bodyPr/>
          <a:lstStyle/>
          <a:p>
            <a:fld id="{FE9B4D02-34BE-4821-B7BE-65F126276FBD}" type="slidenum">
              <a:rPr lang="en-US" smtClean="0"/>
              <a:pPr/>
              <a:t>43</a:t>
            </a:fld>
            <a:endParaRPr lang="en-US"/>
          </a:p>
        </p:txBody>
      </p:sp>
    </p:spTree>
    <p:extLst>
      <p:ext uri="{BB962C8B-B14F-4D97-AF65-F5344CB8AC3E}">
        <p14:creationId xmlns:p14="http://schemas.microsoft.com/office/powerpoint/2010/main" val="140390198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dirty="0"/>
          </a:p>
        </p:txBody>
      </p:sp>
      <p:sp>
        <p:nvSpPr>
          <p:cNvPr id="4" name="Slide Number Placeholder 3"/>
          <p:cNvSpPr>
            <a:spLocks noGrp="1"/>
          </p:cNvSpPr>
          <p:nvPr>
            <p:ph type="sldNum" sz="quarter" idx="10"/>
          </p:nvPr>
        </p:nvSpPr>
        <p:spPr/>
        <p:txBody>
          <a:bodyPr/>
          <a:lstStyle/>
          <a:p>
            <a:fld id="{FE9B4D02-34BE-4821-B7BE-65F126276FBD}" type="slidenum">
              <a:rPr lang="en-US" smtClean="0"/>
              <a:pPr/>
              <a:t>44</a:t>
            </a:fld>
            <a:endParaRPr lang="en-US"/>
          </a:p>
        </p:txBody>
      </p:sp>
    </p:spTree>
    <p:extLst>
      <p:ext uri="{BB962C8B-B14F-4D97-AF65-F5344CB8AC3E}">
        <p14:creationId xmlns:p14="http://schemas.microsoft.com/office/powerpoint/2010/main" val="141033246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dirty="0"/>
          </a:p>
        </p:txBody>
      </p:sp>
      <p:sp>
        <p:nvSpPr>
          <p:cNvPr id="4" name="Slide Number Placeholder 3"/>
          <p:cNvSpPr>
            <a:spLocks noGrp="1"/>
          </p:cNvSpPr>
          <p:nvPr>
            <p:ph type="sldNum" sz="quarter" idx="10"/>
          </p:nvPr>
        </p:nvSpPr>
        <p:spPr/>
        <p:txBody>
          <a:bodyPr/>
          <a:lstStyle/>
          <a:p>
            <a:fld id="{FE9B4D02-34BE-4821-B7BE-65F126276FBD}" type="slidenum">
              <a:rPr lang="en-US" smtClean="0"/>
              <a:pPr/>
              <a:t>45</a:t>
            </a:fld>
            <a:endParaRPr lang="en-US"/>
          </a:p>
        </p:txBody>
      </p:sp>
    </p:spTree>
    <p:extLst>
      <p:ext uri="{BB962C8B-B14F-4D97-AF65-F5344CB8AC3E}">
        <p14:creationId xmlns:p14="http://schemas.microsoft.com/office/powerpoint/2010/main" val="244909598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dirty="0"/>
          </a:p>
        </p:txBody>
      </p:sp>
      <p:sp>
        <p:nvSpPr>
          <p:cNvPr id="4" name="Slide Number Placeholder 3"/>
          <p:cNvSpPr>
            <a:spLocks noGrp="1"/>
          </p:cNvSpPr>
          <p:nvPr>
            <p:ph type="sldNum" sz="quarter" idx="10"/>
          </p:nvPr>
        </p:nvSpPr>
        <p:spPr/>
        <p:txBody>
          <a:bodyPr/>
          <a:lstStyle/>
          <a:p>
            <a:fld id="{FE9B4D02-34BE-4821-B7BE-65F126276FBD}" type="slidenum">
              <a:rPr lang="en-US" smtClean="0"/>
              <a:pPr/>
              <a:t>46</a:t>
            </a:fld>
            <a:endParaRPr lang="en-US"/>
          </a:p>
        </p:txBody>
      </p:sp>
    </p:spTree>
    <p:extLst>
      <p:ext uri="{BB962C8B-B14F-4D97-AF65-F5344CB8AC3E}">
        <p14:creationId xmlns:p14="http://schemas.microsoft.com/office/powerpoint/2010/main" val="11151777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dirty="0"/>
          </a:p>
        </p:txBody>
      </p:sp>
      <p:sp>
        <p:nvSpPr>
          <p:cNvPr id="4" name="Slide Number Placeholder 3"/>
          <p:cNvSpPr>
            <a:spLocks noGrp="1"/>
          </p:cNvSpPr>
          <p:nvPr>
            <p:ph type="sldNum" sz="quarter" idx="10"/>
          </p:nvPr>
        </p:nvSpPr>
        <p:spPr/>
        <p:txBody>
          <a:bodyPr/>
          <a:lstStyle/>
          <a:p>
            <a:fld id="{FE9B4D02-34BE-4821-B7BE-65F126276FBD}" type="slidenum">
              <a:rPr lang="en-US" smtClean="0"/>
              <a:pPr/>
              <a:t>47</a:t>
            </a:fld>
            <a:endParaRPr lang="en-US"/>
          </a:p>
        </p:txBody>
      </p:sp>
    </p:spTree>
    <p:extLst>
      <p:ext uri="{BB962C8B-B14F-4D97-AF65-F5344CB8AC3E}">
        <p14:creationId xmlns:p14="http://schemas.microsoft.com/office/powerpoint/2010/main" val="254584127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dirty="0"/>
          </a:p>
        </p:txBody>
      </p:sp>
      <p:sp>
        <p:nvSpPr>
          <p:cNvPr id="4" name="Slide Number Placeholder 3"/>
          <p:cNvSpPr>
            <a:spLocks noGrp="1"/>
          </p:cNvSpPr>
          <p:nvPr>
            <p:ph type="sldNum" sz="quarter" idx="10"/>
          </p:nvPr>
        </p:nvSpPr>
        <p:spPr/>
        <p:txBody>
          <a:bodyPr/>
          <a:lstStyle/>
          <a:p>
            <a:fld id="{FE9B4D02-34BE-4821-B7BE-65F126276FBD}" type="slidenum">
              <a:rPr lang="en-US" smtClean="0"/>
              <a:pPr/>
              <a:t>48</a:t>
            </a:fld>
            <a:endParaRPr lang="en-US"/>
          </a:p>
        </p:txBody>
      </p:sp>
    </p:spTree>
    <p:extLst>
      <p:ext uri="{BB962C8B-B14F-4D97-AF65-F5344CB8AC3E}">
        <p14:creationId xmlns:p14="http://schemas.microsoft.com/office/powerpoint/2010/main" val="215645138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dirty="0"/>
          </a:p>
        </p:txBody>
      </p:sp>
      <p:sp>
        <p:nvSpPr>
          <p:cNvPr id="4" name="Slide Number Placeholder 3"/>
          <p:cNvSpPr>
            <a:spLocks noGrp="1"/>
          </p:cNvSpPr>
          <p:nvPr>
            <p:ph type="sldNum" sz="quarter" idx="10"/>
          </p:nvPr>
        </p:nvSpPr>
        <p:spPr/>
        <p:txBody>
          <a:bodyPr/>
          <a:lstStyle/>
          <a:p>
            <a:fld id="{FE9B4D02-34BE-4821-B7BE-65F126276FBD}" type="slidenum">
              <a:rPr lang="en-US" smtClean="0"/>
              <a:pPr/>
              <a:t>49</a:t>
            </a:fld>
            <a:endParaRPr lang="en-US"/>
          </a:p>
        </p:txBody>
      </p:sp>
    </p:spTree>
    <p:extLst>
      <p:ext uri="{BB962C8B-B14F-4D97-AF65-F5344CB8AC3E}">
        <p14:creationId xmlns:p14="http://schemas.microsoft.com/office/powerpoint/2010/main" val="199915057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dirty="0"/>
          </a:p>
        </p:txBody>
      </p:sp>
      <p:sp>
        <p:nvSpPr>
          <p:cNvPr id="4" name="Slide Number Placeholder 3"/>
          <p:cNvSpPr>
            <a:spLocks noGrp="1"/>
          </p:cNvSpPr>
          <p:nvPr>
            <p:ph type="sldNum" sz="quarter" idx="10"/>
          </p:nvPr>
        </p:nvSpPr>
        <p:spPr/>
        <p:txBody>
          <a:bodyPr/>
          <a:lstStyle/>
          <a:p>
            <a:fld id="{FE9B4D02-34BE-4821-B7BE-65F126276FBD}" type="slidenum">
              <a:rPr lang="en-US" smtClean="0"/>
              <a:pPr/>
              <a:t>50</a:t>
            </a:fld>
            <a:endParaRPr lang="en-US"/>
          </a:p>
        </p:txBody>
      </p:sp>
    </p:spTree>
    <p:extLst>
      <p:ext uri="{BB962C8B-B14F-4D97-AF65-F5344CB8AC3E}">
        <p14:creationId xmlns:p14="http://schemas.microsoft.com/office/powerpoint/2010/main" val="23414663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569F2D7-2394-463B-99AA-3447397976B2}" type="datetimeFigureOut">
              <a:rPr lang="vi-VN" smtClean="0"/>
              <a:pPr/>
              <a:t>04/10/2020</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27866177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569F2D7-2394-463B-99AA-3447397976B2}" type="datetimeFigureOut">
              <a:rPr lang="vi-VN" smtClean="0"/>
              <a:pPr/>
              <a:t>04/10/2020</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40143851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0569F2D7-2394-463B-99AA-3447397976B2}" type="datetimeFigureOut">
              <a:rPr lang="vi-VN" smtClean="0"/>
              <a:pPr/>
              <a:t>04/10/2020</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10498817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569F2D7-2394-463B-99AA-3447397976B2}" type="datetimeFigureOut">
              <a:rPr lang="vi-VN" smtClean="0"/>
              <a:pPr/>
              <a:t>04/10/2020</a:t>
            </a:fld>
            <a:endParaRPr lang="vi-VN"/>
          </a:p>
        </p:txBody>
      </p:sp>
      <p:sp>
        <p:nvSpPr>
          <p:cNvPr id="6" name="Footer Placeholder 5"/>
          <p:cNvSpPr>
            <a:spLocks noGrp="1"/>
          </p:cNvSpPr>
          <p:nvPr>
            <p:ph type="ftr" sz="quarter" idx="11"/>
          </p:nvPr>
        </p:nvSpPr>
        <p:spPr/>
        <p:txBody>
          <a:bodyPr/>
          <a:lstStyle/>
          <a:p>
            <a:endParaRPr lang="vi-VN"/>
          </a:p>
        </p:txBody>
      </p:sp>
      <p:sp>
        <p:nvSpPr>
          <p:cNvPr id="7" name="Slide Number Placeholder 6"/>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16590517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569F2D7-2394-463B-99AA-3447397976B2}" type="datetimeFigureOut">
              <a:rPr lang="vi-VN" smtClean="0"/>
              <a:pPr/>
              <a:t>04/10/2020</a:t>
            </a:fld>
            <a:endParaRPr lang="vi-VN"/>
          </a:p>
        </p:txBody>
      </p:sp>
      <p:sp>
        <p:nvSpPr>
          <p:cNvPr id="8" name="Footer Placeholder 7"/>
          <p:cNvSpPr>
            <a:spLocks noGrp="1"/>
          </p:cNvSpPr>
          <p:nvPr>
            <p:ph type="ftr" sz="quarter" idx="11"/>
          </p:nvPr>
        </p:nvSpPr>
        <p:spPr/>
        <p:txBody>
          <a:bodyPr/>
          <a:lstStyle/>
          <a:p>
            <a:endParaRPr lang="vi-VN"/>
          </a:p>
        </p:txBody>
      </p:sp>
      <p:sp>
        <p:nvSpPr>
          <p:cNvPr id="9" name="Slide Number Placeholder 8"/>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33476289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569F2D7-2394-463B-99AA-3447397976B2}" type="datetimeFigureOut">
              <a:rPr lang="vi-VN" smtClean="0"/>
              <a:pPr/>
              <a:t>04/10/2020</a:t>
            </a:fld>
            <a:endParaRPr lang="vi-VN"/>
          </a:p>
        </p:txBody>
      </p:sp>
      <p:sp>
        <p:nvSpPr>
          <p:cNvPr id="4" name="Footer Placeholder 3"/>
          <p:cNvSpPr>
            <a:spLocks noGrp="1"/>
          </p:cNvSpPr>
          <p:nvPr>
            <p:ph type="ftr" sz="quarter" idx="11"/>
          </p:nvPr>
        </p:nvSpPr>
        <p:spPr/>
        <p:txBody>
          <a:bodyPr/>
          <a:lstStyle/>
          <a:p>
            <a:endParaRPr lang="vi-VN"/>
          </a:p>
        </p:txBody>
      </p:sp>
      <p:sp>
        <p:nvSpPr>
          <p:cNvPr id="5" name="Slide Number Placeholder 4"/>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8621277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569F2D7-2394-463B-99AA-3447397976B2}" type="datetimeFigureOut">
              <a:rPr lang="vi-VN" smtClean="0"/>
              <a:pPr/>
              <a:t>04/10/2020</a:t>
            </a:fld>
            <a:endParaRPr lang="vi-VN"/>
          </a:p>
        </p:txBody>
      </p:sp>
      <p:sp>
        <p:nvSpPr>
          <p:cNvPr id="3" name="Footer Placeholder 2"/>
          <p:cNvSpPr>
            <a:spLocks noGrp="1"/>
          </p:cNvSpPr>
          <p:nvPr>
            <p:ph type="ftr" sz="quarter" idx="11"/>
          </p:nvPr>
        </p:nvSpPr>
        <p:spPr/>
        <p:txBody>
          <a:bodyPr/>
          <a:lstStyle/>
          <a:p>
            <a:endParaRPr lang="vi-VN"/>
          </a:p>
        </p:txBody>
      </p:sp>
      <p:sp>
        <p:nvSpPr>
          <p:cNvPr id="4" name="Slide Number Placeholder 3"/>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27149388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0569F2D7-2394-463B-99AA-3447397976B2}" type="datetimeFigureOut">
              <a:rPr lang="vi-VN" smtClean="0"/>
              <a:pPr/>
              <a:t>04/10/2020</a:t>
            </a:fld>
            <a:endParaRPr lang="vi-VN"/>
          </a:p>
        </p:txBody>
      </p:sp>
      <p:sp>
        <p:nvSpPr>
          <p:cNvPr id="6" name="Footer Placeholder 5"/>
          <p:cNvSpPr>
            <a:spLocks noGrp="1"/>
          </p:cNvSpPr>
          <p:nvPr>
            <p:ph type="ftr" sz="quarter" idx="11"/>
          </p:nvPr>
        </p:nvSpPr>
        <p:spPr/>
        <p:txBody>
          <a:bodyPr/>
          <a:lstStyle/>
          <a:p>
            <a:endParaRPr lang="vi-VN"/>
          </a:p>
        </p:txBody>
      </p:sp>
      <p:sp>
        <p:nvSpPr>
          <p:cNvPr id="7" name="Slide Number Placeholder 6"/>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5483498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0569F2D7-2394-463B-99AA-3447397976B2}" type="datetimeFigureOut">
              <a:rPr lang="vi-VN" smtClean="0"/>
              <a:pPr/>
              <a:t>04/10/2020</a:t>
            </a:fld>
            <a:endParaRPr lang="vi-VN"/>
          </a:p>
        </p:txBody>
      </p:sp>
      <p:sp>
        <p:nvSpPr>
          <p:cNvPr id="6" name="Footer Placeholder 5"/>
          <p:cNvSpPr>
            <a:spLocks noGrp="1"/>
          </p:cNvSpPr>
          <p:nvPr>
            <p:ph type="ftr" sz="quarter" idx="11"/>
          </p:nvPr>
        </p:nvSpPr>
        <p:spPr/>
        <p:txBody>
          <a:bodyPr/>
          <a:lstStyle/>
          <a:p>
            <a:endParaRPr lang="vi-VN"/>
          </a:p>
        </p:txBody>
      </p:sp>
      <p:sp>
        <p:nvSpPr>
          <p:cNvPr id="7" name="Slide Number Placeholder 6"/>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40252733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569F2D7-2394-463B-99AA-3447397976B2}" type="datetimeFigureOut">
              <a:rPr lang="vi-VN" smtClean="0"/>
              <a:pPr/>
              <a:t>04/10/2020</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35637323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569F2D7-2394-463B-99AA-3447397976B2}" type="datetimeFigureOut">
              <a:rPr lang="vi-VN" smtClean="0"/>
              <a:pPr/>
              <a:t>04/10/2020</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1266756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569F2D7-2394-463B-99AA-3447397976B2}" type="datetimeFigureOut">
              <a:rPr lang="vi-VN" smtClean="0"/>
              <a:pPr/>
              <a:t>04/10/2020</a:t>
            </a:fld>
            <a:endParaRPr lang="vi-VN"/>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vi-VN"/>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35F9DCF-6D91-4825-8894-8E6DFCB090D1}" type="slidenum">
              <a:rPr lang="vi-VN" smtClean="0"/>
              <a:pPr/>
              <a:t>‹#›</a:t>
            </a:fld>
            <a:endParaRPr lang="vi-VN"/>
          </a:p>
        </p:txBody>
      </p:sp>
    </p:spTree>
    <p:extLst>
      <p:ext uri="{BB962C8B-B14F-4D97-AF65-F5344CB8AC3E}">
        <p14:creationId xmlns:p14="http://schemas.microsoft.com/office/powerpoint/2010/main" val="346873767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a:xfrm>
            <a:off x="0" y="0"/>
            <a:ext cx="9144000" cy="6858000"/>
          </a:xfrm>
        </p:spPr>
        <p:txBody>
          <a:bodyPr>
            <a:noAutofit/>
          </a:bodyPr>
          <a:lstStyle/>
          <a:p>
            <a:pPr algn="just"/>
            <a:r>
              <a:rPr lang="en-US" sz="4400" b="1" i="1" dirty="0">
                <a:solidFill>
                  <a:srgbClr val="FF0000"/>
                </a:solidFill>
                <a:latin typeface="Times New Roman" pitchFamily="18" charset="0"/>
                <a:cs typeface="Times New Roman" pitchFamily="18" charset="0"/>
              </a:rPr>
              <a:t>1. </a:t>
            </a:r>
            <a:r>
              <a:rPr lang="en-US" sz="4400" b="1" i="1" dirty="0" err="1">
                <a:solidFill>
                  <a:srgbClr val="FF0000"/>
                </a:solidFill>
                <a:latin typeface="Times New Roman" pitchFamily="18" charset="0"/>
                <a:cs typeface="Times New Roman" pitchFamily="18" charset="0"/>
              </a:rPr>
              <a:t>Kinh</a:t>
            </a:r>
            <a:r>
              <a:rPr lang="en-US" sz="4400" b="1" i="1" dirty="0">
                <a:solidFill>
                  <a:srgbClr val="FF0000"/>
                </a:solidFill>
                <a:latin typeface="Times New Roman" pitchFamily="18" charset="0"/>
                <a:cs typeface="Times New Roman" pitchFamily="18" charset="0"/>
              </a:rPr>
              <a:t> </a:t>
            </a:r>
            <a:r>
              <a:rPr lang="en-US" sz="4400" b="1" i="1" dirty="0" err="1">
                <a:solidFill>
                  <a:srgbClr val="FF0000"/>
                </a:solidFill>
                <a:latin typeface="Times New Roman" pitchFamily="18" charset="0"/>
                <a:cs typeface="Times New Roman" pitchFamily="18" charset="0"/>
              </a:rPr>
              <a:t>Ngày</a:t>
            </a:r>
            <a:r>
              <a:rPr lang="en-US" sz="4400" b="1" i="1" dirty="0">
                <a:solidFill>
                  <a:srgbClr val="FF0000"/>
                </a:solidFill>
                <a:latin typeface="Times New Roman" pitchFamily="18" charset="0"/>
                <a:cs typeface="Times New Roman" pitchFamily="18" charset="0"/>
              </a:rPr>
              <a:t> </a:t>
            </a:r>
            <a:r>
              <a:rPr lang="en-US" sz="4400" b="1" i="1" dirty="0" err="1">
                <a:solidFill>
                  <a:srgbClr val="FF0000"/>
                </a:solidFill>
                <a:latin typeface="Times New Roman" pitchFamily="18" charset="0"/>
                <a:cs typeface="Times New Roman" pitchFamily="18" charset="0"/>
              </a:rPr>
              <a:t>Chúa</a:t>
            </a:r>
            <a:r>
              <a:rPr lang="en-US" sz="4400" b="1" i="1" dirty="0">
                <a:solidFill>
                  <a:srgbClr val="FF0000"/>
                </a:solidFill>
                <a:latin typeface="Times New Roman" pitchFamily="18" charset="0"/>
                <a:cs typeface="Times New Roman" pitchFamily="18" charset="0"/>
              </a:rPr>
              <a:t> </a:t>
            </a:r>
            <a:r>
              <a:rPr lang="en-US" sz="4400" b="1" i="1" dirty="0" err="1">
                <a:solidFill>
                  <a:srgbClr val="FF0000"/>
                </a:solidFill>
                <a:latin typeface="Times New Roman" pitchFamily="18" charset="0"/>
                <a:cs typeface="Times New Roman" pitchFamily="18" charset="0"/>
              </a:rPr>
              <a:t>Nhật</a:t>
            </a:r>
            <a:endParaRPr lang="en-US" sz="4400" b="1" i="1" dirty="0">
              <a:solidFill>
                <a:srgbClr val="FF0000"/>
              </a:solidFill>
              <a:latin typeface="Times New Roman" pitchFamily="18" charset="0"/>
              <a:cs typeface="Times New Roman" pitchFamily="18" charset="0"/>
            </a:endParaRPr>
          </a:p>
          <a:p>
            <a:pPr algn="just"/>
            <a:r>
              <a:rPr lang="en-US" sz="3200" b="1" i="1" dirty="0" err="1">
                <a:solidFill>
                  <a:srgbClr val="FF0000"/>
                </a:solidFill>
                <a:latin typeface="Times New Roman" pitchFamily="18" charset="0"/>
                <a:cs typeface="Times New Roman" pitchFamily="18" charset="0"/>
              </a:rPr>
              <a:t>Kinh</a:t>
            </a:r>
            <a:r>
              <a:rPr lang="en-US" sz="3200" b="1" i="1" dirty="0">
                <a:solidFill>
                  <a:srgbClr val="FF0000"/>
                </a:solidFill>
                <a:latin typeface="Times New Roman" pitchFamily="18" charset="0"/>
                <a:cs typeface="Times New Roman" pitchFamily="18" charset="0"/>
              </a:rPr>
              <a:t> </a:t>
            </a:r>
            <a:r>
              <a:rPr lang="en-US" sz="3200" b="1" i="1" dirty="0" err="1">
                <a:solidFill>
                  <a:srgbClr val="FF0000"/>
                </a:solidFill>
                <a:latin typeface="Times New Roman" pitchFamily="18" charset="0"/>
                <a:cs typeface="Times New Roman" pitchFamily="18" charset="0"/>
              </a:rPr>
              <a:t>Nghĩa</a:t>
            </a:r>
            <a:r>
              <a:rPr lang="en-US" sz="3200" b="1" i="1" dirty="0">
                <a:solidFill>
                  <a:srgbClr val="FF0000"/>
                </a:solidFill>
                <a:latin typeface="Times New Roman" pitchFamily="18" charset="0"/>
                <a:cs typeface="Times New Roman" pitchFamily="18" charset="0"/>
              </a:rPr>
              <a:t> </a:t>
            </a:r>
            <a:r>
              <a:rPr lang="en-US" sz="3200" b="1" i="1" dirty="0" err="1">
                <a:solidFill>
                  <a:srgbClr val="FF0000"/>
                </a:solidFill>
                <a:latin typeface="Times New Roman" pitchFamily="18" charset="0"/>
                <a:cs typeface="Times New Roman" pitchFamily="18" charset="0"/>
              </a:rPr>
              <a:t>Đức</a:t>
            </a:r>
            <a:r>
              <a:rPr lang="en-US" sz="3200" b="1" i="1" dirty="0">
                <a:solidFill>
                  <a:srgbClr val="FF0000"/>
                </a:solidFill>
                <a:latin typeface="Times New Roman" pitchFamily="18" charset="0"/>
                <a:cs typeface="Times New Roman" pitchFamily="18" charset="0"/>
              </a:rPr>
              <a:t> Tin</a:t>
            </a:r>
          </a:p>
          <a:p>
            <a:pPr algn="just"/>
            <a:r>
              <a:rPr lang="vi-VN" sz="4800" b="1" dirty="0">
                <a:solidFill>
                  <a:schemeClr val="tx1"/>
                </a:solidFill>
                <a:latin typeface="+mj-lt"/>
              </a:rPr>
              <a:t>Ngày Chúa Nhật hô</a:t>
            </a:r>
            <a:r>
              <a:rPr lang="en-US" sz="4800" b="1" dirty="0">
                <a:solidFill>
                  <a:schemeClr val="tx1"/>
                </a:solidFill>
                <a:latin typeface="Times New Roman" pitchFamily="18" charset="0"/>
                <a:cs typeface="Times New Roman" pitchFamily="18" charset="0"/>
              </a:rPr>
              <a:t>m nay</a:t>
            </a:r>
            <a:r>
              <a:rPr lang="vi-VN" sz="4800" b="1" dirty="0">
                <a:solidFill>
                  <a:schemeClr val="tx1"/>
                </a:solidFill>
                <a:latin typeface="+mj-lt"/>
              </a:rPr>
              <a:t>, chúng con </a:t>
            </a:r>
            <a:r>
              <a:rPr lang="vi-VN" sz="4800" b="1" dirty="0">
                <a:solidFill>
                  <a:schemeClr val="tx1"/>
                </a:solidFill>
                <a:latin typeface="Times New Roman" pitchFamily="18" charset="0"/>
                <a:cs typeface="Times New Roman" pitchFamily="18" charset="0"/>
              </a:rPr>
              <a:t>h</a:t>
            </a:r>
            <a:r>
              <a:rPr lang="en-US" sz="4800" b="1" dirty="0" err="1">
                <a:solidFill>
                  <a:schemeClr val="tx1"/>
                </a:solidFill>
                <a:latin typeface="Times New Roman" pitchFamily="18" charset="0"/>
                <a:cs typeface="Times New Roman" pitchFamily="18" charset="0"/>
              </a:rPr>
              <a:t>iệ</a:t>
            </a:r>
            <a:r>
              <a:rPr lang="vi-VN" sz="4800" b="1" dirty="0">
                <a:solidFill>
                  <a:schemeClr val="tx1"/>
                </a:solidFill>
                <a:latin typeface="Times New Roman" pitchFamily="18" charset="0"/>
                <a:cs typeface="Times New Roman" pitchFamily="18" charset="0"/>
              </a:rPr>
              <a:t>p</a:t>
            </a:r>
            <a:r>
              <a:rPr lang="vi-VN" sz="4800" b="1" dirty="0">
                <a:solidFill>
                  <a:schemeClr val="tx1"/>
                </a:solidFill>
                <a:latin typeface="+mj-lt"/>
              </a:rPr>
              <a:t> nhau kính lạy thờ phượng Chúa, </a:t>
            </a:r>
            <a:r>
              <a:rPr lang="vi-VN" sz="4800" b="1" dirty="0">
                <a:solidFill>
                  <a:schemeClr val="tx1"/>
                </a:solidFill>
                <a:latin typeface="Times New Roman" pitchFamily="18" charset="0"/>
                <a:cs typeface="Times New Roman" pitchFamily="18" charset="0"/>
              </a:rPr>
              <a:t>k</a:t>
            </a:r>
            <a:r>
              <a:rPr lang="en-US" sz="4800" b="1" dirty="0" err="1">
                <a:solidFill>
                  <a:schemeClr val="tx1"/>
                </a:solidFill>
                <a:latin typeface="Times New Roman" pitchFamily="18" charset="0"/>
                <a:cs typeface="Times New Roman" pitchFamily="18" charset="0"/>
              </a:rPr>
              <a:t>hô</a:t>
            </a:r>
            <a:r>
              <a:rPr lang="vi-VN" sz="4800" b="1" dirty="0">
                <a:solidFill>
                  <a:schemeClr val="tx1"/>
                </a:solidFill>
                <a:latin typeface="Times New Roman" pitchFamily="18" charset="0"/>
                <a:cs typeface="Times New Roman" pitchFamily="18" charset="0"/>
              </a:rPr>
              <a:t>ng</a:t>
            </a:r>
            <a:r>
              <a:rPr lang="vi-VN" sz="4800" b="1" dirty="0">
                <a:solidFill>
                  <a:schemeClr val="tx1"/>
                </a:solidFill>
                <a:latin typeface="+mj-lt"/>
              </a:rPr>
              <a:t> khen cảm tạ ơn Chúa về mọi ơn lành Chúa đã ban cho chúng con, và phạt tạ Chúa vì những tội lỗi chúng con đã phạm mất lòng Chúa: thì chúng con dám xin Chúa hãy</a:t>
            </a:r>
            <a:endParaRPr lang="en-US" sz="4800"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41144045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a:xfrm>
            <a:off x="0" y="373117"/>
            <a:ext cx="9144000" cy="6400800"/>
          </a:xfrm>
        </p:spPr>
        <p:txBody>
          <a:bodyPr>
            <a:noAutofit/>
          </a:bodyPr>
          <a:lstStyle/>
          <a:p>
            <a:pPr algn="just"/>
            <a:r>
              <a:rPr lang="vi-VN" sz="4800" b="1" dirty="0">
                <a:latin typeface="+mj-lt"/>
              </a:rPr>
              <a:t>khấn ban những ơn cần kíp cho chúng con được rỗi linh hồn. </a:t>
            </a:r>
            <a:r>
              <a:rPr lang="vi-VN" sz="4800" b="1" dirty="0">
                <a:solidFill>
                  <a:schemeClr val="tx1"/>
                </a:solidFill>
                <a:latin typeface="+mj-lt"/>
              </a:rPr>
              <a:t>Nên chúng con cả lòng tin vững vàng mọi điều đạo thánh Chúa dạy; nhất là những điều cần kíp này: là có một Đức Chúa Trời phép tắc vô cùng dựng nên trời đất; mà Người có Ba Ngôi. Ngôi Thứ Nhất là Cha, Ngôi Thứ Hai là Con, </a:t>
            </a:r>
            <a:endParaRPr lang="en-US" sz="4800" b="1" dirty="0">
              <a:solidFill>
                <a:schemeClr val="tx1"/>
              </a:solidFill>
              <a:latin typeface="+mj-lt"/>
              <a:cs typeface="Times New Roman" pitchFamily="18" charset="0"/>
            </a:endParaRPr>
          </a:p>
        </p:txBody>
      </p:sp>
    </p:spTree>
    <p:extLst>
      <p:ext uri="{BB962C8B-B14F-4D97-AF65-F5344CB8AC3E}">
        <p14:creationId xmlns:p14="http://schemas.microsoft.com/office/powerpoint/2010/main" val="31334243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a:xfrm>
            <a:off x="0" y="373117"/>
            <a:ext cx="9144000" cy="6400800"/>
          </a:xfrm>
        </p:spPr>
        <p:txBody>
          <a:bodyPr>
            <a:noAutofit/>
          </a:bodyPr>
          <a:lstStyle/>
          <a:p>
            <a:pPr algn="just"/>
            <a:r>
              <a:rPr lang="vi-VN" sz="4800" b="1" dirty="0">
                <a:latin typeface="+mj-lt"/>
              </a:rPr>
              <a:t>Ngôi Thứ Ba là Thánh Thần; Ba Ngôi cũng một tính một phép cho nên Ba Ngôi cũng một Chúa mà   thôi. Chúng con tin Ngôi Thứ Hai ra đời làm người sinh bởi Bà Maria đồng trinh, đặt tên là Giêsu; ở thế gian ba mươi ba năm, đoạn chịu chết trên cây thánh giá mà chuộc tội cho thiên</a:t>
            </a:r>
            <a:endParaRPr lang="en-US" sz="4800" b="1" dirty="0">
              <a:latin typeface="+mj-lt"/>
              <a:cs typeface="Times New Roman" pitchFamily="18" charset="0"/>
            </a:endParaRPr>
          </a:p>
        </p:txBody>
      </p:sp>
    </p:spTree>
    <p:extLst>
      <p:ext uri="{BB962C8B-B14F-4D97-AF65-F5344CB8AC3E}">
        <p14:creationId xmlns:p14="http://schemas.microsoft.com/office/powerpoint/2010/main" val="42260163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a:xfrm>
            <a:off x="0" y="373117"/>
            <a:ext cx="9144000" cy="6400800"/>
          </a:xfrm>
        </p:spPr>
        <p:txBody>
          <a:bodyPr>
            <a:noAutofit/>
          </a:bodyPr>
          <a:lstStyle/>
          <a:p>
            <a:pPr algn="just"/>
            <a:r>
              <a:rPr lang="vi-VN" sz="4800" b="1" dirty="0">
                <a:latin typeface="+mj-lt"/>
              </a:rPr>
              <a:t>hạ; đến ngày thứ ba Người sống lại; khỏi bốn mươi ngày lên trời đủ mười ngày lại cho Đức Chúa Thánh Thần xuống trên các Thánh Tông Đồ và Hội Thánh mới lập; ai chẳng thông công cùng Hội Thánh ấy thì chẳng được rỗi linh hồn; mà linh hồn là giống thiêng liêng chẳng hề chết được; </a:t>
            </a:r>
            <a:endParaRPr lang="en-US" sz="4800" b="1" dirty="0">
              <a:latin typeface="+mj-lt"/>
              <a:cs typeface="Times New Roman" pitchFamily="18" charset="0"/>
            </a:endParaRPr>
          </a:p>
        </p:txBody>
      </p:sp>
    </p:spTree>
    <p:extLst>
      <p:ext uri="{BB962C8B-B14F-4D97-AF65-F5344CB8AC3E}">
        <p14:creationId xmlns:p14="http://schemas.microsoft.com/office/powerpoint/2010/main" val="16628847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a:xfrm>
            <a:off x="0" y="373117"/>
            <a:ext cx="9144000" cy="6400800"/>
          </a:xfrm>
        </p:spPr>
        <p:txBody>
          <a:bodyPr>
            <a:noAutofit/>
          </a:bodyPr>
          <a:lstStyle/>
          <a:p>
            <a:pPr algn="just"/>
            <a:r>
              <a:rPr lang="vi-VN" sz="4800" b="1" dirty="0">
                <a:latin typeface="+mj-lt"/>
              </a:rPr>
              <a:t>và đến ngày tận thế xác loài người ta sẽ sống lại mà chịu phán xét, kẻ lành lên thiên đàng hưởng phúc đời đời; kẻ dữ sa hỏa ngục chịu phạt vô cùng. Mà chúng con tin các sự ấy mà thôi thì chưa đủ cho được lên thiên đàng; song phải giữ Mười Điều Răn Đức Chúa Trời cùng Sáu Luật Điều Hội</a:t>
            </a:r>
            <a:endParaRPr lang="en-US" sz="4800" b="1" dirty="0">
              <a:latin typeface="+mj-lt"/>
              <a:cs typeface="Times New Roman" pitchFamily="18" charset="0"/>
            </a:endParaRPr>
          </a:p>
        </p:txBody>
      </p:sp>
    </p:spTree>
    <p:extLst>
      <p:ext uri="{BB962C8B-B14F-4D97-AF65-F5344CB8AC3E}">
        <p14:creationId xmlns:p14="http://schemas.microsoft.com/office/powerpoint/2010/main" val="30249421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a:xfrm>
            <a:off x="0" y="373117"/>
            <a:ext cx="9144000" cy="6400800"/>
          </a:xfrm>
        </p:spPr>
        <p:txBody>
          <a:bodyPr>
            <a:noAutofit/>
          </a:bodyPr>
          <a:lstStyle/>
          <a:p>
            <a:pPr algn="just"/>
            <a:r>
              <a:rPr lang="vi-VN" sz="4800" b="1" dirty="0">
                <a:latin typeface="+mj-lt"/>
              </a:rPr>
              <a:t>Thánh, và làm những việc lành phúc đức. Nhân vì sự ấy chúng con hằng phải sợ hãi và trốn tránh các tội lỗi, nhất là bảy mối tội đầu, là căn nguyên mọi tội lỗi khác. Vậy chúng con phải ân cần lo lắng mà năng chịu các phép Bí Tích Đức Chúa Giêsu đã truyền, là những phương linh nghiệm cho</a:t>
            </a:r>
            <a:endParaRPr lang="en-US" sz="4800" b="1" dirty="0">
              <a:latin typeface="+mj-lt"/>
              <a:cs typeface="Times New Roman" pitchFamily="18" charset="0"/>
            </a:endParaRPr>
          </a:p>
          <a:p>
            <a:pPr algn="just"/>
            <a:endParaRPr lang="en-US" sz="4800" b="1" dirty="0">
              <a:latin typeface="+mj-lt"/>
              <a:cs typeface="Times New Roman" pitchFamily="18" charset="0"/>
            </a:endParaRPr>
          </a:p>
        </p:txBody>
      </p:sp>
    </p:spTree>
    <p:extLst>
      <p:ext uri="{BB962C8B-B14F-4D97-AF65-F5344CB8AC3E}">
        <p14:creationId xmlns:p14="http://schemas.microsoft.com/office/powerpoint/2010/main" val="2092389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a:xfrm>
            <a:off x="0" y="373117"/>
            <a:ext cx="9144000" cy="6400800"/>
          </a:xfrm>
        </p:spPr>
        <p:txBody>
          <a:bodyPr>
            <a:noAutofit/>
          </a:bodyPr>
          <a:lstStyle/>
          <a:p>
            <a:pPr algn="just"/>
            <a:r>
              <a:rPr lang="vi-VN" sz="4800" b="1" dirty="0">
                <a:latin typeface="+mj-lt"/>
              </a:rPr>
              <a:t>chúng con được nên thánh.Có bảy phép Bí Tích mà thôi song phép Rửa Tội, phép Mình Thánh Chúa cùng phép Giải Tội là ba phép cần kíp hơn cho chúng con được rỗi.</a:t>
            </a:r>
            <a:r>
              <a:rPr lang="en-US" sz="4800" b="1" dirty="0">
                <a:latin typeface="+mj-lt"/>
              </a:rPr>
              <a:t> </a:t>
            </a:r>
            <a:r>
              <a:rPr lang="vi-VN" sz="4800" b="1" dirty="0">
                <a:latin typeface="+mj-lt"/>
              </a:rPr>
              <a:t>Ấy vậy chúng con hằng phải ra sức lo lắng thể nào mà chịu các phép trọng ấy cho nên, cùng tin thật vững vàng mà giữ cẩn thận</a:t>
            </a:r>
            <a:endParaRPr lang="en-US" sz="4800" b="1" dirty="0">
              <a:latin typeface="+mj-lt"/>
              <a:cs typeface="Times New Roman" pitchFamily="18" charset="0"/>
            </a:endParaRPr>
          </a:p>
          <a:p>
            <a:pPr algn="just"/>
            <a:endParaRPr lang="en-US" sz="4800" b="1" dirty="0">
              <a:latin typeface="+mj-lt"/>
              <a:cs typeface="Times New Roman" pitchFamily="18" charset="0"/>
            </a:endParaRPr>
          </a:p>
        </p:txBody>
      </p:sp>
    </p:spTree>
    <p:extLst>
      <p:ext uri="{BB962C8B-B14F-4D97-AF65-F5344CB8AC3E}">
        <p14:creationId xmlns:p14="http://schemas.microsoft.com/office/powerpoint/2010/main" val="8089030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a:xfrm>
            <a:off x="0" y="373117"/>
            <a:ext cx="9144000" cy="6400800"/>
          </a:xfrm>
        </p:spPr>
        <p:txBody>
          <a:bodyPr>
            <a:noAutofit/>
          </a:bodyPr>
          <a:lstStyle/>
          <a:p>
            <a:pPr algn="just"/>
            <a:r>
              <a:rPr lang="vi-VN" sz="4800" b="1" dirty="0">
                <a:latin typeface="+mj-lt"/>
              </a:rPr>
              <a:t>các điều trước này, thì mới được hưởng phúc thanh nhàn đời đời kiếp kiếp. Amen.</a:t>
            </a:r>
            <a:endParaRPr lang="en-US" sz="4800" b="1" dirty="0">
              <a:latin typeface="+mj-lt"/>
            </a:endParaRPr>
          </a:p>
          <a:p>
            <a:pPr algn="just"/>
            <a:endParaRPr lang="en-US" sz="4800" b="1" dirty="0">
              <a:latin typeface="+mj-lt"/>
              <a:cs typeface="Times New Roman" pitchFamily="18" charset="0"/>
            </a:endParaRPr>
          </a:p>
          <a:p>
            <a:pPr algn="just"/>
            <a:endParaRPr lang="en-US" sz="4800" b="1" dirty="0">
              <a:latin typeface="+mj-lt"/>
              <a:cs typeface="Times New Roman" pitchFamily="18" charset="0"/>
            </a:endParaRPr>
          </a:p>
        </p:txBody>
      </p:sp>
    </p:spTree>
    <p:extLst>
      <p:ext uri="{BB962C8B-B14F-4D97-AF65-F5344CB8AC3E}">
        <p14:creationId xmlns:p14="http://schemas.microsoft.com/office/powerpoint/2010/main" val="12231812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a:xfrm>
            <a:off x="0" y="0"/>
            <a:ext cx="9144000" cy="6858000"/>
          </a:xfrm>
        </p:spPr>
        <p:txBody>
          <a:bodyPr>
            <a:noAutofit/>
          </a:bodyPr>
          <a:lstStyle/>
          <a:p>
            <a:pPr algn="just"/>
            <a:r>
              <a:rPr lang="en-US" sz="3600" b="1" i="1" dirty="0">
                <a:solidFill>
                  <a:srgbClr val="FF0000"/>
                </a:solidFill>
                <a:latin typeface="Times New Roman" pitchFamily="18" charset="0"/>
                <a:cs typeface="Times New Roman" pitchFamily="18" charset="0"/>
              </a:rPr>
              <a:t>2. </a:t>
            </a:r>
            <a:r>
              <a:rPr lang="en-US" sz="3600" b="1" i="1" dirty="0" err="1">
                <a:solidFill>
                  <a:srgbClr val="FF0000"/>
                </a:solidFill>
                <a:latin typeface="Times New Roman" pitchFamily="18" charset="0"/>
                <a:cs typeface="Times New Roman" pitchFamily="18" charset="0"/>
              </a:rPr>
              <a:t>Kinh</a:t>
            </a:r>
            <a:r>
              <a:rPr lang="en-US" sz="3600" b="1" i="1" dirty="0">
                <a:solidFill>
                  <a:srgbClr val="FF0000"/>
                </a:solidFill>
                <a:latin typeface="Times New Roman" pitchFamily="18" charset="0"/>
                <a:cs typeface="Times New Roman" pitchFamily="18" charset="0"/>
              </a:rPr>
              <a:t> </a:t>
            </a:r>
            <a:r>
              <a:rPr lang="en-US" sz="3600" b="1" i="1" dirty="0" err="1">
                <a:solidFill>
                  <a:srgbClr val="FF0000"/>
                </a:solidFill>
                <a:latin typeface="Times New Roman" pitchFamily="18" charset="0"/>
                <a:cs typeface="Times New Roman" pitchFamily="18" charset="0"/>
              </a:rPr>
              <a:t>Mười</a:t>
            </a:r>
            <a:r>
              <a:rPr lang="en-US" sz="3600" b="1" i="1" dirty="0">
                <a:solidFill>
                  <a:srgbClr val="FF0000"/>
                </a:solidFill>
                <a:latin typeface="Times New Roman" pitchFamily="18" charset="0"/>
                <a:cs typeface="Times New Roman" pitchFamily="18" charset="0"/>
              </a:rPr>
              <a:t> </a:t>
            </a:r>
            <a:r>
              <a:rPr lang="en-US" sz="3600" b="1" i="1" dirty="0" err="1">
                <a:solidFill>
                  <a:srgbClr val="FF0000"/>
                </a:solidFill>
                <a:latin typeface="Times New Roman" pitchFamily="18" charset="0"/>
                <a:cs typeface="Times New Roman" pitchFamily="18" charset="0"/>
              </a:rPr>
              <a:t>Điều</a:t>
            </a:r>
            <a:r>
              <a:rPr lang="en-US" sz="3600" b="1" i="1" dirty="0">
                <a:solidFill>
                  <a:srgbClr val="FF0000"/>
                </a:solidFill>
                <a:latin typeface="Times New Roman" pitchFamily="18" charset="0"/>
                <a:cs typeface="Times New Roman" pitchFamily="18" charset="0"/>
              </a:rPr>
              <a:t> </a:t>
            </a:r>
            <a:r>
              <a:rPr lang="en-US" sz="3600" b="1" i="1" dirty="0" err="1">
                <a:solidFill>
                  <a:srgbClr val="FF0000"/>
                </a:solidFill>
                <a:latin typeface="Times New Roman" pitchFamily="18" charset="0"/>
                <a:cs typeface="Times New Roman" pitchFamily="18" charset="0"/>
              </a:rPr>
              <a:t>Răn</a:t>
            </a:r>
            <a:endParaRPr lang="en-US" sz="3600" b="1" i="1" dirty="0">
              <a:solidFill>
                <a:srgbClr val="FF0000"/>
              </a:solidFill>
              <a:latin typeface="Times New Roman" pitchFamily="18" charset="0"/>
              <a:cs typeface="Times New Roman" pitchFamily="18" charset="0"/>
            </a:endParaRPr>
          </a:p>
          <a:p>
            <a:pPr algn="l"/>
            <a:r>
              <a:rPr lang="vi-VN" sz="4000" b="1" dirty="0">
                <a:solidFill>
                  <a:schemeClr val="tx1"/>
                </a:solidFill>
                <a:latin typeface="+mj-lt"/>
              </a:rPr>
              <a:t>Ðạo Ðức Chúa Trời có Mười </a:t>
            </a:r>
            <a:r>
              <a:rPr lang="vi-VN" sz="4000" b="1" dirty="0">
                <a:solidFill>
                  <a:schemeClr val="tx1"/>
                </a:solidFill>
                <a:latin typeface="+mj-lt"/>
                <a:cs typeface="Times New Roman" pitchFamily="18" charset="0"/>
              </a:rPr>
              <a:t>điề</a:t>
            </a:r>
            <a:r>
              <a:rPr lang="en-US" sz="4000" b="1" dirty="0">
                <a:solidFill>
                  <a:schemeClr val="tx1"/>
                </a:solidFill>
                <a:latin typeface="+mj-lt"/>
                <a:cs typeface="Times New Roman" pitchFamily="18" charset="0"/>
              </a:rPr>
              <a:t>u </a:t>
            </a:r>
            <a:r>
              <a:rPr lang="vi-VN" sz="4000" b="1" dirty="0">
                <a:solidFill>
                  <a:schemeClr val="tx1"/>
                </a:solidFill>
                <a:latin typeface="+mj-lt"/>
                <a:cs typeface="Times New Roman" pitchFamily="18" charset="0"/>
              </a:rPr>
              <a:t>răn</a:t>
            </a:r>
            <a:r>
              <a:rPr lang="vi-VN" sz="4000" b="1" dirty="0">
                <a:solidFill>
                  <a:schemeClr val="tx1"/>
                </a:solidFill>
                <a:latin typeface="+mj-lt"/>
              </a:rPr>
              <a:t>:</a:t>
            </a:r>
            <a:endParaRPr lang="en-US" sz="4000" b="1" dirty="0">
              <a:solidFill>
                <a:schemeClr val="tx1"/>
              </a:solidFill>
              <a:latin typeface="+mj-lt"/>
            </a:endParaRPr>
          </a:p>
          <a:p>
            <a:pPr algn="just"/>
            <a:r>
              <a:rPr lang="vi-VN" sz="4000" b="1" dirty="0">
                <a:solidFill>
                  <a:schemeClr val="tx1"/>
                </a:solidFill>
                <a:latin typeface="+mj-lt"/>
              </a:rPr>
              <a:t>Thứ nhất: Thờ phượng một Ðức Chúa Trời và kính mến Người trên hết mọi sự. </a:t>
            </a:r>
          </a:p>
          <a:p>
            <a:pPr algn="l"/>
            <a:r>
              <a:rPr lang="vi-VN" sz="4000" b="1" dirty="0">
                <a:solidFill>
                  <a:schemeClr val="tx1"/>
                </a:solidFill>
                <a:latin typeface="+mj-lt"/>
              </a:rPr>
              <a:t>Thứ hai: Chớ kêu tên Ðức Chúa Trời vô cớ. </a:t>
            </a:r>
            <a:br>
              <a:rPr lang="vi-VN" sz="4000" b="1" dirty="0">
                <a:solidFill>
                  <a:schemeClr val="tx1"/>
                </a:solidFill>
                <a:latin typeface="+mj-lt"/>
              </a:rPr>
            </a:br>
            <a:r>
              <a:rPr lang="vi-VN" sz="4000" b="1" dirty="0">
                <a:solidFill>
                  <a:schemeClr val="tx1"/>
                </a:solidFill>
                <a:latin typeface="+mj-lt"/>
              </a:rPr>
              <a:t>Thứ ba: Giữ ngày Chúa nhật. </a:t>
            </a:r>
            <a:br>
              <a:rPr lang="vi-VN" sz="4000" b="1" dirty="0">
                <a:solidFill>
                  <a:schemeClr val="tx1"/>
                </a:solidFill>
                <a:latin typeface="+mj-lt"/>
              </a:rPr>
            </a:br>
            <a:r>
              <a:rPr lang="vi-VN" sz="4000" b="1" dirty="0">
                <a:solidFill>
                  <a:schemeClr val="tx1"/>
                </a:solidFill>
                <a:latin typeface="+mj-lt"/>
              </a:rPr>
              <a:t>Thứ bốn: Thảo kính cha mẹ. </a:t>
            </a:r>
            <a:br>
              <a:rPr lang="vi-VN" sz="4000" b="1" dirty="0">
                <a:solidFill>
                  <a:schemeClr val="tx1"/>
                </a:solidFill>
                <a:latin typeface="+mj-lt"/>
              </a:rPr>
            </a:br>
            <a:r>
              <a:rPr lang="vi-VN" sz="4000" b="1" dirty="0">
                <a:solidFill>
                  <a:schemeClr val="tx1"/>
                </a:solidFill>
                <a:latin typeface="+mj-lt"/>
              </a:rPr>
              <a:t>Thứ năm: Chớ giết người. </a:t>
            </a:r>
          </a:p>
          <a:p>
            <a:pPr algn="just"/>
            <a:r>
              <a:rPr lang="vi-VN" sz="4000" b="1" dirty="0">
                <a:solidFill>
                  <a:schemeClr val="tx1"/>
                </a:solidFill>
                <a:latin typeface="+mj-lt"/>
              </a:rPr>
              <a:t>Thứ sáu: Chớ làm sự dâm dục.</a:t>
            </a:r>
            <a:endParaRPr lang="en-US" sz="4000" b="1" dirty="0">
              <a:solidFill>
                <a:schemeClr val="tx1"/>
              </a:solidFill>
              <a:latin typeface="+mj-lt"/>
            </a:endParaRPr>
          </a:p>
          <a:p>
            <a:pPr algn="l"/>
            <a:br>
              <a:rPr lang="vi-VN" sz="4000" b="1" dirty="0">
                <a:solidFill>
                  <a:schemeClr val="tx1"/>
                </a:solidFill>
                <a:latin typeface="+mj-lt"/>
              </a:rPr>
            </a:br>
            <a:br>
              <a:rPr lang="vi-VN" sz="4000" b="1" dirty="0">
                <a:solidFill>
                  <a:schemeClr val="tx1"/>
                </a:solidFill>
              </a:rPr>
            </a:br>
            <a:endParaRPr lang="en-US" sz="4000"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2627836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a:xfrm>
            <a:off x="0" y="0"/>
            <a:ext cx="9144000" cy="6705600"/>
          </a:xfrm>
        </p:spPr>
        <p:txBody>
          <a:bodyPr>
            <a:noAutofit/>
          </a:bodyPr>
          <a:lstStyle/>
          <a:p>
            <a:pPr algn="l"/>
            <a:r>
              <a:rPr lang="vi-VN" sz="4000" b="1" dirty="0">
                <a:solidFill>
                  <a:schemeClr val="tx1"/>
                </a:solidFill>
                <a:latin typeface="+mj-lt"/>
              </a:rPr>
              <a:t>Thứ bảy: Chớ lấy của người. </a:t>
            </a:r>
            <a:br>
              <a:rPr lang="vi-VN" sz="4000" b="1" dirty="0">
                <a:solidFill>
                  <a:schemeClr val="tx1"/>
                </a:solidFill>
                <a:latin typeface="+mj-lt"/>
              </a:rPr>
            </a:br>
            <a:r>
              <a:rPr lang="vi-VN" sz="4000" b="1" dirty="0">
                <a:solidFill>
                  <a:schemeClr val="tx1"/>
                </a:solidFill>
                <a:latin typeface="+mj-lt"/>
              </a:rPr>
              <a:t>Thứ tám: Chớ làm chứng dối. </a:t>
            </a:r>
            <a:br>
              <a:rPr lang="vi-VN" sz="4000" b="1" dirty="0">
                <a:solidFill>
                  <a:schemeClr val="tx1"/>
                </a:solidFill>
                <a:latin typeface="+mj-lt"/>
              </a:rPr>
            </a:br>
            <a:r>
              <a:rPr lang="vi-VN" sz="4000" b="1" dirty="0">
                <a:solidFill>
                  <a:schemeClr val="tx1"/>
                </a:solidFill>
                <a:latin typeface="+mj-lt"/>
              </a:rPr>
              <a:t>Thứ chín: Chớ muốn vợ chồng người. </a:t>
            </a:r>
            <a:br>
              <a:rPr lang="vi-VN" sz="4000" b="1" dirty="0">
                <a:solidFill>
                  <a:schemeClr val="tx1"/>
                </a:solidFill>
                <a:latin typeface="+mj-lt"/>
              </a:rPr>
            </a:br>
            <a:r>
              <a:rPr lang="vi-VN" sz="4000" b="1" dirty="0">
                <a:solidFill>
                  <a:schemeClr val="tx1"/>
                </a:solidFill>
                <a:latin typeface="+mj-lt"/>
              </a:rPr>
              <a:t>Thứ mười: Chớ tham của người. </a:t>
            </a:r>
          </a:p>
          <a:p>
            <a:pPr algn="just"/>
            <a:r>
              <a:rPr lang="vi-VN" sz="4000" b="1" dirty="0">
                <a:solidFill>
                  <a:schemeClr val="tx1"/>
                </a:solidFill>
                <a:latin typeface="+mj-lt"/>
              </a:rPr>
              <a:t>Mười điều răn ấy tóm về hai </a:t>
            </a:r>
            <a:r>
              <a:rPr lang="en-US" sz="4000" b="1" dirty="0" err="1">
                <a:solidFill>
                  <a:schemeClr val="tx1"/>
                </a:solidFill>
                <a:latin typeface="Times New Roman" pitchFamily="18" charset="0"/>
                <a:cs typeface="Times New Roman" pitchFamily="18" charset="0"/>
              </a:rPr>
              <a:t>điều</a:t>
            </a:r>
            <a:r>
              <a:rPr lang="en-US" sz="4000" b="1" dirty="0">
                <a:solidFill>
                  <a:schemeClr val="tx1"/>
                </a:solidFill>
                <a:latin typeface="+mj-lt"/>
                <a:cs typeface="Times New Roman" pitchFamily="18" charset="0"/>
              </a:rPr>
              <a:t> </a:t>
            </a:r>
            <a:r>
              <a:rPr lang="vi-VN" sz="4000" b="1" dirty="0">
                <a:solidFill>
                  <a:schemeClr val="tx1"/>
                </a:solidFill>
                <a:latin typeface="+mj-lt"/>
              </a:rPr>
              <a:t>này mà </a:t>
            </a:r>
            <a:r>
              <a:rPr lang="vi-VN" sz="4000" b="1" dirty="0">
                <a:latin typeface="+mj-lt"/>
                <a:cs typeface="Times New Roman" pitchFamily="18" charset="0"/>
              </a:rPr>
              <a:t>n</a:t>
            </a:r>
            <a:r>
              <a:rPr lang="vi-VN" sz="4000" b="1" dirty="0">
                <a:solidFill>
                  <a:schemeClr val="tx1"/>
                </a:solidFill>
                <a:latin typeface="+mj-lt"/>
              </a:rPr>
              <a:t>hớ: Trước kính mến một Ðức Chúa Trời trên hết mọi sự; sau lại yêu người như mình ta vậy. Amen.</a:t>
            </a:r>
            <a:endParaRPr lang="en-US" sz="4000" b="1" dirty="0">
              <a:solidFill>
                <a:schemeClr val="tx1"/>
              </a:solidFill>
              <a:latin typeface="+mj-lt"/>
            </a:endParaRPr>
          </a:p>
          <a:p>
            <a:pPr algn="l"/>
            <a:endParaRPr lang="vi-VN" sz="4000" b="1" dirty="0">
              <a:solidFill>
                <a:schemeClr val="tx1"/>
              </a:solidFill>
              <a:latin typeface="+mj-lt"/>
            </a:endParaRPr>
          </a:p>
          <a:p>
            <a:pPr algn="just"/>
            <a:endParaRPr lang="en-US" sz="4000" b="1" dirty="0">
              <a:solidFill>
                <a:schemeClr val="tx1"/>
              </a:solidFill>
              <a:latin typeface="+mj-lt"/>
              <a:cs typeface="Times New Roman" pitchFamily="18" charset="0"/>
            </a:endParaRPr>
          </a:p>
          <a:p>
            <a:pPr algn="just"/>
            <a:endParaRPr lang="en-US" sz="4000" b="1" dirty="0">
              <a:solidFill>
                <a:schemeClr val="tx1"/>
              </a:solidFill>
              <a:latin typeface="+mj-lt"/>
              <a:cs typeface="Times New Roman" pitchFamily="18" charset="0"/>
            </a:endParaRPr>
          </a:p>
        </p:txBody>
      </p:sp>
    </p:spTree>
    <p:extLst>
      <p:ext uri="{BB962C8B-B14F-4D97-AF65-F5344CB8AC3E}">
        <p14:creationId xmlns:p14="http://schemas.microsoft.com/office/powerpoint/2010/main" val="8029709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a:xfrm>
            <a:off x="0" y="0"/>
            <a:ext cx="9144000" cy="6705600"/>
          </a:xfrm>
        </p:spPr>
        <p:txBody>
          <a:bodyPr>
            <a:noAutofit/>
          </a:bodyPr>
          <a:lstStyle/>
          <a:p>
            <a:pPr algn="just"/>
            <a:r>
              <a:rPr lang="en-US" sz="3600" b="1" i="1">
                <a:solidFill>
                  <a:srgbClr val="FF0000"/>
                </a:solidFill>
                <a:latin typeface="Times New Roman" pitchFamily="18" charset="0"/>
                <a:cs typeface="Times New Roman" pitchFamily="18" charset="0"/>
              </a:rPr>
              <a:t>3. </a:t>
            </a:r>
            <a:r>
              <a:rPr lang="en-US" sz="3600" b="1" i="1" err="1">
                <a:solidFill>
                  <a:srgbClr val="FF0000"/>
                </a:solidFill>
                <a:latin typeface="Times New Roman" pitchFamily="18" charset="0"/>
                <a:cs typeface="Times New Roman" pitchFamily="18" charset="0"/>
              </a:rPr>
              <a:t>Sáu</a:t>
            </a:r>
            <a:r>
              <a:rPr lang="en-US" sz="3600" b="1" i="1">
                <a:solidFill>
                  <a:srgbClr val="FF0000"/>
                </a:solidFill>
                <a:latin typeface="Times New Roman" pitchFamily="18" charset="0"/>
                <a:cs typeface="Times New Roman" pitchFamily="18" charset="0"/>
              </a:rPr>
              <a:t> </a:t>
            </a:r>
            <a:r>
              <a:rPr lang="en-US" sz="3600" b="1" i="1" err="1">
                <a:solidFill>
                  <a:srgbClr val="FF0000"/>
                </a:solidFill>
                <a:latin typeface="Times New Roman" pitchFamily="18" charset="0"/>
                <a:cs typeface="Times New Roman" pitchFamily="18" charset="0"/>
              </a:rPr>
              <a:t>Điều</a:t>
            </a:r>
            <a:r>
              <a:rPr lang="en-US" sz="3600" b="1" i="1">
                <a:solidFill>
                  <a:srgbClr val="FF0000"/>
                </a:solidFill>
                <a:latin typeface="Times New Roman" pitchFamily="18" charset="0"/>
                <a:cs typeface="Times New Roman" pitchFamily="18" charset="0"/>
              </a:rPr>
              <a:t> </a:t>
            </a:r>
            <a:r>
              <a:rPr lang="en-US" sz="3600" b="1" i="1" err="1">
                <a:solidFill>
                  <a:srgbClr val="FF0000"/>
                </a:solidFill>
                <a:latin typeface="Times New Roman" pitchFamily="18" charset="0"/>
                <a:cs typeface="Times New Roman" pitchFamily="18" charset="0"/>
              </a:rPr>
              <a:t>Răn</a:t>
            </a:r>
            <a:r>
              <a:rPr lang="en-US" sz="3600" b="1" i="1">
                <a:solidFill>
                  <a:srgbClr val="FF0000"/>
                </a:solidFill>
                <a:latin typeface="Times New Roman" pitchFamily="18" charset="0"/>
                <a:cs typeface="Times New Roman" pitchFamily="18" charset="0"/>
              </a:rPr>
              <a:t> </a:t>
            </a:r>
            <a:r>
              <a:rPr lang="en-US" sz="3600" b="1" i="1" err="1">
                <a:solidFill>
                  <a:srgbClr val="FF0000"/>
                </a:solidFill>
                <a:latin typeface="Times New Roman" pitchFamily="18" charset="0"/>
                <a:cs typeface="Times New Roman" pitchFamily="18" charset="0"/>
              </a:rPr>
              <a:t>Hội</a:t>
            </a:r>
            <a:r>
              <a:rPr lang="en-US" sz="3600" b="1" i="1">
                <a:solidFill>
                  <a:srgbClr val="FF0000"/>
                </a:solidFill>
                <a:latin typeface="Times New Roman" pitchFamily="18" charset="0"/>
                <a:cs typeface="Times New Roman" pitchFamily="18" charset="0"/>
              </a:rPr>
              <a:t> </a:t>
            </a:r>
            <a:r>
              <a:rPr lang="en-US" sz="3600" b="1" i="1" err="1">
                <a:solidFill>
                  <a:srgbClr val="FF0000"/>
                </a:solidFill>
                <a:latin typeface="Times New Roman" pitchFamily="18" charset="0"/>
                <a:cs typeface="Times New Roman" pitchFamily="18" charset="0"/>
              </a:rPr>
              <a:t>Thánh</a:t>
            </a:r>
            <a:endParaRPr lang="en-US" sz="3600" b="1" i="1">
              <a:solidFill>
                <a:srgbClr val="FF0000"/>
              </a:solidFill>
              <a:latin typeface="Times New Roman" pitchFamily="18" charset="0"/>
              <a:cs typeface="Times New Roman" pitchFamily="18" charset="0"/>
            </a:endParaRPr>
          </a:p>
          <a:p>
            <a:pPr algn="just"/>
            <a:r>
              <a:rPr lang="vi-VN" sz="4000" b="1">
                <a:solidFill>
                  <a:schemeClr val="tx1"/>
                </a:solidFill>
                <a:latin typeface="+mj-lt"/>
              </a:rPr>
              <a:t>Hội thánh có sáu điều răn:</a:t>
            </a:r>
            <a:endParaRPr lang="en-US" sz="4000" b="1">
              <a:solidFill>
                <a:schemeClr val="tx1"/>
              </a:solidFill>
              <a:latin typeface="+mj-lt"/>
            </a:endParaRPr>
          </a:p>
          <a:p>
            <a:pPr algn="just"/>
            <a:r>
              <a:rPr lang="vi-VN" sz="4000" b="1">
                <a:solidFill>
                  <a:schemeClr val="tx1"/>
                </a:solidFill>
                <a:latin typeface="+mj-lt"/>
              </a:rPr>
              <a:t>Thứ nhất: Xem lễ ngày Chúa nhật cùng các ngày Lễ buộc. </a:t>
            </a:r>
            <a:endParaRPr lang="en-US" sz="4000" b="1">
              <a:solidFill>
                <a:schemeClr val="tx1"/>
              </a:solidFill>
              <a:latin typeface="+mj-lt"/>
            </a:endParaRPr>
          </a:p>
          <a:p>
            <a:pPr algn="just"/>
            <a:r>
              <a:rPr lang="vi-VN" sz="4000" b="1">
                <a:solidFill>
                  <a:schemeClr val="tx1"/>
                </a:solidFill>
                <a:latin typeface="+mj-lt"/>
              </a:rPr>
              <a:t>Thứ hai: Chớ làm việc xác ngày Chúa nhật cùng các ngày Lễ buộc. </a:t>
            </a:r>
          </a:p>
          <a:p>
            <a:pPr algn="just"/>
            <a:r>
              <a:rPr lang="vi-VN" sz="4000" b="1">
                <a:solidFill>
                  <a:schemeClr val="tx1"/>
                </a:solidFill>
                <a:latin typeface="+mj-lt"/>
              </a:rPr>
              <a:t>Thứ ba: Xưng tội trong một năm ít là một lần.</a:t>
            </a:r>
          </a:p>
          <a:p>
            <a:pPr algn="just"/>
            <a:r>
              <a:rPr lang="vi-VN" sz="4000" b="1">
                <a:solidFill>
                  <a:schemeClr val="tx1"/>
                </a:solidFill>
                <a:latin typeface="+mj-lt"/>
              </a:rPr>
              <a:t>Thứ bốn: Chịu Mình Thánh Ðức Chúa Giêsu trong Mùa Phục Sinh.</a:t>
            </a:r>
            <a:endParaRPr lang="en-US" sz="4000" b="1">
              <a:solidFill>
                <a:schemeClr val="tx1"/>
              </a:solidFill>
              <a:latin typeface="+mj-lt"/>
            </a:endParaRPr>
          </a:p>
          <a:p>
            <a:pPr algn="just"/>
            <a:endParaRPr lang="en-US" sz="4000" b="1">
              <a:solidFill>
                <a:schemeClr val="tx1"/>
              </a:solidFill>
            </a:endParaRPr>
          </a:p>
          <a:p>
            <a:pPr algn="just"/>
            <a:endParaRPr lang="en-US" sz="4000" b="1">
              <a:solidFill>
                <a:schemeClr val="tx1"/>
              </a:solidFill>
              <a:latin typeface="+mj-lt"/>
              <a:cs typeface="Times New Roman" pitchFamily="18" charset="0"/>
            </a:endParaRPr>
          </a:p>
          <a:p>
            <a:pPr algn="just"/>
            <a:endParaRPr lang="en-US" sz="4000" b="1">
              <a:solidFill>
                <a:schemeClr val="tx1"/>
              </a:solidFill>
              <a:latin typeface="+mj-lt"/>
              <a:cs typeface="Times New Roman" pitchFamily="18" charset="0"/>
            </a:endParaRPr>
          </a:p>
        </p:txBody>
      </p:sp>
    </p:spTree>
    <p:extLst>
      <p:ext uri="{BB962C8B-B14F-4D97-AF65-F5344CB8AC3E}">
        <p14:creationId xmlns:p14="http://schemas.microsoft.com/office/powerpoint/2010/main" val="3640128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a:xfrm>
            <a:off x="0" y="0"/>
            <a:ext cx="9144000" cy="6705600"/>
          </a:xfrm>
        </p:spPr>
        <p:txBody>
          <a:bodyPr>
            <a:noAutofit/>
          </a:bodyPr>
          <a:lstStyle/>
          <a:p>
            <a:pPr algn="just"/>
            <a:r>
              <a:rPr lang="vi-VN" sz="4000" b="1">
                <a:solidFill>
                  <a:schemeClr val="tx1"/>
                </a:solidFill>
                <a:latin typeface="+mj-lt"/>
              </a:rPr>
              <a:t>Thứ năm: Giữ chay những ngày Hội thánh buộc.</a:t>
            </a:r>
            <a:endParaRPr lang="en-US" sz="4000" b="1">
              <a:solidFill>
                <a:schemeClr val="tx1"/>
              </a:solidFill>
              <a:latin typeface="+mj-lt"/>
            </a:endParaRPr>
          </a:p>
          <a:p>
            <a:pPr algn="just"/>
            <a:r>
              <a:rPr lang="vi-VN" sz="4000" b="1">
                <a:solidFill>
                  <a:schemeClr val="tx1"/>
                </a:solidFill>
                <a:latin typeface="+mj-lt"/>
              </a:rPr>
              <a:t> Thứ sáu: Kiêng thịt </a:t>
            </a:r>
            <a:r>
              <a:rPr lang="en-US" sz="4000" b="1" err="1">
                <a:solidFill>
                  <a:schemeClr val="tx1"/>
                </a:solidFill>
                <a:latin typeface="Times New Roman" pitchFamily="18" charset="0"/>
                <a:cs typeface="Times New Roman" pitchFamily="18" charset="0"/>
              </a:rPr>
              <a:t>ngày</a:t>
            </a:r>
            <a:r>
              <a:rPr lang="en-US" sz="4000" b="1">
                <a:solidFill>
                  <a:schemeClr val="tx1"/>
                </a:solidFill>
                <a:latin typeface="Times New Roman" pitchFamily="18" charset="0"/>
                <a:cs typeface="Times New Roman" pitchFamily="18" charset="0"/>
              </a:rPr>
              <a:t> </a:t>
            </a:r>
            <a:r>
              <a:rPr lang="en-US" sz="4000" b="1" err="1">
                <a:solidFill>
                  <a:schemeClr val="tx1"/>
                </a:solidFill>
                <a:latin typeface="Times New Roman" pitchFamily="18" charset="0"/>
                <a:cs typeface="Times New Roman" pitchFamily="18" charset="0"/>
              </a:rPr>
              <a:t>thứ</a:t>
            </a:r>
            <a:r>
              <a:rPr lang="en-US" sz="4000" b="1">
                <a:solidFill>
                  <a:schemeClr val="tx1"/>
                </a:solidFill>
                <a:latin typeface="Times New Roman" pitchFamily="18" charset="0"/>
                <a:cs typeface="Times New Roman" pitchFamily="18" charset="0"/>
              </a:rPr>
              <a:t> </a:t>
            </a:r>
            <a:r>
              <a:rPr lang="en-US" sz="4000" b="1" err="1">
                <a:solidFill>
                  <a:schemeClr val="tx1"/>
                </a:solidFill>
                <a:latin typeface="Times New Roman" pitchFamily="18" charset="0"/>
                <a:cs typeface="Times New Roman" pitchFamily="18" charset="0"/>
              </a:rPr>
              <a:t>sáu</a:t>
            </a:r>
            <a:r>
              <a:rPr lang="en-US" sz="4000" b="1">
                <a:solidFill>
                  <a:schemeClr val="tx1"/>
                </a:solidFill>
                <a:latin typeface="Times New Roman" pitchFamily="18" charset="0"/>
                <a:cs typeface="Times New Roman" pitchFamily="18" charset="0"/>
              </a:rPr>
              <a:t> </a:t>
            </a:r>
            <a:r>
              <a:rPr lang="en-US" sz="4000" b="1" err="1">
                <a:solidFill>
                  <a:schemeClr val="tx1"/>
                </a:solidFill>
                <a:latin typeface="Times New Roman" pitchFamily="18" charset="0"/>
                <a:cs typeface="Times New Roman" pitchFamily="18" charset="0"/>
              </a:rPr>
              <a:t>cùng</a:t>
            </a:r>
            <a:r>
              <a:rPr lang="en-US" sz="4000" b="1">
                <a:solidFill>
                  <a:schemeClr val="tx1"/>
                </a:solidFill>
                <a:latin typeface="Times New Roman" pitchFamily="18" charset="0"/>
                <a:cs typeface="Times New Roman" pitchFamily="18" charset="0"/>
              </a:rPr>
              <a:t> </a:t>
            </a:r>
            <a:r>
              <a:rPr lang="en-US" sz="4000" b="1" err="1">
                <a:solidFill>
                  <a:schemeClr val="tx1"/>
                </a:solidFill>
                <a:latin typeface="Times New Roman" pitchFamily="18" charset="0"/>
                <a:cs typeface="Times New Roman" pitchFamily="18" charset="0"/>
              </a:rPr>
              <a:t>các</a:t>
            </a:r>
            <a:r>
              <a:rPr lang="en-US" sz="4000" b="1">
                <a:solidFill>
                  <a:schemeClr val="tx1"/>
                </a:solidFill>
                <a:latin typeface="+mj-lt"/>
                <a:cs typeface="Times New Roman" pitchFamily="18" charset="0"/>
              </a:rPr>
              <a:t> </a:t>
            </a:r>
            <a:r>
              <a:rPr lang="vi-VN" sz="4000" b="1">
                <a:solidFill>
                  <a:schemeClr val="tx1"/>
                </a:solidFill>
                <a:latin typeface="+mj-lt"/>
              </a:rPr>
              <a:t>ngày </a:t>
            </a:r>
            <a:r>
              <a:rPr lang="en-US" sz="4000" b="1" err="1">
                <a:solidFill>
                  <a:schemeClr val="tx1"/>
                </a:solidFill>
                <a:latin typeface="Times New Roman" pitchFamily="18" charset="0"/>
                <a:cs typeface="Times New Roman" pitchFamily="18" charset="0"/>
              </a:rPr>
              <a:t>khác</a:t>
            </a:r>
            <a:r>
              <a:rPr lang="en-US" sz="4000" b="1">
                <a:solidFill>
                  <a:schemeClr val="tx1"/>
                </a:solidFill>
                <a:latin typeface="+mj-lt"/>
                <a:cs typeface="Times New Roman" pitchFamily="18" charset="0"/>
              </a:rPr>
              <a:t> </a:t>
            </a:r>
            <a:r>
              <a:rPr lang="vi-VN" sz="4000" b="1">
                <a:solidFill>
                  <a:schemeClr val="tx1"/>
                </a:solidFill>
                <a:latin typeface="+mj-lt"/>
              </a:rPr>
              <a:t>Hội thánh dạy.</a:t>
            </a:r>
            <a:endParaRPr lang="vi-VN" sz="4000" b="1">
              <a:solidFill>
                <a:schemeClr val="tx1"/>
              </a:solidFill>
              <a:latin typeface="+mj-lt"/>
              <a:cs typeface="Times New Roman" pitchFamily="18" charset="0"/>
            </a:endParaRPr>
          </a:p>
          <a:p>
            <a:pPr algn="just"/>
            <a:endParaRPr lang="en-US" sz="4000" b="1">
              <a:solidFill>
                <a:schemeClr val="tx1"/>
              </a:solidFill>
              <a:latin typeface="+mj-lt"/>
              <a:cs typeface="Times New Roman" pitchFamily="18" charset="0"/>
            </a:endParaRPr>
          </a:p>
          <a:p>
            <a:pPr algn="just"/>
            <a:endParaRPr lang="en-US" sz="4000" b="1">
              <a:solidFill>
                <a:schemeClr val="tx1"/>
              </a:solidFill>
              <a:latin typeface="+mj-lt"/>
              <a:cs typeface="Times New Roman" pitchFamily="18" charset="0"/>
            </a:endParaRPr>
          </a:p>
        </p:txBody>
      </p:sp>
    </p:spTree>
    <p:extLst>
      <p:ext uri="{BB962C8B-B14F-4D97-AF65-F5344CB8AC3E}">
        <p14:creationId xmlns:p14="http://schemas.microsoft.com/office/powerpoint/2010/main" val="18928941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a:xfrm>
            <a:off x="0" y="0"/>
            <a:ext cx="9144000" cy="6705600"/>
          </a:xfrm>
        </p:spPr>
        <p:txBody>
          <a:bodyPr>
            <a:noAutofit/>
          </a:bodyPr>
          <a:lstStyle/>
          <a:p>
            <a:pPr algn="just"/>
            <a:r>
              <a:rPr lang="en-US" sz="3600" b="1" i="1">
                <a:solidFill>
                  <a:srgbClr val="FF0000"/>
                </a:solidFill>
                <a:latin typeface="Times New Roman" pitchFamily="18" charset="0"/>
                <a:cs typeface="Times New Roman" pitchFamily="18" charset="0"/>
              </a:rPr>
              <a:t>4. </a:t>
            </a:r>
            <a:r>
              <a:rPr lang="en-US" sz="3600" b="1" i="1" err="1">
                <a:solidFill>
                  <a:srgbClr val="FF0000"/>
                </a:solidFill>
                <a:latin typeface="Times New Roman" pitchFamily="18" charset="0"/>
                <a:cs typeface="Times New Roman" pitchFamily="18" charset="0"/>
              </a:rPr>
              <a:t>Kinh</a:t>
            </a:r>
            <a:r>
              <a:rPr lang="en-US" sz="3600" b="1" i="1">
                <a:solidFill>
                  <a:srgbClr val="FF0000"/>
                </a:solidFill>
                <a:latin typeface="Times New Roman" pitchFamily="18" charset="0"/>
                <a:cs typeface="Times New Roman" pitchFamily="18" charset="0"/>
              </a:rPr>
              <a:t> </a:t>
            </a:r>
            <a:r>
              <a:rPr lang="en-US" sz="3600" b="1" i="1" err="1">
                <a:solidFill>
                  <a:srgbClr val="FF0000"/>
                </a:solidFill>
                <a:latin typeface="Times New Roman" pitchFamily="18" charset="0"/>
                <a:cs typeface="Times New Roman" pitchFamily="18" charset="0"/>
              </a:rPr>
              <a:t>Bảy</a:t>
            </a:r>
            <a:r>
              <a:rPr lang="en-US" sz="3600" b="1" i="1">
                <a:solidFill>
                  <a:srgbClr val="FF0000"/>
                </a:solidFill>
                <a:latin typeface="Times New Roman" pitchFamily="18" charset="0"/>
                <a:cs typeface="Times New Roman" pitchFamily="18" charset="0"/>
              </a:rPr>
              <a:t> </a:t>
            </a:r>
            <a:r>
              <a:rPr lang="en-US" sz="3600" b="1" i="1" err="1">
                <a:solidFill>
                  <a:srgbClr val="FF0000"/>
                </a:solidFill>
                <a:latin typeface="Times New Roman" pitchFamily="18" charset="0"/>
                <a:cs typeface="Times New Roman" pitchFamily="18" charset="0"/>
              </a:rPr>
              <a:t>Phép</a:t>
            </a:r>
            <a:r>
              <a:rPr lang="en-US" sz="3600" b="1" i="1">
                <a:solidFill>
                  <a:srgbClr val="FF0000"/>
                </a:solidFill>
                <a:latin typeface="Times New Roman" pitchFamily="18" charset="0"/>
                <a:cs typeface="Times New Roman" pitchFamily="18" charset="0"/>
              </a:rPr>
              <a:t> </a:t>
            </a:r>
            <a:r>
              <a:rPr lang="en-US" sz="3600" b="1" i="1" err="1">
                <a:solidFill>
                  <a:srgbClr val="FF0000"/>
                </a:solidFill>
                <a:latin typeface="Times New Roman" pitchFamily="18" charset="0"/>
                <a:cs typeface="Times New Roman" pitchFamily="18" charset="0"/>
              </a:rPr>
              <a:t>Bí</a:t>
            </a:r>
            <a:r>
              <a:rPr lang="en-US" sz="3600" b="1" i="1">
                <a:solidFill>
                  <a:srgbClr val="FF0000"/>
                </a:solidFill>
                <a:latin typeface="Times New Roman" pitchFamily="18" charset="0"/>
                <a:cs typeface="Times New Roman" pitchFamily="18" charset="0"/>
              </a:rPr>
              <a:t> </a:t>
            </a:r>
            <a:r>
              <a:rPr lang="en-US" sz="3600" b="1" i="1" err="1">
                <a:solidFill>
                  <a:srgbClr val="FF0000"/>
                </a:solidFill>
                <a:latin typeface="Times New Roman" pitchFamily="18" charset="0"/>
                <a:cs typeface="Times New Roman" pitchFamily="18" charset="0"/>
              </a:rPr>
              <a:t>Tích</a:t>
            </a:r>
            <a:endParaRPr lang="en-US" sz="3600" b="1" i="1">
              <a:solidFill>
                <a:srgbClr val="FF0000"/>
              </a:solidFill>
              <a:latin typeface="Times New Roman" pitchFamily="18" charset="0"/>
              <a:cs typeface="Times New Roman" pitchFamily="18" charset="0"/>
            </a:endParaRPr>
          </a:p>
          <a:p>
            <a:pPr algn="just"/>
            <a:r>
              <a:rPr lang="vi-VN" sz="4000" b="1">
                <a:solidFill>
                  <a:schemeClr val="tx1"/>
                </a:solidFill>
                <a:latin typeface="+mj-lt"/>
              </a:rPr>
              <a:t>Đạo Đức Chúa Trời có bảy phép Bí</a:t>
            </a:r>
            <a:r>
              <a:rPr lang="en-US" sz="4000" b="1">
                <a:solidFill>
                  <a:schemeClr val="tx1"/>
                </a:solidFill>
                <a:latin typeface="+mj-lt"/>
              </a:rPr>
              <a:t> </a:t>
            </a:r>
            <a:r>
              <a:rPr lang="vi-VN" sz="4000" b="1">
                <a:solidFill>
                  <a:schemeClr val="tx1"/>
                </a:solidFill>
                <a:latin typeface="+mj-lt"/>
              </a:rPr>
              <a:t>tích:</a:t>
            </a:r>
            <a:endParaRPr lang="en-US" sz="4000" b="1">
              <a:solidFill>
                <a:schemeClr val="tx1"/>
              </a:solidFill>
              <a:latin typeface="+mj-lt"/>
            </a:endParaRPr>
          </a:p>
          <a:p>
            <a:pPr algn="just"/>
            <a:r>
              <a:rPr lang="vi-VN" sz="4000" b="1">
                <a:solidFill>
                  <a:schemeClr val="tx1"/>
                </a:solidFill>
                <a:latin typeface="+mj-lt"/>
              </a:rPr>
              <a:t>Thứ nhất: là phép Rửa tội.</a:t>
            </a:r>
            <a:endParaRPr lang="en-US" sz="4000" b="1">
              <a:solidFill>
                <a:schemeClr val="tx1"/>
              </a:solidFill>
              <a:latin typeface="+mj-lt"/>
            </a:endParaRPr>
          </a:p>
          <a:p>
            <a:pPr algn="just"/>
            <a:r>
              <a:rPr lang="vi-VN" sz="4000" b="1">
                <a:solidFill>
                  <a:schemeClr val="tx1"/>
                </a:solidFill>
                <a:latin typeface="+mj-lt"/>
              </a:rPr>
              <a:t>Thứ hai: là phép Thêm sức.</a:t>
            </a:r>
            <a:endParaRPr lang="en-US" sz="4000" b="1">
              <a:solidFill>
                <a:schemeClr val="tx1"/>
              </a:solidFill>
              <a:latin typeface="+mj-lt"/>
            </a:endParaRPr>
          </a:p>
          <a:p>
            <a:pPr algn="just"/>
            <a:r>
              <a:rPr lang="vi-VN" sz="4000" b="1">
                <a:solidFill>
                  <a:schemeClr val="tx1"/>
                </a:solidFill>
                <a:latin typeface="+mj-lt"/>
              </a:rPr>
              <a:t>Thứ ba: là phép Mình Thánh Chúa.</a:t>
            </a:r>
            <a:endParaRPr lang="en-US" sz="4000" b="1">
              <a:solidFill>
                <a:schemeClr val="tx1"/>
              </a:solidFill>
              <a:latin typeface="+mj-lt"/>
            </a:endParaRPr>
          </a:p>
          <a:p>
            <a:pPr algn="just"/>
            <a:r>
              <a:rPr lang="vi-VN" sz="4000" b="1">
                <a:solidFill>
                  <a:schemeClr val="tx1"/>
                </a:solidFill>
                <a:latin typeface="+mj-lt"/>
              </a:rPr>
              <a:t>Thứ bốn: là phép Giải tội.</a:t>
            </a:r>
            <a:endParaRPr lang="en-US" sz="4000" b="1">
              <a:solidFill>
                <a:schemeClr val="tx1"/>
              </a:solidFill>
              <a:latin typeface="+mj-lt"/>
            </a:endParaRPr>
          </a:p>
          <a:p>
            <a:pPr algn="just"/>
            <a:r>
              <a:rPr lang="vi-VN" sz="4000" b="1">
                <a:solidFill>
                  <a:schemeClr val="tx1"/>
                </a:solidFill>
                <a:latin typeface="+mj-lt"/>
              </a:rPr>
              <a:t>Thứ năm: là phép Xức dầu thánh.</a:t>
            </a:r>
            <a:endParaRPr lang="en-US" sz="4000" b="1">
              <a:solidFill>
                <a:schemeClr val="tx1"/>
              </a:solidFill>
              <a:latin typeface="+mj-lt"/>
            </a:endParaRPr>
          </a:p>
          <a:p>
            <a:pPr algn="just"/>
            <a:r>
              <a:rPr lang="vi-VN" sz="4000" b="1">
                <a:solidFill>
                  <a:schemeClr val="tx1"/>
                </a:solidFill>
                <a:latin typeface="+mj-lt"/>
              </a:rPr>
              <a:t>Thứ sáu: là phép Truyền chức thánh.</a:t>
            </a:r>
            <a:endParaRPr lang="en-US" sz="4000" b="1">
              <a:solidFill>
                <a:schemeClr val="tx1"/>
              </a:solidFill>
              <a:latin typeface="+mj-lt"/>
            </a:endParaRPr>
          </a:p>
          <a:p>
            <a:pPr algn="just"/>
            <a:r>
              <a:rPr lang="vi-VN" sz="4000" b="1">
                <a:solidFill>
                  <a:schemeClr val="tx1"/>
                </a:solidFill>
                <a:latin typeface="+mj-lt"/>
              </a:rPr>
              <a:t>Thứ bảy: là phép Hôn</a:t>
            </a:r>
            <a:r>
              <a:rPr lang="en-US" sz="4000" b="1">
                <a:solidFill>
                  <a:schemeClr val="tx1"/>
                </a:solidFill>
                <a:latin typeface="+mj-lt"/>
              </a:rPr>
              <a:t> </a:t>
            </a:r>
            <a:r>
              <a:rPr lang="vi-VN" sz="4000" b="1">
                <a:solidFill>
                  <a:schemeClr val="tx1"/>
                </a:solidFill>
                <a:latin typeface="+mj-lt"/>
              </a:rPr>
              <a:t>phối. </a:t>
            </a:r>
            <a:endParaRPr lang="en-US" sz="4000" b="1">
              <a:solidFill>
                <a:schemeClr val="tx1"/>
              </a:solidFill>
              <a:latin typeface="+mj-lt"/>
              <a:cs typeface="Times New Roman" pitchFamily="18" charset="0"/>
            </a:endParaRPr>
          </a:p>
        </p:txBody>
      </p:sp>
    </p:spTree>
    <p:extLst>
      <p:ext uri="{BB962C8B-B14F-4D97-AF65-F5344CB8AC3E}">
        <p14:creationId xmlns:p14="http://schemas.microsoft.com/office/powerpoint/2010/main" val="28674756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a:xfrm>
            <a:off x="0" y="0"/>
            <a:ext cx="9144000" cy="6705600"/>
          </a:xfrm>
        </p:spPr>
        <p:txBody>
          <a:bodyPr>
            <a:normAutofit lnSpcReduction="10000"/>
          </a:bodyPr>
          <a:lstStyle/>
          <a:p>
            <a:pPr algn="just"/>
            <a:r>
              <a:rPr lang="en-US" sz="3900" b="1" i="1">
                <a:solidFill>
                  <a:srgbClr val="FF0000"/>
                </a:solidFill>
                <a:latin typeface="Times New Roman" pitchFamily="18" charset="0"/>
                <a:cs typeface="Times New Roman" pitchFamily="18" charset="0"/>
              </a:rPr>
              <a:t>5. </a:t>
            </a:r>
            <a:r>
              <a:rPr lang="en-US" sz="3900" b="1" i="1" err="1">
                <a:solidFill>
                  <a:srgbClr val="FF0000"/>
                </a:solidFill>
                <a:latin typeface="Times New Roman" pitchFamily="18" charset="0"/>
                <a:cs typeface="Times New Roman" pitchFamily="18" charset="0"/>
              </a:rPr>
              <a:t>Kinh</a:t>
            </a:r>
            <a:r>
              <a:rPr lang="en-US" sz="3900" b="1" i="1">
                <a:solidFill>
                  <a:srgbClr val="FF0000"/>
                </a:solidFill>
                <a:latin typeface="Times New Roman" pitchFamily="18" charset="0"/>
                <a:cs typeface="Times New Roman" pitchFamily="18" charset="0"/>
              </a:rPr>
              <a:t> </a:t>
            </a:r>
            <a:r>
              <a:rPr lang="en-US" sz="3900" b="1" i="1" err="1">
                <a:solidFill>
                  <a:srgbClr val="FF0000"/>
                </a:solidFill>
                <a:latin typeface="Times New Roman" pitchFamily="18" charset="0"/>
                <a:cs typeface="Times New Roman" pitchFamily="18" charset="0"/>
              </a:rPr>
              <a:t>Mười</a:t>
            </a:r>
            <a:r>
              <a:rPr lang="en-US" sz="3900" b="1" i="1">
                <a:solidFill>
                  <a:srgbClr val="FF0000"/>
                </a:solidFill>
                <a:latin typeface="Times New Roman" pitchFamily="18" charset="0"/>
                <a:cs typeface="Times New Roman" pitchFamily="18" charset="0"/>
              </a:rPr>
              <a:t> </a:t>
            </a:r>
            <a:r>
              <a:rPr lang="en-US" sz="3900" b="1" i="1" err="1">
                <a:solidFill>
                  <a:srgbClr val="FF0000"/>
                </a:solidFill>
                <a:latin typeface="Times New Roman" pitchFamily="18" charset="0"/>
                <a:cs typeface="Times New Roman" pitchFamily="18" charset="0"/>
              </a:rPr>
              <a:t>Bốn</a:t>
            </a:r>
            <a:r>
              <a:rPr lang="en-US" sz="3900" b="1" i="1">
                <a:solidFill>
                  <a:srgbClr val="FF0000"/>
                </a:solidFill>
                <a:latin typeface="Times New Roman" pitchFamily="18" charset="0"/>
                <a:cs typeface="Times New Roman" pitchFamily="18" charset="0"/>
              </a:rPr>
              <a:t> </a:t>
            </a:r>
            <a:r>
              <a:rPr lang="en-US" sz="3900" b="1" i="1" err="1">
                <a:solidFill>
                  <a:srgbClr val="FF0000"/>
                </a:solidFill>
                <a:latin typeface="Times New Roman" pitchFamily="18" charset="0"/>
                <a:cs typeface="Times New Roman" pitchFamily="18" charset="0"/>
              </a:rPr>
              <a:t>Mối</a:t>
            </a:r>
            <a:r>
              <a:rPr lang="en-US" sz="3900" b="1" i="1">
                <a:solidFill>
                  <a:srgbClr val="FF0000"/>
                </a:solidFill>
                <a:latin typeface="Times New Roman" pitchFamily="18" charset="0"/>
                <a:cs typeface="Times New Roman" pitchFamily="18" charset="0"/>
              </a:rPr>
              <a:t> </a:t>
            </a:r>
            <a:r>
              <a:rPr lang="en-US" sz="3900" b="1" i="1" err="1">
                <a:solidFill>
                  <a:srgbClr val="FF0000"/>
                </a:solidFill>
                <a:latin typeface="Times New Roman" pitchFamily="18" charset="0"/>
                <a:cs typeface="Times New Roman" pitchFamily="18" charset="0"/>
              </a:rPr>
              <a:t>Thương</a:t>
            </a:r>
            <a:r>
              <a:rPr lang="en-US" sz="3900" b="1" i="1">
                <a:solidFill>
                  <a:srgbClr val="FF0000"/>
                </a:solidFill>
                <a:latin typeface="Times New Roman" pitchFamily="18" charset="0"/>
                <a:cs typeface="Times New Roman" pitchFamily="18" charset="0"/>
              </a:rPr>
              <a:t> </a:t>
            </a:r>
            <a:r>
              <a:rPr lang="en-US" sz="3900" b="1" i="1" err="1">
                <a:solidFill>
                  <a:srgbClr val="FF0000"/>
                </a:solidFill>
                <a:latin typeface="Times New Roman" pitchFamily="18" charset="0"/>
                <a:cs typeface="Times New Roman" pitchFamily="18" charset="0"/>
              </a:rPr>
              <a:t>Người</a:t>
            </a:r>
            <a:r>
              <a:rPr lang="en-US" sz="3900" b="1" i="1">
                <a:solidFill>
                  <a:srgbClr val="FF0000"/>
                </a:solidFill>
                <a:latin typeface="Times New Roman" pitchFamily="18" charset="0"/>
                <a:cs typeface="Times New Roman" pitchFamily="18" charset="0"/>
              </a:rPr>
              <a:t>:</a:t>
            </a:r>
          </a:p>
          <a:p>
            <a:pPr algn="just"/>
            <a:r>
              <a:rPr lang="vi-VN" sz="3900" b="1" i="1">
                <a:solidFill>
                  <a:srgbClr val="FF0000"/>
                </a:solidFill>
                <a:latin typeface="+mj-lt"/>
              </a:rPr>
              <a:t>Thương người có mười bốn mối</a:t>
            </a:r>
            <a:endParaRPr lang="en-US" sz="3900" b="1" i="1">
              <a:solidFill>
                <a:srgbClr val="FF0000"/>
              </a:solidFill>
              <a:latin typeface="+mj-lt"/>
            </a:endParaRPr>
          </a:p>
          <a:p>
            <a:pPr algn="just"/>
            <a:r>
              <a:rPr lang="vi-VN" sz="3900" b="1" i="1">
                <a:solidFill>
                  <a:srgbClr val="FF0000"/>
                </a:solidFill>
                <a:latin typeface="+mj-lt"/>
              </a:rPr>
              <a:t>Thương xác bảy mối:</a:t>
            </a:r>
            <a:endParaRPr lang="en-US" sz="3900" b="1" i="1">
              <a:solidFill>
                <a:srgbClr val="FF0000"/>
              </a:solidFill>
              <a:latin typeface="+mj-lt"/>
            </a:endParaRPr>
          </a:p>
          <a:p>
            <a:pPr algn="just"/>
            <a:r>
              <a:rPr lang="vi-VN" sz="4300" b="1">
                <a:solidFill>
                  <a:schemeClr val="tx1"/>
                </a:solidFill>
                <a:latin typeface="+mj-lt"/>
              </a:rPr>
              <a:t>Thứ nhất: cho kẻ đói ăn.</a:t>
            </a:r>
            <a:endParaRPr lang="en-US" sz="4300" b="1">
              <a:solidFill>
                <a:schemeClr val="tx1"/>
              </a:solidFill>
              <a:latin typeface="+mj-lt"/>
            </a:endParaRPr>
          </a:p>
          <a:p>
            <a:pPr algn="just"/>
            <a:r>
              <a:rPr lang="vi-VN" sz="4300" b="1">
                <a:solidFill>
                  <a:schemeClr val="tx1"/>
                </a:solidFill>
                <a:latin typeface="+mj-lt"/>
              </a:rPr>
              <a:t>Thứ hai: cho kẻ khát uống.</a:t>
            </a:r>
            <a:endParaRPr lang="en-US" sz="4300" b="1">
              <a:solidFill>
                <a:schemeClr val="tx1"/>
              </a:solidFill>
              <a:latin typeface="+mj-lt"/>
            </a:endParaRPr>
          </a:p>
          <a:p>
            <a:pPr algn="just"/>
            <a:r>
              <a:rPr lang="vi-VN" sz="4300" b="1">
                <a:solidFill>
                  <a:schemeClr val="tx1"/>
                </a:solidFill>
                <a:latin typeface="+mj-lt"/>
              </a:rPr>
              <a:t>Thứ ba: cho kẻ rách rưới ăn mặc.</a:t>
            </a:r>
            <a:endParaRPr lang="en-US" sz="4300" b="1">
              <a:solidFill>
                <a:schemeClr val="tx1"/>
              </a:solidFill>
              <a:latin typeface="+mj-lt"/>
            </a:endParaRPr>
          </a:p>
          <a:p>
            <a:pPr algn="just"/>
            <a:r>
              <a:rPr lang="vi-VN" sz="4300" b="1">
                <a:solidFill>
                  <a:schemeClr val="tx1"/>
                </a:solidFill>
                <a:latin typeface="+mj-lt"/>
              </a:rPr>
              <a:t>Thứ bốn: viếng kẻ liệt cùng kẻ tù rạc.</a:t>
            </a:r>
            <a:endParaRPr lang="en-US" sz="4300" b="1">
              <a:solidFill>
                <a:schemeClr val="tx1"/>
              </a:solidFill>
              <a:latin typeface="+mj-lt"/>
            </a:endParaRPr>
          </a:p>
          <a:p>
            <a:pPr algn="just"/>
            <a:r>
              <a:rPr lang="vi-VN" sz="4300" b="1">
                <a:solidFill>
                  <a:schemeClr val="tx1"/>
                </a:solidFill>
                <a:latin typeface="+mj-lt"/>
              </a:rPr>
              <a:t>Thứ năm: cho khách đỗ nhà.</a:t>
            </a:r>
            <a:endParaRPr lang="en-US" sz="4300" b="1">
              <a:solidFill>
                <a:schemeClr val="tx1"/>
              </a:solidFill>
              <a:latin typeface="+mj-lt"/>
            </a:endParaRPr>
          </a:p>
          <a:p>
            <a:pPr algn="just"/>
            <a:r>
              <a:rPr lang="vi-VN" sz="4300" b="1">
                <a:solidFill>
                  <a:schemeClr val="tx1"/>
                </a:solidFill>
                <a:latin typeface="+mj-lt"/>
              </a:rPr>
              <a:t>Thứ sáu: chuộc kẻ làm tôi.</a:t>
            </a:r>
            <a:endParaRPr lang="en-US" sz="4300" b="1">
              <a:solidFill>
                <a:schemeClr val="tx1"/>
              </a:solidFill>
              <a:latin typeface="+mj-lt"/>
            </a:endParaRPr>
          </a:p>
          <a:p>
            <a:pPr algn="just"/>
            <a:r>
              <a:rPr lang="vi-VN" sz="4300" b="1">
                <a:solidFill>
                  <a:schemeClr val="tx1"/>
                </a:solidFill>
                <a:latin typeface="+mj-lt"/>
              </a:rPr>
              <a:t>Thứ bảy: chôn xác kẻ chết.</a:t>
            </a:r>
            <a:endParaRPr lang="en-US" sz="4300" b="1">
              <a:solidFill>
                <a:schemeClr val="tx1"/>
              </a:solidFill>
              <a:latin typeface="+mj-lt"/>
              <a:cs typeface="Times New Roman" pitchFamily="18" charset="0"/>
            </a:endParaRPr>
          </a:p>
        </p:txBody>
      </p:sp>
    </p:spTree>
    <p:extLst>
      <p:ext uri="{BB962C8B-B14F-4D97-AF65-F5344CB8AC3E}">
        <p14:creationId xmlns:p14="http://schemas.microsoft.com/office/powerpoint/2010/main" val="17400473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a:xfrm>
            <a:off x="0" y="0"/>
            <a:ext cx="9144000" cy="7010400"/>
          </a:xfrm>
        </p:spPr>
        <p:txBody>
          <a:bodyPr>
            <a:normAutofit/>
          </a:bodyPr>
          <a:lstStyle/>
          <a:p>
            <a:pPr algn="just"/>
            <a:r>
              <a:rPr lang="vi-VN" sz="3600" b="1" i="1">
                <a:solidFill>
                  <a:srgbClr val="FF0000"/>
                </a:solidFill>
                <a:latin typeface="+mj-lt"/>
              </a:rPr>
              <a:t>Thương linh</a:t>
            </a:r>
            <a:r>
              <a:rPr lang="en-US" sz="3600" b="1" i="1">
                <a:solidFill>
                  <a:srgbClr val="FF0000"/>
                </a:solidFill>
                <a:latin typeface="+mj-lt"/>
              </a:rPr>
              <a:t> </a:t>
            </a:r>
            <a:r>
              <a:rPr lang="vi-VN" sz="3600" b="1" i="1">
                <a:solidFill>
                  <a:srgbClr val="FF0000"/>
                </a:solidFill>
                <a:latin typeface="+mj-lt"/>
              </a:rPr>
              <a:t>hồn bảy mối:</a:t>
            </a:r>
            <a:endParaRPr lang="en-US" sz="3600" b="1" i="1">
              <a:solidFill>
                <a:srgbClr val="FF0000"/>
              </a:solidFill>
              <a:latin typeface="+mj-lt"/>
            </a:endParaRPr>
          </a:p>
          <a:p>
            <a:pPr algn="just"/>
            <a:r>
              <a:rPr lang="vi-VN" sz="4000" b="1">
                <a:solidFill>
                  <a:schemeClr val="tx1"/>
                </a:solidFill>
                <a:latin typeface="+mj-lt"/>
              </a:rPr>
              <a:t>Thứ nhất: lấy lời lành mà khuyên người.</a:t>
            </a:r>
            <a:endParaRPr lang="en-US" sz="4000" b="1">
              <a:solidFill>
                <a:schemeClr val="tx1"/>
              </a:solidFill>
              <a:latin typeface="+mj-lt"/>
            </a:endParaRPr>
          </a:p>
          <a:p>
            <a:pPr algn="just"/>
            <a:r>
              <a:rPr lang="vi-VN" sz="4000" b="1">
                <a:solidFill>
                  <a:schemeClr val="tx1"/>
                </a:solidFill>
                <a:latin typeface="+mj-lt"/>
              </a:rPr>
              <a:t>Thứ hai: mở dậy kẻ mê muội.</a:t>
            </a:r>
            <a:endParaRPr lang="en-US" sz="4000" b="1">
              <a:solidFill>
                <a:schemeClr val="tx1"/>
              </a:solidFill>
              <a:latin typeface="+mj-lt"/>
            </a:endParaRPr>
          </a:p>
          <a:p>
            <a:pPr algn="just"/>
            <a:r>
              <a:rPr lang="vi-VN" sz="4000" b="1">
                <a:solidFill>
                  <a:schemeClr val="tx1"/>
                </a:solidFill>
                <a:latin typeface="+mj-lt"/>
              </a:rPr>
              <a:t>Thứ ba: yên ủi kẻ âu lo.</a:t>
            </a:r>
            <a:endParaRPr lang="en-US" sz="4000" b="1">
              <a:solidFill>
                <a:schemeClr val="tx1"/>
              </a:solidFill>
              <a:latin typeface="+mj-lt"/>
            </a:endParaRPr>
          </a:p>
          <a:p>
            <a:pPr algn="just"/>
            <a:r>
              <a:rPr lang="vi-VN" sz="4000" b="1">
                <a:solidFill>
                  <a:schemeClr val="tx1"/>
                </a:solidFill>
                <a:latin typeface="+mj-lt"/>
              </a:rPr>
              <a:t>Thứ bốn: răn bảo kẻ có tội.</a:t>
            </a:r>
            <a:endParaRPr lang="en-US" sz="4000" b="1">
              <a:solidFill>
                <a:schemeClr val="tx1"/>
              </a:solidFill>
              <a:latin typeface="+mj-lt"/>
            </a:endParaRPr>
          </a:p>
          <a:p>
            <a:pPr algn="just"/>
            <a:r>
              <a:rPr lang="vi-VN" sz="4000" b="1">
                <a:solidFill>
                  <a:schemeClr val="tx1"/>
                </a:solidFill>
                <a:latin typeface="+mj-lt"/>
              </a:rPr>
              <a:t>Thứ năm: tha kẻ dể ta.</a:t>
            </a:r>
            <a:endParaRPr lang="en-US" sz="4000" b="1">
              <a:solidFill>
                <a:schemeClr val="tx1"/>
              </a:solidFill>
              <a:latin typeface="+mj-lt"/>
            </a:endParaRPr>
          </a:p>
          <a:p>
            <a:pPr algn="just"/>
            <a:r>
              <a:rPr lang="vi-VN" sz="4000" b="1">
                <a:solidFill>
                  <a:schemeClr val="tx1"/>
                </a:solidFill>
                <a:latin typeface="+mj-lt"/>
              </a:rPr>
              <a:t>Thứ sáu: nhịn kẻ mất lòng ta.</a:t>
            </a:r>
            <a:endParaRPr lang="en-US" sz="4000" b="1">
              <a:solidFill>
                <a:schemeClr val="tx1"/>
              </a:solidFill>
              <a:latin typeface="+mj-lt"/>
            </a:endParaRPr>
          </a:p>
          <a:p>
            <a:pPr algn="just"/>
            <a:r>
              <a:rPr lang="vi-VN" sz="4000" b="1">
                <a:solidFill>
                  <a:schemeClr val="tx1"/>
                </a:solidFill>
                <a:latin typeface="+mj-lt"/>
              </a:rPr>
              <a:t>Thứ bảy: cầu cho kẻ sống và kẻ chết. </a:t>
            </a:r>
            <a:endParaRPr lang="en-US" sz="4000" b="1">
              <a:solidFill>
                <a:schemeClr val="tx1"/>
              </a:solidFill>
              <a:latin typeface="+mj-lt"/>
              <a:cs typeface="Times New Roman" pitchFamily="18" charset="0"/>
            </a:endParaRPr>
          </a:p>
        </p:txBody>
      </p:sp>
    </p:spTree>
    <p:extLst>
      <p:ext uri="{BB962C8B-B14F-4D97-AF65-F5344CB8AC3E}">
        <p14:creationId xmlns:p14="http://schemas.microsoft.com/office/powerpoint/2010/main" val="29295986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a:xfrm>
            <a:off x="0" y="0"/>
            <a:ext cx="9144000" cy="7010400"/>
          </a:xfrm>
        </p:spPr>
        <p:txBody>
          <a:bodyPr>
            <a:noAutofit/>
          </a:bodyPr>
          <a:lstStyle/>
          <a:p>
            <a:pPr algn="just"/>
            <a:r>
              <a:rPr lang="vi-VN" sz="3600" b="1" i="1" dirty="0">
                <a:solidFill>
                  <a:srgbClr val="FF0000"/>
                </a:solidFill>
                <a:latin typeface="Times New Roman" pitchFamily="18" charset="0"/>
                <a:cs typeface="Times New Roman" pitchFamily="18" charset="0"/>
              </a:rPr>
              <a:t>6. </a:t>
            </a:r>
            <a:r>
              <a:rPr lang="en-US" sz="3600" b="1" i="1" dirty="0" err="1">
                <a:solidFill>
                  <a:srgbClr val="FF0000"/>
                </a:solidFill>
                <a:latin typeface="Times New Roman" pitchFamily="18" charset="0"/>
                <a:cs typeface="Times New Roman" pitchFamily="18" charset="0"/>
              </a:rPr>
              <a:t>Kinh</a:t>
            </a:r>
            <a:r>
              <a:rPr lang="en-US" sz="3600" b="1" i="1" dirty="0">
                <a:solidFill>
                  <a:srgbClr val="FF0000"/>
                </a:solidFill>
                <a:latin typeface="Times New Roman" pitchFamily="18" charset="0"/>
                <a:cs typeface="Times New Roman" pitchFamily="18" charset="0"/>
              </a:rPr>
              <a:t> </a:t>
            </a:r>
            <a:r>
              <a:rPr lang="en-US" sz="3600" b="1" i="1" dirty="0" err="1">
                <a:solidFill>
                  <a:srgbClr val="FF0000"/>
                </a:solidFill>
                <a:latin typeface="Times New Roman" pitchFamily="18" charset="0"/>
                <a:cs typeface="Times New Roman" pitchFamily="18" charset="0"/>
              </a:rPr>
              <a:t>Cải</a:t>
            </a:r>
            <a:r>
              <a:rPr lang="en-US" sz="3600" b="1" i="1" dirty="0">
                <a:solidFill>
                  <a:srgbClr val="FF0000"/>
                </a:solidFill>
                <a:latin typeface="Times New Roman" pitchFamily="18" charset="0"/>
                <a:cs typeface="Times New Roman" pitchFamily="18" charset="0"/>
              </a:rPr>
              <a:t> </a:t>
            </a:r>
            <a:r>
              <a:rPr lang="en-US" sz="3600" b="1" i="1" dirty="0" err="1">
                <a:solidFill>
                  <a:srgbClr val="FF0000"/>
                </a:solidFill>
                <a:latin typeface="Times New Roman" pitchFamily="18" charset="0"/>
                <a:cs typeface="Times New Roman" pitchFamily="18" charset="0"/>
              </a:rPr>
              <a:t>Tội</a:t>
            </a:r>
            <a:r>
              <a:rPr lang="en-US" sz="3600" b="1" i="1" dirty="0">
                <a:solidFill>
                  <a:srgbClr val="FF0000"/>
                </a:solidFill>
                <a:latin typeface="Times New Roman" pitchFamily="18" charset="0"/>
                <a:cs typeface="Times New Roman" pitchFamily="18" charset="0"/>
              </a:rPr>
              <a:t> </a:t>
            </a:r>
            <a:r>
              <a:rPr lang="vi-VN" sz="3600" b="1" i="1" dirty="0">
                <a:solidFill>
                  <a:srgbClr val="FF0000"/>
                </a:solidFill>
                <a:latin typeface="Times New Roman" pitchFamily="18" charset="0"/>
                <a:cs typeface="Times New Roman" pitchFamily="18" charset="0"/>
              </a:rPr>
              <a:t>Bảy Mối</a:t>
            </a:r>
            <a:r>
              <a:rPr lang="en-US" sz="3600" b="1" i="1" dirty="0">
                <a:solidFill>
                  <a:srgbClr val="FF0000"/>
                </a:solidFill>
                <a:latin typeface="Times New Roman" pitchFamily="18" charset="0"/>
                <a:cs typeface="Times New Roman" pitchFamily="18" charset="0"/>
              </a:rPr>
              <a:t> </a:t>
            </a:r>
          </a:p>
          <a:p>
            <a:pPr algn="just"/>
            <a:r>
              <a:rPr lang="vi-VN" sz="4000" b="1" dirty="0">
                <a:solidFill>
                  <a:schemeClr val="tx1"/>
                </a:solidFill>
                <a:latin typeface="+mj-lt"/>
                <a:cs typeface="Times New Roman" pitchFamily="18" charset="0"/>
              </a:rPr>
              <a:t>Cải tội bảy mối có bảy đức:</a:t>
            </a:r>
          </a:p>
          <a:p>
            <a:pPr algn="just"/>
            <a:r>
              <a:rPr lang="vi-VN" sz="4000" b="1" dirty="0">
                <a:solidFill>
                  <a:schemeClr val="tx1"/>
                </a:solidFill>
                <a:latin typeface="+mj-lt"/>
                <a:cs typeface="Times New Roman" pitchFamily="18" charset="0"/>
              </a:rPr>
              <a:t>Thứ nhất: khiêm nhường, chớ kiêu ngạo.</a:t>
            </a:r>
          </a:p>
          <a:p>
            <a:pPr algn="just"/>
            <a:r>
              <a:rPr lang="vi-VN" sz="4000" b="1" dirty="0">
                <a:solidFill>
                  <a:schemeClr val="tx1"/>
                </a:solidFill>
                <a:latin typeface="+mj-lt"/>
                <a:cs typeface="Times New Roman" pitchFamily="18" charset="0"/>
              </a:rPr>
              <a:t>Thứ hai: rộng rãi, chớ hà tiện.</a:t>
            </a:r>
          </a:p>
          <a:p>
            <a:pPr algn="just"/>
            <a:r>
              <a:rPr lang="vi-VN" sz="4000" b="1" dirty="0">
                <a:solidFill>
                  <a:schemeClr val="tx1"/>
                </a:solidFill>
                <a:latin typeface="+mj-lt"/>
                <a:cs typeface="Times New Roman" pitchFamily="18" charset="0"/>
              </a:rPr>
              <a:t>Thứ ba: giữ mình sạch sẽ, chớ mê dâm dục.</a:t>
            </a:r>
          </a:p>
          <a:p>
            <a:pPr algn="just"/>
            <a:r>
              <a:rPr lang="vi-VN" sz="4000" b="1" dirty="0">
                <a:solidFill>
                  <a:schemeClr val="tx1"/>
                </a:solidFill>
                <a:latin typeface="+mj-lt"/>
                <a:cs typeface="Times New Roman" pitchFamily="18" charset="0"/>
              </a:rPr>
              <a:t>Thứ bốn: hay nhịn, chớ hờn giận.</a:t>
            </a:r>
          </a:p>
          <a:p>
            <a:pPr algn="just"/>
            <a:r>
              <a:rPr lang="vi-VN" sz="4000" b="1" dirty="0">
                <a:solidFill>
                  <a:schemeClr val="tx1"/>
                </a:solidFill>
                <a:latin typeface="+mj-lt"/>
                <a:cs typeface="Times New Roman" pitchFamily="18" charset="0"/>
              </a:rPr>
              <a:t>Thứ năm: kiêng bớt chớ mê ăn uống.</a:t>
            </a:r>
          </a:p>
          <a:p>
            <a:pPr algn="just"/>
            <a:r>
              <a:rPr lang="vi-VN" sz="4000" b="1" dirty="0">
                <a:solidFill>
                  <a:schemeClr val="tx1"/>
                </a:solidFill>
                <a:latin typeface="+mj-lt"/>
              </a:rPr>
              <a:t>Thứ sáu: yêu người chớ ghen ghét.</a:t>
            </a:r>
            <a:endParaRPr lang="en-US" sz="4000" b="1" dirty="0">
              <a:solidFill>
                <a:schemeClr val="tx1"/>
              </a:solidFill>
              <a:latin typeface="+mj-lt"/>
            </a:endParaRPr>
          </a:p>
          <a:p>
            <a:pPr algn="just"/>
            <a:endParaRPr lang="vi-VN" sz="4000"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32418423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a:xfrm>
            <a:off x="0" y="0"/>
            <a:ext cx="9144000" cy="7010400"/>
          </a:xfrm>
        </p:spPr>
        <p:txBody>
          <a:bodyPr>
            <a:noAutofit/>
          </a:bodyPr>
          <a:lstStyle/>
          <a:p>
            <a:pPr algn="just"/>
            <a:r>
              <a:rPr lang="vi-VN" sz="4000" b="1">
                <a:solidFill>
                  <a:schemeClr val="tx1"/>
                </a:solidFill>
                <a:latin typeface="+mj-lt"/>
              </a:rPr>
              <a:t>Thứ bảy: siêng năng việc</a:t>
            </a:r>
            <a:r>
              <a:rPr lang="en-US" sz="4000" b="1">
                <a:solidFill>
                  <a:schemeClr val="tx1"/>
                </a:solidFill>
                <a:latin typeface="+mj-lt"/>
              </a:rPr>
              <a:t> </a:t>
            </a:r>
            <a:r>
              <a:rPr lang="vi-VN" sz="4000" b="1">
                <a:solidFill>
                  <a:schemeClr val="tx1"/>
                </a:solidFill>
                <a:latin typeface="+mj-lt"/>
              </a:rPr>
              <a:t>Đức Chúa Trời, chớ làm biếng. </a:t>
            </a:r>
          </a:p>
          <a:p>
            <a:pPr algn="just"/>
            <a:endParaRPr lang="vi-VN" sz="4000" b="1">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20391671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a:xfrm>
            <a:off x="15922" y="5687"/>
            <a:ext cx="9128078" cy="7010400"/>
          </a:xfrm>
        </p:spPr>
        <p:txBody>
          <a:bodyPr>
            <a:noAutofit/>
          </a:bodyPr>
          <a:lstStyle/>
          <a:p>
            <a:pPr algn="just"/>
            <a:r>
              <a:rPr lang="vi-VN" sz="3600" b="1" i="1">
                <a:solidFill>
                  <a:srgbClr val="FF0000"/>
                </a:solidFill>
                <a:latin typeface="+mj-lt"/>
                <a:cs typeface="Times New Roman" pitchFamily="18" charset="0"/>
              </a:rPr>
              <a:t>7. Kinh Tám Mối Phúc Thật:</a:t>
            </a:r>
          </a:p>
          <a:p>
            <a:pPr algn="just"/>
            <a:r>
              <a:rPr lang="vi-VN" sz="4000" b="1">
                <a:solidFill>
                  <a:schemeClr val="tx1"/>
                </a:solidFill>
                <a:latin typeface="+mj-lt"/>
              </a:rPr>
              <a:t>Phúc thật tám mối:</a:t>
            </a:r>
          </a:p>
          <a:p>
            <a:pPr algn="just"/>
            <a:r>
              <a:rPr lang="vi-VN" sz="4000" b="1">
                <a:solidFill>
                  <a:schemeClr val="tx1"/>
                </a:solidFill>
                <a:latin typeface="+mj-lt"/>
              </a:rPr>
              <a:t>Thứ nhất: ai có lòng khó khăn, ấy là phúc thật, vì chưng nước Đức Chúa Trời là của mình vậy.</a:t>
            </a:r>
          </a:p>
          <a:p>
            <a:pPr algn="just"/>
            <a:r>
              <a:rPr lang="vi-VN" sz="4000" b="1">
                <a:solidFill>
                  <a:schemeClr val="tx1"/>
                </a:solidFill>
                <a:latin typeface="+mj-lt"/>
              </a:rPr>
              <a:t>Thứ hai: ai hiền lành, ấy là phúc thật, vì chưng sẽ được đất Đức Chúa Trời làm của mình vậy. </a:t>
            </a:r>
          </a:p>
          <a:p>
            <a:pPr algn="just"/>
            <a:r>
              <a:rPr lang="vi-VN" sz="4000" b="1">
                <a:solidFill>
                  <a:schemeClr val="tx1"/>
                </a:solidFill>
                <a:latin typeface="+mj-lt"/>
              </a:rPr>
              <a:t>Thứ ba: ai khóc lóc, ấy là phúc thật, vì chưng sẽ được yên ủi vậy.</a:t>
            </a:r>
          </a:p>
          <a:p>
            <a:pPr algn="just"/>
            <a:endParaRPr lang="vi-VN" sz="4000" b="1">
              <a:solidFill>
                <a:schemeClr val="tx1"/>
              </a:solidFill>
            </a:endParaRPr>
          </a:p>
          <a:p>
            <a:pPr algn="just"/>
            <a:endParaRPr lang="en-US" sz="4000" b="1">
              <a:solidFill>
                <a:schemeClr val="tx1"/>
              </a:solidFill>
              <a:latin typeface="+mj-lt"/>
              <a:cs typeface="Times New Roman" pitchFamily="18" charset="0"/>
            </a:endParaRPr>
          </a:p>
        </p:txBody>
      </p:sp>
    </p:spTree>
    <p:extLst>
      <p:ext uri="{BB962C8B-B14F-4D97-AF65-F5344CB8AC3E}">
        <p14:creationId xmlns:p14="http://schemas.microsoft.com/office/powerpoint/2010/main" val="335877103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a:xfrm>
            <a:off x="0" y="5687"/>
            <a:ext cx="9141725" cy="7010400"/>
          </a:xfrm>
        </p:spPr>
        <p:txBody>
          <a:bodyPr>
            <a:noAutofit/>
          </a:bodyPr>
          <a:lstStyle/>
          <a:p>
            <a:pPr algn="just"/>
            <a:r>
              <a:rPr lang="vi-VN" sz="4000" b="1" dirty="0">
                <a:solidFill>
                  <a:schemeClr val="tx1"/>
                </a:solidFill>
                <a:latin typeface="+mj-lt"/>
              </a:rPr>
              <a:t>Thứ bốn: ai khao khát nhân đức trọn lành, ấy là phúc thật, vì chưng sẽ được no đủ vậy.</a:t>
            </a:r>
          </a:p>
          <a:p>
            <a:pPr algn="just"/>
            <a:r>
              <a:rPr lang="vi-VN" sz="4000" b="1" dirty="0">
                <a:solidFill>
                  <a:schemeClr val="tx1"/>
                </a:solidFill>
                <a:latin typeface="+mj-lt"/>
              </a:rPr>
              <a:t>Thứ năm: ai thương xót người ấy là phúc thật, vì chưng mình sẽ được thương xót vậy.</a:t>
            </a:r>
          </a:p>
          <a:p>
            <a:pPr algn="just"/>
            <a:r>
              <a:rPr lang="vi-VN" sz="4000" b="1" dirty="0">
                <a:solidFill>
                  <a:schemeClr val="tx1"/>
                </a:solidFill>
                <a:latin typeface="+mj-lt"/>
              </a:rPr>
              <a:t>Thứ sáu: ai giữ lòng sạch sẽ ấy là phúc thật, vì chưng sẽ được thấy mặt Đức Chúa Trời vậy.</a:t>
            </a:r>
            <a:endParaRPr lang="en-US" sz="4000" b="1" dirty="0">
              <a:solidFill>
                <a:schemeClr val="tx1"/>
              </a:solidFill>
              <a:latin typeface="+mj-lt"/>
            </a:endParaRPr>
          </a:p>
          <a:p>
            <a:pPr algn="just"/>
            <a:r>
              <a:rPr lang="vi-VN" sz="4000" b="1" dirty="0">
                <a:solidFill>
                  <a:schemeClr val="tx1"/>
                </a:solidFill>
                <a:latin typeface="+mj-lt"/>
              </a:rPr>
              <a:t>Thứ bảy: ai làm cho người hòa thuận, ấy</a:t>
            </a:r>
          </a:p>
          <a:p>
            <a:pPr algn="just"/>
            <a:r>
              <a:rPr lang="vi-VN" sz="4000" b="1" dirty="0">
                <a:solidFill>
                  <a:schemeClr val="tx1"/>
                </a:solidFill>
                <a:latin typeface="+mj-lt"/>
              </a:rPr>
              <a:t> </a:t>
            </a:r>
            <a:endParaRPr lang="en-US" sz="4000" b="1" dirty="0">
              <a:solidFill>
                <a:schemeClr val="tx1"/>
              </a:solidFill>
              <a:latin typeface="+mj-lt"/>
              <a:cs typeface="Times New Roman" pitchFamily="18" charset="0"/>
            </a:endParaRPr>
          </a:p>
        </p:txBody>
      </p:sp>
    </p:spTree>
    <p:extLst>
      <p:ext uri="{BB962C8B-B14F-4D97-AF65-F5344CB8AC3E}">
        <p14:creationId xmlns:p14="http://schemas.microsoft.com/office/powerpoint/2010/main" val="12600310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a:xfrm>
            <a:off x="0" y="0"/>
            <a:ext cx="9144000" cy="7010400"/>
          </a:xfrm>
        </p:spPr>
        <p:txBody>
          <a:bodyPr>
            <a:noAutofit/>
          </a:bodyPr>
          <a:lstStyle/>
          <a:p>
            <a:pPr algn="just"/>
            <a:r>
              <a:rPr lang="vi-VN" sz="4000" b="1" dirty="0">
                <a:solidFill>
                  <a:schemeClr val="tx1"/>
                </a:solidFill>
                <a:latin typeface="+mj-lt"/>
              </a:rPr>
              <a:t>là phúc thật, vì chưng sẽ được gọi là con Đức Chúa Trời vậy.</a:t>
            </a:r>
            <a:endParaRPr lang="en-US" sz="4000" b="1" dirty="0">
              <a:solidFill>
                <a:schemeClr val="tx1"/>
              </a:solidFill>
              <a:latin typeface="+mj-lt"/>
            </a:endParaRPr>
          </a:p>
          <a:p>
            <a:pPr algn="just"/>
            <a:r>
              <a:rPr lang="vi-VN" sz="4000" b="1" dirty="0">
                <a:solidFill>
                  <a:schemeClr val="tx1"/>
                </a:solidFill>
                <a:latin typeface="+mj-lt"/>
              </a:rPr>
              <a:t>Thứ tám: ai chịu khốn </a:t>
            </a:r>
            <a:r>
              <a:rPr lang="en-US" sz="4000" b="1" dirty="0" err="1">
                <a:solidFill>
                  <a:schemeClr val="tx1"/>
                </a:solidFill>
                <a:latin typeface="+mj-lt"/>
                <a:cs typeface="Times New Roman" pitchFamily="18" charset="0"/>
              </a:rPr>
              <a:t>nạn</a:t>
            </a:r>
            <a:r>
              <a:rPr lang="vi-VN" sz="4000" b="1" dirty="0">
                <a:solidFill>
                  <a:schemeClr val="tx1"/>
                </a:solidFill>
                <a:latin typeface="+mj-lt"/>
              </a:rPr>
              <a:t> vì đạo ngay, ấy là phúc thật, vì chưng nước Đức Chúa Trời là của mình vậy. </a:t>
            </a:r>
            <a:endParaRPr lang="en-US" sz="4000" b="1" dirty="0">
              <a:solidFill>
                <a:schemeClr val="tx1"/>
              </a:solidFill>
              <a:latin typeface="+mj-lt"/>
              <a:cs typeface="Times New Roman" pitchFamily="18" charset="0"/>
            </a:endParaRPr>
          </a:p>
        </p:txBody>
      </p:sp>
    </p:spTree>
    <p:extLst>
      <p:ext uri="{BB962C8B-B14F-4D97-AF65-F5344CB8AC3E}">
        <p14:creationId xmlns:p14="http://schemas.microsoft.com/office/powerpoint/2010/main" val="312626642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03940E-FBA8-45CE-983E-3461326CDBC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2998D42-7BE6-4B9F-86EC-73703CEAD731}"/>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2973485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9009"/>
            <a:ext cx="9144000" cy="533400"/>
          </a:xfrm>
        </p:spPr>
        <p:txBody>
          <a:bodyPr>
            <a:normAutofit/>
          </a:bodyPr>
          <a:lstStyle/>
          <a:p>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KINH CẦU CHO ĐẠI DỊCH</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574548"/>
            <a:ext cx="9144000" cy="6177534"/>
          </a:xfrm>
        </p:spPr>
        <p:txBody>
          <a:bodyPr>
            <a:noAutofit/>
          </a:bodyPr>
          <a:lstStyle/>
          <a:p>
            <a:pPr algn="just"/>
            <a:r>
              <a:rPr lang="vi-VN" sz="5400" b="1" dirty="0">
                <a:latin typeface="Times New Roman" panose="02020603050405020304" pitchFamily="18" charset="0"/>
                <a:cs typeface="Times New Roman" panose="02020603050405020304" pitchFamily="18" charset="0"/>
              </a:rPr>
              <a:t>Lạy Thiên Chúa Ba Ngôi toàn năng, chúng con đang họp nhau cầu nguyện, tha thiết nài xin cho cơn dịch bệnh mau chấm dứt. Lạy Chúa Cha giàu lòng thương xót, xin nhìn đến nỗi thống khổ của đoàn con trên khắp thế giới, </a:t>
            </a:r>
          </a:p>
        </p:txBody>
      </p:sp>
    </p:spTree>
    <p:extLst>
      <p:ext uri="{BB962C8B-B14F-4D97-AF65-F5344CB8AC3E}">
        <p14:creationId xmlns:p14="http://schemas.microsoft.com/office/powerpoint/2010/main" val="2174263447"/>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9009"/>
            <a:ext cx="9144000" cy="533400"/>
          </a:xfrm>
        </p:spPr>
        <p:txBody>
          <a:bodyPr>
            <a:normAutofit/>
          </a:bodyPr>
          <a:lstStyle/>
          <a:p>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KINH CẦU CHO ĐẠI DỊCH</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574548"/>
            <a:ext cx="9144000" cy="6177534"/>
          </a:xfrm>
        </p:spPr>
        <p:txBody>
          <a:bodyPr>
            <a:noAutofit/>
          </a:bodyPr>
          <a:lstStyle/>
          <a:p>
            <a:pPr algn="just"/>
            <a:r>
              <a:rPr lang="vi-VN" sz="5400" b="1" dirty="0">
                <a:latin typeface="Times New Roman" panose="02020603050405020304" pitchFamily="18" charset="0"/>
                <a:cs typeface="Times New Roman" panose="02020603050405020304" pitchFamily="18" charset="0"/>
              </a:rPr>
              <a:t>đặc biệt tại những nơi dịch bệnh đang hoành hành. Xin củng cố đức tin của chúng con, cho chúng con hoàn toàn tín thác vào tình yêu quan phòng của Cha. Lạy Chúa Giêsu là Đấng cứu độ duy nhất, </a:t>
            </a:r>
          </a:p>
        </p:txBody>
      </p:sp>
    </p:spTree>
    <p:extLst>
      <p:ext uri="{BB962C8B-B14F-4D97-AF65-F5344CB8AC3E}">
        <p14:creationId xmlns:p14="http://schemas.microsoft.com/office/powerpoint/2010/main" val="1057351675"/>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9009"/>
            <a:ext cx="9144000" cy="533400"/>
          </a:xfrm>
        </p:spPr>
        <p:txBody>
          <a:bodyPr>
            <a:normAutofit/>
          </a:bodyPr>
          <a:lstStyle/>
          <a:p>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KINH CẦU CHO ĐẠI DỊCH</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574548"/>
            <a:ext cx="9144000" cy="6177534"/>
          </a:xfrm>
        </p:spPr>
        <p:txBody>
          <a:bodyPr>
            <a:noAutofit/>
          </a:bodyPr>
          <a:lstStyle/>
          <a:p>
            <a:pPr algn="just"/>
            <a:r>
              <a:rPr lang="vi-VN" sz="5400" b="1" dirty="0">
                <a:latin typeface="Times New Roman" panose="02020603050405020304" pitchFamily="18" charset="0"/>
                <a:cs typeface="Times New Roman" panose="02020603050405020304" pitchFamily="18" charset="0"/>
              </a:rPr>
              <a:t>là vị lương y đầy quyền năng và lòng thương xót, xin thương cho các bệnh nhân sớm được chữa lành, và an ủi các gia đình đang gặp khó khăn thử thách. Xin cho lời chúng con khiêm tốn cầu nguyện, </a:t>
            </a:r>
          </a:p>
        </p:txBody>
      </p:sp>
    </p:spTree>
    <p:extLst>
      <p:ext uri="{BB962C8B-B14F-4D97-AF65-F5344CB8AC3E}">
        <p14:creationId xmlns:p14="http://schemas.microsoft.com/office/powerpoint/2010/main" val="1479294224"/>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9009"/>
            <a:ext cx="9144000" cy="533400"/>
          </a:xfrm>
        </p:spPr>
        <p:txBody>
          <a:bodyPr>
            <a:normAutofit/>
          </a:bodyPr>
          <a:lstStyle/>
          <a:p>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KINH CẦU CHO ĐẠI DỊCH</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574548"/>
            <a:ext cx="9144000" cy="6177534"/>
          </a:xfrm>
        </p:spPr>
        <p:txBody>
          <a:bodyPr>
            <a:noAutofit/>
          </a:bodyPr>
          <a:lstStyle/>
          <a:p>
            <a:pPr algn="just"/>
            <a:r>
              <a:rPr lang="vi-VN" sz="5400" b="1" dirty="0">
                <a:latin typeface="Times New Roman" panose="02020603050405020304" pitchFamily="18" charset="0"/>
                <a:cs typeface="Times New Roman" panose="02020603050405020304" pitchFamily="18" charset="0"/>
              </a:rPr>
              <a:t>được chạm tới trái tim nhân lành của Chúa, xin giảm bớt gánh nặng khổ đau, và cho chúng con cảm nhận được bàn tay Chúa đang ân cần nâng đỡ chúng con. Lạy Chúa Thánh Thần là nguồn sức mạnh tình yêu, </a:t>
            </a:r>
          </a:p>
        </p:txBody>
      </p:sp>
    </p:spTree>
    <p:extLst>
      <p:ext uri="{BB962C8B-B14F-4D97-AF65-F5344CB8AC3E}">
        <p14:creationId xmlns:p14="http://schemas.microsoft.com/office/powerpoint/2010/main" val="685872896"/>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9009"/>
            <a:ext cx="9144000" cy="533400"/>
          </a:xfrm>
        </p:spPr>
        <p:txBody>
          <a:bodyPr>
            <a:normAutofit/>
          </a:bodyPr>
          <a:lstStyle/>
          <a:p>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KINH CẦU CHO ĐẠI DỊCH</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574548"/>
            <a:ext cx="9144000" cy="6177534"/>
          </a:xfrm>
        </p:spPr>
        <p:txBody>
          <a:bodyPr>
            <a:noAutofit/>
          </a:bodyPr>
          <a:lstStyle/>
          <a:p>
            <a:pPr algn="just"/>
            <a:r>
              <a:rPr lang="vi-VN" sz="5400" b="1" dirty="0">
                <a:latin typeface="Times New Roman" panose="02020603050405020304" pitchFamily="18" charset="0"/>
                <a:cs typeface="Times New Roman" panose="02020603050405020304" pitchFamily="18" charset="0"/>
              </a:rPr>
              <a:t>xin soi sáng các vị hữu trách và những người có khả năng, giúp họ sớm tìm ra phương thuốc chữa trị dịch bệnh, xin ban cho các bác sĩ và nhân viên y tế, sức mạnh của tình thương và lòng nhiệt thành quảng đại, </a:t>
            </a:r>
          </a:p>
        </p:txBody>
      </p:sp>
    </p:spTree>
    <p:extLst>
      <p:ext uri="{BB962C8B-B14F-4D97-AF65-F5344CB8AC3E}">
        <p14:creationId xmlns:p14="http://schemas.microsoft.com/office/powerpoint/2010/main" val="2157549357"/>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9009"/>
            <a:ext cx="9144000" cy="533400"/>
          </a:xfrm>
        </p:spPr>
        <p:txBody>
          <a:bodyPr>
            <a:normAutofit/>
          </a:bodyPr>
          <a:lstStyle/>
          <a:p>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KINH CẦU CHO ĐẠI DỊCH</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574548"/>
            <a:ext cx="9144000" cy="6177534"/>
          </a:xfrm>
        </p:spPr>
        <p:txBody>
          <a:bodyPr>
            <a:noAutofit/>
          </a:bodyPr>
          <a:lstStyle/>
          <a:p>
            <a:pPr algn="just"/>
            <a:r>
              <a:rPr lang="vi-VN" sz="5400" b="1" dirty="0">
                <a:latin typeface="Times New Roman" panose="02020603050405020304" pitchFamily="18" charset="0"/>
                <a:cs typeface="Times New Roman" panose="02020603050405020304" pitchFamily="18" charset="0"/>
              </a:rPr>
              <a:t>luôn tận tâm tận lực phục vụ các bệnh nhân. Chúng con xin trao vào đôi tay từ mẫu của Mẹ Maria, những lời khẩn nguyện trong cơn đại nạn, nhờ lời Đức Mẹ chuyển cầu, xin Chúa nhận lời chúng con. Amen</a:t>
            </a:r>
            <a:r>
              <a:rPr lang="en-US" sz="5400" b="1" dirty="0">
                <a:latin typeface="Times New Roman" panose="02020603050405020304" pitchFamily="18" charset="0"/>
                <a:cs typeface="Times New Roman" panose="02020603050405020304" pitchFamily="18" charset="0"/>
              </a:rPr>
              <a:t>.</a:t>
            </a:r>
            <a:endParaRPr lang="vi-VN" sz="5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24972696"/>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DD39E7-522E-4BBF-99BA-F46F9E5E7DE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4DB859A-20E7-4D07-B6E8-8ED33ADDB3DE}"/>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309884403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3769"/>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Nhập</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HOA MÂN CÔI 459</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285875"/>
            <a:ext cx="9144000" cy="5105400"/>
          </a:xfrm>
        </p:spPr>
        <p:txBody>
          <a:bodyPr>
            <a:noAutofit/>
          </a:bodyPr>
          <a:lstStyle/>
          <a:p>
            <a:pPr algn="just"/>
            <a:r>
              <a:rPr lang="en-US" sz="5400" b="1" dirty="0">
                <a:latin typeface="Times New Roman" panose="02020603050405020304" pitchFamily="18" charset="0"/>
                <a:cs typeface="Times New Roman" panose="02020603050405020304" pitchFamily="18" charset="0"/>
              </a:rPr>
              <a:t>ĐK: </a:t>
            </a:r>
            <a:r>
              <a:rPr lang="en-US" sz="5400" b="1" dirty="0" err="1">
                <a:latin typeface="Times New Roman" panose="02020603050405020304" pitchFamily="18" charset="0"/>
                <a:cs typeface="Times New Roman" panose="02020603050405020304" pitchFamily="18" charset="0"/>
              </a:rPr>
              <a:t>Một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tràng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hoa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mân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côi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hương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thơm</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ngào</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ngạt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thắm</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ân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tình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Từng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lời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kinh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sốt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mến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xin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dâng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về</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Nữ</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Vương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hiển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vinh</a:t>
            </a:r>
            <a:r>
              <a:rPr lang="en-US" sz="5400" b="1" dirty="0">
                <a:latin typeface="Times New Roman" panose="02020603050405020304" pitchFamily="18" charset="0"/>
                <a:cs typeface="Times New Roman" panose="02020603050405020304" pitchFamily="18" charset="0"/>
              </a:rPr>
              <a:t>.</a:t>
            </a:r>
            <a:endParaRPr lang="vi-VN" sz="5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3566"/>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3769"/>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Nhập</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HOA MÂN CÔI 459</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019175"/>
            <a:ext cx="9144000" cy="5105400"/>
          </a:xfrm>
        </p:spPr>
        <p:txBody>
          <a:bodyPr>
            <a:noAutofit/>
          </a:bodyPr>
          <a:lstStyle/>
          <a:p>
            <a:pPr algn="just"/>
            <a:r>
              <a:rPr lang="en-US" sz="5400" b="1" dirty="0">
                <a:latin typeface="Times New Roman" panose="02020603050405020304" pitchFamily="18" charset="0"/>
                <a:cs typeface="Times New Roman" panose="02020603050405020304" pitchFamily="18" charset="0"/>
              </a:rPr>
              <a:t>1. </a:t>
            </a:r>
            <a:r>
              <a:rPr lang="en-US" sz="5400" b="1" dirty="0" err="1">
                <a:latin typeface="Times New Roman" panose="02020603050405020304" pitchFamily="18" charset="0"/>
                <a:cs typeface="Times New Roman" panose="02020603050405020304" pitchFamily="18" charset="0"/>
              </a:rPr>
              <a:t>Khi</a:t>
            </a:r>
            <a:r>
              <a:rPr lang="en-US" sz="5400" b="1" dirty="0">
                <a:latin typeface="Times New Roman" panose="02020603050405020304" pitchFamily="18" charset="0"/>
                <a:cs typeface="Times New Roman" panose="02020603050405020304" pitchFamily="18" charset="0"/>
              </a:rPr>
              <a:t> an </a:t>
            </a:r>
            <a:r>
              <a:rPr lang="en-US" sz="5400" b="1" dirty="0" err="1">
                <a:latin typeface="Times New Roman" panose="02020603050405020304" pitchFamily="18" charset="0"/>
                <a:cs typeface="Times New Roman" panose="02020603050405020304" pitchFamily="18" charset="0"/>
              </a:rPr>
              <a:t>vui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thái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hòa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như</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ngày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Thiên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Sứ</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truyền</a:t>
            </a:r>
            <a:r>
              <a:rPr lang="en-US" sz="5400" b="1" dirty="0">
                <a:latin typeface="Times New Roman" panose="02020603050405020304" pitchFamily="18" charset="0"/>
                <a:cs typeface="Times New Roman" panose="02020603050405020304" pitchFamily="18" charset="0"/>
              </a:rPr>
              <a:t> tin. </a:t>
            </a:r>
            <a:r>
              <a:rPr lang="en-US" sz="5400" b="1" dirty="0" err="1">
                <a:latin typeface="Times New Roman" panose="02020603050405020304" pitchFamily="18" charset="0"/>
                <a:cs typeface="Times New Roman" panose="02020603050405020304" pitchFamily="18" charset="0"/>
              </a:rPr>
              <a:t>Như</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trong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đêm</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Ngôi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Lời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giáng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trần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như</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khi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Mẹ</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gặp</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lại</a:t>
            </a:r>
            <a:r>
              <a:rPr lang="en-US" sz="5400" b="1" dirty="0">
                <a:latin typeface="Times New Roman" panose="02020603050405020304" pitchFamily="18" charset="0"/>
                <a:cs typeface="Times New Roman" panose="02020603050405020304" pitchFamily="18" charset="0"/>
              </a:rPr>
              <a:t> Con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kết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hoa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kinh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để</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dâng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lên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Mẹ</a:t>
            </a:r>
            <a:r>
              <a:rPr lang="en-US" sz="5400" b="1" dirty="0">
                <a:latin typeface="Times New Roman" panose="02020603050405020304" pitchFamily="18" charset="0"/>
                <a:cs typeface="Times New Roman" panose="02020603050405020304" pitchFamily="18" charset="0"/>
              </a:rPr>
              <a:t>.</a:t>
            </a:r>
            <a:endParaRPr lang="vi-VN" sz="5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88503342"/>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3769"/>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Nhập</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HOA MÂN CÔI 459</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285875"/>
            <a:ext cx="9144000" cy="5105400"/>
          </a:xfrm>
        </p:spPr>
        <p:txBody>
          <a:bodyPr>
            <a:noAutofit/>
          </a:bodyPr>
          <a:lstStyle/>
          <a:p>
            <a:pPr algn="just"/>
            <a:r>
              <a:rPr lang="en-US" sz="5400" b="1" dirty="0">
                <a:latin typeface="Times New Roman" panose="02020603050405020304" pitchFamily="18" charset="0"/>
                <a:cs typeface="Times New Roman" panose="02020603050405020304" pitchFamily="18" charset="0"/>
              </a:rPr>
              <a:t>ĐK: </a:t>
            </a:r>
            <a:r>
              <a:rPr lang="en-US" sz="5400" b="1" dirty="0" err="1">
                <a:latin typeface="Times New Roman" panose="02020603050405020304" pitchFamily="18" charset="0"/>
                <a:cs typeface="Times New Roman" panose="02020603050405020304" pitchFamily="18" charset="0"/>
              </a:rPr>
              <a:t>Một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tràng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hoa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mân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côi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hương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thơm</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ngào</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ngạt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thắm</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ân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tình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Từng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lời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kinh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sốt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mến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xin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dâng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về</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Nữ</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Vương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hiển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vinh</a:t>
            </a:r>
            <a:r>
              <a:rPr lang="en-US" sz="5400" b="1" dirty="0">
                <a:latin typeface="Times New Roman" panose="02020603050405020304" pitchFamily="18" charset="0"/>
                <a:cs typeface="Times New Roman" panose="02020603050405020304" pitchFamily="18" charset="0"/>
              </a:rPr>
              <a:t>.</a:t>
            </a:r>
            <a:endParaRPr lang="vi-VN" sz="5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27509888"/>
      </p:ext>
    </p:extLst>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875947"/>
            <a:ext cx="9144000" cy="7168202"/>
          </a:xfrm>
        </p:spPr>
        <p:txBody>
          <a:bodyPr>
            <a:noAutofit/>
          </a:bodyPr>
          <a:lstStyle/>
          <a:p>
            <a:r>
              <a:rPr lang="en-US" sz="6600" b="1" dirty="0" err="1">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Đáp</a:t>
            </a:r>
            <a:r>
              <a:rPr lang="en-US" sz="66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Ca</a:t>
            </a:r>
          </a:p>
          <a:p>
            <a:pPr algn="just"/>
            <a:r>
              <a:rPr lang="en-US" sz="5400" b="1" dirty="0">
                <a:latin typeface="Times New Roman" pitchFamily="18" charset="0"/>
                <a:cs typeface="Times New Roman" pitchFamily="18" charset="0"/>
              </a:rPr>
              <a:t>Linh </a:t>
            </a:r>
            <a:r>
              <a:rPr lang="en-US" sz="5400" b="1" dirty="0" err="1">
                <a:latin typeface="Times New Roman" pitchFamily="18" charset="0"/>
                <a:cs typeface="Times New Roman" pitchFamily="18" charset="0"/>
              </a:rPr>
              <a:t>hồn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tôi</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hớn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hở</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mừng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vui</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Vì</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Thiên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Chúa</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Đấng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cứu</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độ</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tôi</a:t>
            </a:r>
            <a:r>
              <a:rPr lang="en-US" sz="5400" b="1" dirty="0">
                <a:latin typeface="Times New Roman" pitchFamily="18" charset="0"/>
                <a:cs typeface="Times New Roman" pitchFamily="18" charset="0"/>
              </a:rPr>
              <a:t>.</a:t>
            </a:r>
          </a:p>
        </p:txBody>
      </p:sp>
    </p:spTree>
    <p:extLst>
      <p:ext uri="{BB962C8B-B14F-4D97-AF65-F5344CB8AC3E}">
        <p14:creationId xmlns:p14="http://schemas.microsoft.com/office/powerpoint/2010/main" val="2362047317"/>
      </p:ext>
    </p:extLst>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658748"/>
            <a:ext cx="9144000" cy="5934077"/>
          </a:xfrm>
        </p:spPr>
        <p:txBody>
          <a:bodyPr>
            <a:noAutofit/>
          </a:bodyPr>
          <a:lstStyle/>
          <a:p>
            <a:r>
              <a:rPr lang="en-US" sz="5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Alleluia</a:t>
            </a:r>
          </a:p>
          <a:p>
            <a:pPr algn="just"/>
            <a:r>
              <a:rPr lang="en-US" sz="5400" b="1" dirty="0">
                <a:latin typeface="Times New Roman" panose="02020603050405020304" pitchFamily="18" charset="0"/>
                <a:cs typeface="Times New Roman" panose="02020603050405020304" pitchFamily="18" charset="0"/>
              </a:rPr>
              <a:t>All… All… </a:t>
            </a:r>
            <a:r>
              <a:rPr lang="en-US" sz="5400" b="1" dirty="0" err="1">
                <a:latin typeface="Times New Roman" panose="02020603050405020304" pitchFamily="18" charset="0"/>
                <a:cs typeface="Times New Roman" panose="02020603050405020304" pitchFamily="18" charset="0"/>
              </a:rPr>
              <a:t>Kính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chào</a:t>
            </a:r>
            <a:r>
              <a:rPr lang="en-US" sz="5400" b="1" dirty="0">
                <a:latin typeface="Times New Roman" panose="02020603050405020304" pitchFamily="18" charset="0"/>
                <a:cs typeface="Times New Roman" panose="02020603050405020304" pitchFamily="18" charset="0"/>
              </a:rPr>
              <a:t> Trinh </a:t>
            </a:r>
            <a:r>
              <a:rPr lang="en-US" sz="5400" b="1" dirty="0" err="1">
                <a:latin typeface="Times New Roman" panose="02020603050405020304" pitchFamily="18" charset="0"/>
                <a:cs typeface="Times New Roman" panose="02020603050405020304" pitchFamily="18" charset="0"/>
              </a:rPr>
              <a:t>Nữ</a:t>
            </a:r>
            <a:r>
              <a:rPr lang="en-US" sz="5400" b="1" dirty="0">
                <a:latin typeface="Times New Roman" panose="02020603050405020304" pitchFamily="18" charset="0"/>
                <a:cs typeface="Times New Roman" panose="02020603050405020304" pitchFamily="18" charset="0"/>
              </a:rPr>
              <a:t> Maria, </a:t>
            </a:r>
            <a:r>
              <a:rPr lang="en-US" sz="5400" b="1" dirty="0" err="1">
                <a:latin typeface="Times New Roman" panose="02020603050405020304" pitchFamily="18" charset="0"/>
                <a:cs typeface="Times New Roman" panose="02020603050405020304" pitchFamily="18" charset="0"/>
              </a:rPr>
              <a:t>Thiên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ở </a:t>
            </a:r>
            <a:r>
              <a:rPr lang="en-US" sz="5400" b="1" dirty="0" err="1">
                <a:latin typeface="Times New Roman" panose="02020603050405020304" pitchFamily="18" charset="0"/>
                <a:cs typeface="Times New Roman" panose="02020603050405020304" pitchFamily="18" charset="0"/>
              </a:rPr>
              <a:t>cùng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Bà</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Bà</a:t>
            </a:r>
            <a:r>
              <a:rPr lang="en-US" sz="5400" b="1" dirty="0">
                <a:latin typeface="Times New Roman" panose="02020603050405020304" pitchFamily="18" charset="0"/>
                <a:cs typeface="Times New Roman" panose="02020603050405020304" pitchFamily="18" charset="0"/>
              </a:rPr>
              <a:t> đ</a:t>
            </a:r>
            <a:r>
              <a:rPr lang="vi-VN" sz="5400" b="1" dirty="0">
                <a:latin typeface="Times New Roman" panose="02020603050405020304" pitchFamily="18" charset="0"/>
                <a:cs typeface="Times New Roman" panose="02020603050405020304" pitchFamily="18" charset="0"/>
              </a:rPr>
              <a:t>ư</a:t>
            </a:r>
            <a:r>
              <a:rPr lang="en-US" sz="5400" b="1" dirty="0" err="1">
                <a:latin typeface="Times New Roman" panose="02020603050405020304" pitchFamily="18" charset="0"/>
                <a:cs typeface="Times New Roman" panose="02020603050405020304" pitchFamily="18" charset="0"/>
              </a:rPr>
              <a:t>ợc</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đầy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ơn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phúc</a:t>
            </a:r>
            <a:r>
              <a:rPr lang="en-US" sz="5400" b="1" dirty="0">
                <a:latin typeface="Times New Roman" panose="02020603050405020304" pitchFamily="18" charset="0"/>
                <a:cs typeface="Times New Roman" panose="02020603050405020304" pitchFamily="18" charset="0"/>
              </a:rPr>
              <a:t> h</a:t>
            </a:r>
            <a:r>
              <a:rPr lang="vi-VN" sz="5400" b="1" dirty="0">
                <a:latin typeface="Times New Roman" panose="02020603050405020304" pitchFamily="18" charset="0"/>
                <a:cs typeface="Times New Roman" panose="02020603050405020304" pitchFamily="18" charset="0"/>
              </a:rPr>
              <a:t>ơ</a:t>
            </a:r>
            <a:r>
              <a:rPr lang="en-US" sz="5400" b="1" dirty="0">
                <a:latin typeface="Times New Roman" panose="02020603050405020304" pitchFamily="18" charset="0"/>
                <a:cs typeface="Times New Roman" panose="02020603050405020304" pitchFamily="18" charset="0"/>
              </a:rPr>
              <a:t>n </a:t>
            </a:r>
            <a:r>
              <a:rPr lang="en-US" sz="5400" b="1" dirty="0" err="1">
                <a:latin typeface="Times New Roman" panose="02020603050405020304" pitchFamily="18" charset="0"/>
                <a:cs typeface="Times New Roman" panose="02020603050405020304" pitchFamily="18" charset="0"/>
              </a:rPr>
              <a:t>các</a:t>
            </a:r>
            <a:r>
              <a:rPr lang="en-US" sz="5400" b="1" dirty="0">
                <a:latin typeface="Times New Roman" panose="02020603050405020304" pitchFamily="18" charset="0"/>
                <a:cs typeface="Times New Roman" panose="02020603050405020304" pitchFamily="18" charset="0"/>
              </a:rPr>
              <a:t> ng</a:t>
            </a:r>
            <a:r>
              <a:rPr lang="vi-VN" sz="5400" b="1" dirty="0">
                <a:latin typeface="Times New Roman" panose="02020603050405020304" pitchFamily="18" charset="0"/>
                <a:cs typeface="Times New Roman" panose="02020603050405020304" pitchFamily="18" charset="0"/>
              </a:rPr>
              <a:t>ư</a:t>
            </a:r>
            <a:r>
              <a:rPr lang="en-US" sz="5400" b="1" dirty="0" err="1">
                <a:latin typeface="Times New Roman" panose="02020603050405020304" pitchFamily="18" charset="0"/>
                <a:cs typeface="Times New Roman" panose="02020603050405020304" pitchFamily="18" charset="0"/>
              </a:rPr>
              <a:t>ời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nữ</a:t>
            </a:r>
            <a:r>
              <a:rPr lang="en-US" sz="5400" b="1" dirty="0">
                <a:latin typeface="Times New Roman" panose="02020603050405020304" pitchFamily="18" charset="0"/>
                <a:cs typeface="Times New Roman" panose="02020603050405020304" pitchFamily="18" charset="0"/>
              </a:rPr>
              <a:t>. All…</a:t>
            </a:r>
            <a:endParaRPr lang="vi-VN" sz="5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3034386"/>
      </p:ext>
    </p:extLst>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3769"/>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Dâng</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V</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VỚI MẸ CON DÂNG (TN)</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602178"/>
            <a:ext cx="9144000" cy="3835763"/>
          </a:xfrm>
        </p:spPr>
        <p:txBody>
          <a:bodyPr>
            <a:noAutofit/>
          </a:bodyPr>
          <a:lstStyle/>
          <a:p>
            <a:pPr algn="just"/>
            <a:r>
              <a:rPr lang="vi-VN" sz="5400" b="1" dirty="0">
                <a:latin typeface="+mj-lt"/>
              </a:rPr>
              <a:t>ĐK: Với Mẹ tâm tình con thảo kính. Dâng lên muôn khúc ca với bánh rượu thơm ngát chứa chan (í ) tình. </a:t>
            </a:r>
            <a:endParaRPr lang="vi-VN" sz="5400" b="1" dirty="0">
              <a:latin typeface="+mj-lt"/>
              <a:cs typeface="Times New Roman" panose="02020603050405020304" pitchFamily="18" charset="0"/>
            </a:endParaRPr>
          </a:p>
        </p:txBody>
      </p:sp>
    </p:spTree>
    <p:extLst>
      <p:ext uri="{BB962C8B-B14F-4D97-AF65-F5344CB8AC3E}">
        <p14:creationId xmlns:p14="http://schemas.microsoft.com/office/powerpoint/2010/main" val="84036961"/>
      </p:ext>
    </p:extLst>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3769"/>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Dâng</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V</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VỚI MẸ CON DÂNG (TN)</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602178"/>
            <a:ext cx="9144000" cy="3835763"/>
          </a:xfrm>
        </p:spPr>
        <p:txBody>
          <a:bodyPr>
            <a:noAutofit/>
          </a:bodyPr>
          <a:lstStyle/>
          <a:p>
            <a:pPr algn="just"/>
            <a:r>
              <a:rPr lang="vi-VN" sz="5400" b="1" dirty="0">
                <a:latin typeface="+mj-lt"/>
              </a:rPr>
              <a:t>Đây cuộc đời con, vui buồn qua ngày. Tình con không dám phai lòng, con sống chính ngay giữa muôn vàn đổi thay với những ngày trần gian.</a:t>
            </a:r>
            <a:endParaRPr lang="vi-VN" sz="5400" b="1" dirty="0">
              <a:latin typeface="+mj-lt"/>
              <a:cs typeface="Times New Roman" panose="02020603050405020304" pitchFamily="18" charset="0"/>
            </a:endParaRPr>
          </a:p>
        </p:txBody>
      </p:sp>
    </p:spTree>
    <p:extLst>
      <p:ext uri="{BB962C8B-B14F-4D97-AF65-F5344CB8AC3E}">
        <p14:creationId xmlns:p14="http://schemas.microsoft.com/office/powerpoint/2010/main" val="1616117418"/>
      </p:ext>
    </p:extLst>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3769"/>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Dâng</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V</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VỚI MẸ CON DÂNG (TN)</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602178"/>
            <a:ext cx="9144000" cy="3835763"/>
          </a:xfrm>
        </p:spPr>
        <p:txBody>
          <a:bodyPr>
            <a:noAutofit/>
          </a:bodyPr>
          <a:lstStyle/>
          <a:p>
            <a:pPr algn="just"/>
            <a:r>
              <a:rPr lang="vi-VN" sz="5400" b="1" dirty="0">
                <a:latin typeface="+mj-lt"/>
              </a:rPr>
              <a:t>Cùng Mẹ hiến dâng của lễ thánh ân. Nguyện xin Chúa thương ban muôn vàn ân phúc cho người thế trần. Cùng với Mẹ con dâng.</a:t>
            </a:r>
            <a:endParaRPr lang="vi-VN" sz="5400" b="1" dirty="0">
              <a:latin typeface="+mj-lt"/>
              <a:cs typeface="Times New Roman" panose="02020603050405020304" pitchFamily="18" charset="0"/>
            </a:endParaRPr>
          </a:p>
        </p:txBody>
      </p:sp>
    </p:spTree>
    <p:extLst>
      <p:ext uri="{BB962C8B-B14F-4D97-AF65-F5344CB8AC3E}">
        <p14:creationId xmlns:p14="http://schemas.microsoft.com/office/powerpoint/2010/main" val="2541020535"/>
      </p:ext>
    </p:extLst>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3769"/>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Dâng</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V</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VỚI MẸ CON DÂNG (TN)</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876299"/>
            <a:ext cx="9144000" cy="5105400"/>
          </a:xfrm>
        </p:spPr>
        <p:txBody>
          <a:bodyPr>
            <a:noAutofit/>
          </a:bodyPr>
          <a:lstStyle/>
          <a:p>
            <a:pPr algn="just"/>
            <a:r>
              <a:rPr lang="vi-VN" sz="5400" b="1" dirty="0">
                <a:latin typeface="+mj-lt"/>
              </a:rPr>
              <a:t>TK: Cùng với Mẹ con dâng bao khổ sầu, gánh nặng trần vai mang trong cuộc đời bể dâu. Dù qua tháng năm phai nhạt mầu, tình yêu đẹp mãi như ban đầu cho đời con thấm sâu ơn Ngài.</a:t>
            </a:r>
            <a:endParaRPr lang="vi-VN" sz="5400" b="1" dirty="0">
              <a:latin typeface="+mj-lt"/>
              <a:cs typeface="Times New Roman" panose="02020603050405020304" pitchFamily="18" charset="0"/>
            </a:endParaRPr>
          </a:p>
        </p:txBody>
      </p:sp>
    </p:spTree>
    <p:extLst>
      <p:ext uri="{BB962C8B-B14F-4D97-AF65-F5344CB8AC3E}">
        <p14:creationId xmlns:p14="http://schemas.microsoft.com/office/powerpoint/2010/main" val="317824364"/>
      </p:ext>
    </p:extLst>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46179"/>
            <a:ext cx="9144000" cy="533400"/>
          </a:xfrm>
        </p:spPr>
        <p:txBody>
          <a:bodyPr>
            <a:normAutofit fontScale="90000"/>
          </a:bodyPr>
          <a:lstStyle/>
          <a:p>
            <a:pPr algn="l"/>
            <a:r>
              <a:rPr lang="en-US" sz="36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CA HIỆP LỄ</a:t>
            </a:r>
            <a:endParaRPr lang="en-US" sz="4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757552"/>
            <a:ext cx="9144000" cy="5105400"/>
          </a:xfrm>
        </p:spPr>
        <p:txBody>
          <a:bodyPr>
            <a:noAutofit/>
          </a:bodyPr>
          <a:lstStyle/>
          <a:p>
            <a:pPr algn="just"/>
            <a:r>
              <a:rPr lang="vi-VN" sz="5400" b="1" dirty="0">
                <a:latin typeface="Times New Roman" panose="02020603050405020304" pitchFamily="18" charset="0"/>
                <a:cs typeface="Times New Roman" panose="02020603050405020304" pitchFamily="18" charset="0"/>
              </a:rPr>
              <a:t>Chúa nhân lành đối với những ai trông cậy vào Người, và đối với tâm hồn kiếm tìm Người.</a:t>
            </a:r>
          </a:p>
        </p:txBody>
      </p:sp>
    </p:spTree>
    <p:extLst>
      <p:ext uri="{BB962C8B-B14F-4D97-AF65-F5344CB8AC3E}">
        <p14:creationId xmlns:p14="http://schemas.microsoft.com/office/powerpoint/2010/main" val="3454802588"/>
      </p:ext>
    </p:extLst>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1528270"/>
            <a:ext cx="9144000" cy="5410200"/>
          </a:xfrm>
        </p:spPr>
        <p:txBody>
          <a:bodyPr>
            <a:noAutofit/>
          </a:bodyPr>
          <a:lstStyle/>
          <a:p>
            <a:pPr algn="just"/>
            <a:r>
              <a:rPr lang="en-US" sz="5400" b="1" dirty="0">
                <a:latin typeface="Times New Roman" pitchFamily="18" charset="0"/>
                <a:cs typeface="Times New Roman" pitchFamily="18" charset="0"/>
              </a:rPr>
              <a:t>1. </a:t>
            </a:r>
            <a:r>
              <a:rPr lang="en-US" sz="5400" b="1" dirty="0" err="1">
                <a:latin typeface="Times New Roman" pitchFamily="18" charset="0"/>
                <a:cs typeface="Times New Roman" pitchFamily="18" charset="0"/>
              </a:rPr>
              <a:t>Lời</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mời</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gọi</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của</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Chúa</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luôn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gây</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xáo</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trộn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đời</a:t>
            </a:r>
            <a:r>
              <a:rPr lang="en-US" sz="5400" b="1" dirty="0">
                <a:latin typeface="Times New Roman" pitchFamily="18" charset="0"/>
                <a:cs typeface="Times New Roman" pitchFamily="18" charset="0"/>
              </a:rPr>
              <a:t> con. </a:t>
            </a:r>
            <a:r>
              <a:rPr lang="en-US" sz="5400" b="1" dirty="0" err="1">
                <a:latin typeface="Times New Roman" pitchFamily="18" charset="0"/>
                <a:cs typeface="Times New Roman" pitchFamily="18" charset="0"/>
              </a:rPr>
              <a:t>Bao</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dự</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định</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riêng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tư</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dường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như</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mất</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hút</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trong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đời</a:t>
            </a:r>
            <a:r>
              <a:rPr lang="en-US" sz="5400" b="1" dirty="0">
                <a:latin typeface="Times New Roman" pitchFamily="18" charset="0"/>
                <a:cs typeface="Times New Roman" pitchFamily="18" charset="0"/>
              </a:rPr>
              <a:t>. </a:t>
            </a:r>
            <a:endParaRPr lang="en-US" sz="5400" b="1" i="1" dirty="0">
              <a:solidFill>
                <a:schemeClr val="tx1"/>
              </a:solidFill>
              <a:latin typeface="Times New Roman" pitchFamily="18" charset="0"/>
              <a:cs typeface="Times New Roman" pitchFamily="18" charset="0"/>
            </a:endParaRPr>
          </a:p>
        </p:txBody>
      </p:sp>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Hiệp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TÂM TÌNH XIN VÂNG (TN)</a:t>
            </a:r>
            <a:endParaRPr lang="en-US" sz="2400" b="1"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967011534"/>
      </p:ext>
    </p:extLst>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1290145"/>
            <a:ext cx="9144000" cy="5410200"/>
          </a:xfrm>
        </p:spPr>
        <p:txBody>
          <a:bodyPr>
            <a:noAutofit/>
          </a:bodyPr>
          <a:lstStyle/>
          <a:p>
            <a:pPr algn="just"/>
            <a:r>
              <a:rPr lang="en-US" sz="5400" b="1" dirty="0">
                <a:latin typeface="Times New Roman" pitchFamily="18" charset="0"/>
                <a:cs typeface="Times New Roman" pitchFamily="18" charset="0"/>
              </a:rPr>
              <a:t>Con </a:t>
            </a:r>
            <a:r>
              <a:rPr lang="en-US" sz="5400" b="1" dirty="0" err="1">
                <a:latin typeface="Times New Roman" pitchFamily="18" charset="0"/>
                <a:cs typeface="Times New Roman" pitchFamily="18" charset="0"/>
              </a:rPr>
              <a:t>mong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muốn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thế</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này</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Chúa</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lại</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mong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muốn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thế</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kia</a:t>
            </a:r>
            <a:r>
              <a:rPr lang="en-US" sz="5400" b="1" dirty="0">
                <a:latin typeface="Times New Roman" pitchFamily="18" charset="0"/>
                <a:cs typeface="Times New Roman" pitchFamily="18" charset="0"/>
              </a:rPr>
              <a:t>. Con </a:t>
            </a:r>
            <a:r>
              <a:rPr lang="en-US" sz="5400" b="1" dirty="0" err="1">
                <a:latin typeface="Times New Roman" pitchFamily="18" charset="0"/>
                <a:cs typeface="Times New Roman" pitchFamily="18" charset="0"/>
              </a:rPr>
              <a:t>không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sao</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hiểu</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được</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nhưng</a:t>
            </a:r>
            <a:r>
              <a:rPr lang="en-US" sz="5400" b="1" dirty="0">
                <a:latin typeface="Times New Roman" pitchFamily="18" charset="0"/>
                <a:cs typeface="Times New Roman" pitchFamily="18" charset="0"/>
              </a:rPr>
              <a:t> tin </a:t>
            </a:r>
            <a:r>
              <a:rPr lang="en-US" sz="5400" b="1" dirty="0" err="1">
                <a:latin typeface="Times New Roman" pitchFamily="18" charset="0"/>
                <a:cs typeface="Times New Roman" pitchFamily="18" charset="0"/>
              </a:rPr>
              <a:t>vào</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tình</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thương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của</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Ngài</a:t>
            </a:r>
            <a:r>
              <a:rPr lang="en-US" sz="5400" b="1" dirty="0">
                <a:latin typeface="Times New Roman" pitchFamily="18" charset="0"/>
                <a:cs typeface="Times New Roman" pitchFamily="18" charset="0"/>
              </a:rPr>
              <a:t>.</a:t>
            </a:r>
            <a:endParaRPr lang="en-US" sz="5400" b="1" i="1" dirty="0">
              <a:solidFill>
                <a:schemeClr val="tx1"/>
              </a:solidFill>
              <a:latin typeface="Times New Roman" pitchFamily="18" charset="0"/>
              <a:cs typeface="Times New Roman" pitchFamily="18" charset="0"/>
            </a:endParaRPr>
          </a:p>
        </p:txBody>
      </p:sp>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Hiệp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TÂM TÌNH XIN VÂNG (TN)</a:t>
            </a:r>
            <a:endParaRPr lang="en-US" sz="2400" b="1"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4152170709"/>
      </p:ext>
    </p:extLst>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1528270"/>
            <a:ext cx="9144000" cy="5410200"/>
          </a:xfrm>
        </p:spPr>
        <p:txBody>
          <a:bodyPr>
            <a:noAutofit/>
          </a:bodyPr>
          <a:lstStyle/>
          <a:p>
            <a:pPr algn="just"/>
            <a:r>
              <a:rPr lang="en-US" sz="5400" b="1" dirty="0">
                <a:latin typeface="Times New Roman" pitchFamily="18" charset="0"/>
                <a:cs typeface="Times New Roman" pitchFamily="18" charset="0"/>
              </a:rPr>
              <a:t>ĐK: Con </a:t>
            </a:r>
            <a:r>
              <a:rPr lang="en-US" sz="5400" b="1" dirty="0" err="1">
                <a:latin typeface="Times New Roman" pitchFamily="18" charset="0"/>
                <a:cs typeface="Times New Roman" pitchFamily="18" charset="0"/>
              </a:rPr>
              <a:t>xin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vâng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theo</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Chúa</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dù</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bao</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nỗi</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khó</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khăn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trong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đời</a:t>
            </a:r>
            <a:r>
              <a:rPr lang="en-US" sz="5400" b="1" dirty="0">
                <a:latin typeface="Times New Roman" pitchFamily="18" charset="0"/>
                <a:cs typeface="Times New Roman" pitchFamily="18" charset="0"/>
              </a:rPr>
              <a:t>. Con </a:t>
            </a:r>
            <a:r>
              <a:rPr lang="en-US" sz="5400" b="1" dirty="0" err="1">
                <a:latin typeface="Times New Roman" pitchFamily="18" charset="0"/>
                <a:cs typeface="Times New Roman" pitchFamily="18" charset="0"/>
              </a:rPr>
              <a:t>xin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vâng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trọn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đời</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để</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thánh</a:t>
            </a:r>
            <a:r>
              <a:rPr lang="en-US" sz="5400" b="1" dirty="0">
                <a:latin typeface="Times New Roman" pitchFamily="18" charset="0"/>
                <a:cs typeface="Times New Roman" pitchFamily="18" charset="0"/>
              </a:rPr>
              <a:t> ý </a:t>
            </a:r>
            <a:r>
              <a:rPr lang="en-US" sz="5400" b="1" dirty="0" err="1">
                <a:latin typeface="Times New Roman" pitchFamily="18" charset="0"/>
                <a:cs typeface="Times New Roman" pitchFamily="18" charset="0"/>
              </a:rPr>
              <a:t>Chúa</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được</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thực</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thi</a:t>
            </a:r>
            <a:r>
              <a:rPr lang="en-US" sz="5400" b="1" dirty="0">
                <a:latin typeface="Times New Roman" pitchFamily="18" charset="0"/>
                <a:cs typeface="Times New Roman" pitchFamily="18" charset="0"/>
              </a:rPr>
              <a:t>. </a:t>
            </a:r>
            <a:endParaRPr lang="en-US" sz="5400" b="1" i="1" dirty="0">
              <a:solidFill>
                <a:schemeClr val="tx1"/>
              </a:solidFill>
              <a:latin typeface="Times New Roman" pitchFamily="18" charset="0"/>
              <a:cs typeface="Times New Roman" pitchFamily="18" charset="0"/>
            </a:endParaRPr>
          </a:p>
        </p:txBody>
      </p:sp>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Hiệp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TÂM TÌNH XIN VÂNG (TN)</a:t>
            </a:r>
            <a:endParaRPr lang="en-US" sz="2400" b="1"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948609969"/>
      </p:ext>
    </p:extLst>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1290145"/>
            <a:ext cx="9144000" cy="5410200"/>
          </a:xfrm>
        </p:spPr>
        <p:txBody>
          <a:bodyPr>
            <a:noAutofit/>
          </a:bodyPr>
          <a:lstStyle/>
          <a:p>
            <a:pPr algn="just"/>
            <a:r>
              <a:rPr lang="en-US" sz="5400" b="1" dirty="0">
                <a:latin typeface="Times New Roman" pitchFamily="18" charset="0"/>
                <a:cs typeface="Times New Roman" pitchFamily="18" charset="0"/>
              </a:rPr>
              <a:t>Tin </a:t>
            </a:r>
            <a:r>
              <a:rPr lang="en-US" sz="5400" b="1" dirty="0" err="1">
                <a:latin typeface="Times New Roman" pitchFamily="18" charset="0"/>
                <a:cs typeface="Times New Roman" pitchFamily="18" charset="0"/>
              </a:rPr>
              <a:t>vào</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lòng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Chúa</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tín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trung</a:t>
            </a:r>
            <a:r>
              <a:rPr lang="en-US" sz="5400" b="1" dirty="0">
                <a:latin typeface="Times New Roman" pitchFamily="18" charset="0"/>
                <a:cs typeface="Times New Roman" pitchFamily="18" charset="0"/>
              </a:rPr>
              <a:t>, tin </a:t>
            </a:r>
            <a:r>
              <a:rPr lang="en-US" sz="5400" b="1" dirty="0" err="1">
                <a:latin typeface="Times New Roman" pitchFamily="18" charset="0"/>
                <a:cs typeface="Times New Roman" pitchFamily="18" charset="0"/>
              </a:rPr>
              <a:t>vào</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tình</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Chúa</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bao</a:t>
            </a:r>
            <a:r>
              <a:rPr lang="en-US" sz="5400" b="1" dirty="0">
                <a:latin typeface="Times New Roman" pitchFamily="18" charset="0"/>
                <a:cs typeface="Times New Roman" pitchFamily="18" charset="0"/>
              </a:rPr>
              <a:t> dung </a:t>
            </a:r>
            <a:r>
              <a:rPr lang="en-US" sz="5400" b="1" dirty="0" err="1">
                <a:latin typeface="Times New Roman" pitchFamily="18" charset="0"/>
                <a:cs typeface="Times New Roman" pitchFamily="18" charset="0"/>
              </a:rPr>
              <a:t>như</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Mẹ</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xưa</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đã</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xin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vâng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trọn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niềm</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phó</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thác</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theo</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ơn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Thánh</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Thần</a:t>
            </a:r>
            <a:r>
              <a:rPr lang="en-US" sz="5400" b="1" dirty="0">
                <a:latin typeface="Times New Roman" pitchFamily="18" charset="0"/>
                <a:cs typeface="Times New Roman" pitchFamily="18" charset="0"/>
              </a:rPr>
              <a:t>.</a:t>
            </a:r>
            <a:endParaRPr lang="en-US" sz="5400" b="1" i="1" dirty="0">
              <a:latin typeface="Times New Roman" pitchFamily="18" charset="0"/>
              <a:cs typeface="Times New Roman" pitchFamily="18" charset="0"/>
            </a:endParaRPr>
          </a:p>
        </p:txBody>
      </p:sp>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Hiệp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TÂM TÌNH XIN VÂNG (TN)</a:t>
            </a:r>
            <a:endParaRPr lang="en-US" sz="2400" b="1"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686335698"/>
      </p:ext>
    </p:extLst>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1528270"/>
            <a:ext cx="9144000" cy="5410200"/>
          </a:xfrm>
        </p:spPr>
        <p:txBody>
          <a:bodyPr>
            <a:noAutofit/>
          </a:bodyPr>
          <a:lstStyle/>
          <a:p>
            <a:pPr algn="just"/>
            <a:r>
              <a:rPr lang="en-US" sz="5400" b="1" dirty="0">
                <a:latin typeface="Times New Roman" pitchFamily="18" charset="0"/>
                <a:cs typeface="Times New Roman" pitchFamily="18" charset="0"/>
              </a:rPr>
              <a:t>2. Tin </a:t>
            </a:r>
            <a:r>
              <a:rPr lang="en-US" sz="5400" b="1" dirty="0" err="1">
                <a:latin typeface="Times New Roman" pitchFamily="18" charset="0"/>
                <a:cs typeface="Times New Roman" pitchFamily="18" charset="0"/>
              </a:rPr>
              <a:t>vào</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quyền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năng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Chúa</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không</a:t>
            </a:r>
            <a:r>
              <a:rPr lang="en-US" sz="5400" b="1" dirty="0">
                <a:latin typeface="Times New Roman" pitchFamily="18" charset="0"/>
                <a:cs typeface="Times New Roman" pitchFamily="18" charset="0"/>
              </a:rPr>
              <a:t> lo </a:t>
            </a:r>
            <a:r>
              <a:rPr lang="en-US" sz="5400" b="1" dirty="0" err="1">
                <a:latin typeface="Times New Roman" pitchFamily="18" charset="0"/>
                <a:cs typeface="Times New Roman" pitchFamily="18" charset="0"/>
              </a:rPr>
              <a:t>lắng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gì</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ngày</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mai</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Bao</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điều</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trong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tương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lai</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nằm</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trong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thánh</a:t>
            </a:r>
            <a:r>
              <a:rPr lang="en-US" sz="5400" b="1" dirty="0">
                <a:latin typeface="Times New Roman" pitchFamily="18" charset="0"/>
                <a:cs typeface="Times New Roman" pitchFamily="18" charset="0"/>
              </a:rPr>
              <a:t> ý </a:t>
            </a:r>
            <a:r>
              <a:rPr lang="en-US" sz="5400" b="1" dirty="0" err="1">
                <a:latin typeface="Times New Roman" pitchFamily="18" charset="0"/>
                <a:cs typeface="Times New Roman" pitchFamily="18" charset="0"/>
              </a:rPr>
              <a:t>của</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Ngài</a:t>
            </a:r>
            <a:r>
              <a:rPr lang="en-US" sz="5400" b="1" dirty="0">
                <a:latin typeface="Times New Roman" pitchFamily="18" charset="0"/>
                <a:cs typeface="Times New Roman" pitchFamily="18" charset="0"/>
              </a:rPr>
              <a:t>. </a:t>
            </a:r>
          </a:p>
        </p:txBody>
      </p:sp>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Hiệp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TÂM TÌNH XIN VÂNG (TN)</a:t>
            </a:r>
            <a:endParaRPr lang="en-US" sz="2400" b="1"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261630262"/>
      </p:ext>
    </p:extLst>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1709245"/>
            <a:ext cx="9144000" cy="5410200"/>
          </a:xfrm>
        </p:spPr>
        <p:txBody>
          <a:bodyPr>
            <a:noAutofit/>
          </a:bodyPr>
          <a:lstStyle/>
          <a:p>
            <a:pPr algn="just"/>
            <a:r>
              <a:rPr lang="en-US" sz="5400" b="1" dirty="0">
                <a:latin typeface="Times New Roman" pitchFamily="18" charset="0"/>
                <a:cs typeface="Times New Roman" pitchFamily="18" charset="0"/>
              </a:rPr>
              <a:t>Con lo </a:t>
            </a:r>
            <a:r>
              <a:rPr lang="en-US" sz="5400" b="1" dirty="0" err="1">
                <a:latin typeface="Times New Roman" pitchFamily="18" charset="0"/>
                <a:cs typeface="Times New Roman" pitchFamily="18" charset="0"/>
              </a:rPr>
              <a:t>lắng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cũng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thừa</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chỉ</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cần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vâng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theo</a:t>
            </a:r>
            <a:r>
              <a:rPr lang="en-US" sz="5400" b="1" dirty="0">
                <a:latin typeface="Times New Roman" pitchFamily="18" charset="0"/>
                <a:cs typeface="Times New Roman" pitchFamily="18" charset="0"/>
              </a:rPr>
              <a:t> ý Cha. </a:t>
            </a:r>
            <a:r>
              <a:rPr lang="en-US" sz="5400" b="1" dirty="0" err="1">
                <a:latin typeface="Times New Roman" pitchFamily="18" charset="0"/>
                <a:cs typeface="Times New Roman" pitchFamily="18" charset="0"/>
              </a:rPr>
              <a:t>Bao</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phong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ba</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trên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đời</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sẽ</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kết</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thành</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niềm</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vui</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sáng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ngời</a:t>
            </a:r>
            <a:r>
              <a:rPr lang="en-US" sz="5400" b="1" dirty="0">
                <a:latin typeface="Times New Roman" pitchFamily="18" charset="0"/>
                <a:cs typeface="Times New Roman" pitchFamily="18" charset="0"/>
              </a:rPr>
              <a:t>.</a:t>
            </a:r>
          </a:p>
        </p:txBody>
      </p:sp>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Hiệp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TÂM TÌNH XIN VÂNG (TN)</a:t>
            </a:r>
            <a:endParaRPr lang="en-US" sz="2400" b="1"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468066235"/>
      </p:ext>
    </p:extLst>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1528270"/>
            <a:ext cx="9144000" cy="5410200"/>
          </a:xfrm>
        </p:spPr>
        <p:txBody>
          <a:bodyPr>
            <a:noAutofit/>
          </a:bodyPr>
          <a:lstStyle/>
          <a:p>
            <a:pPr algn="just"/>
            <a:r>
              <a:rPr lang="en-US" sz="5400" b="1" dirty="0">
                <a:latin typeface="Times New Roman" pitchFamily="18" charset="0"/>
                <a:cs typeface="Times New Roman" pitchFamily="18" charset="0"/>
              </a:rPr>
              <a:t>ĐK: Con </a:t>
            </a:r>
            <a:r>
              <a:rPr lang="en-US" sz="5400" b="1" dirty="0" err="1">
                <a:latin typeface="Times New Roman" pitchFamily="18" charset="0"/>
                <a:cs typeface="Times New Roman" pitchFamily="18" charset="0"/>
              </a:rPr>
              <a:t>xin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vâng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theo</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Chúa</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dù</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bao</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nỗi</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khó</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khăn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trong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đời</a:t>
            </a:r>
            <a:r>
              <a:rPr lang="en-US" sz="5400" b="1" dirty="0">
                <a:latin typeface="Times New Roman" pitchFamily="18" charset="0"/>
                <a:cs typeface="Times New Roman" pitchFamily="18" charset="0"/>
              </a:rPr>
              <a:t>. Con </a:t>
            </a:r>
            <a:r>
              <a:rPr lang="en-US" sz="5400" b="1" dirty="0" err="1">
                <a:latin typeface="Times New Roman" pitchFamily="18" charset="0"/>
                <a:cs typeface="Times New Roman" pitchFamily="18" charset="0"/>
              </a:rPr>
              <a:t>xin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vâng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trọn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đời</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để</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thánh</a:t>
            </a:r>
            <a:r>
              <a:rPr lang="en-US" sz="5400" b="1" dirty="0">
                <a:latin typeface="Times New Roman" pitchFamily="18" charset="0"/>
                <a:cs typeface="Times New Roman" pitchFamily="18" charset="0"/>
              </a:rPr>
              <a:t> ý </a:t>
            </a:r>
            <a:r>
              <a:rPr lang="en-US" sz="5400" b="1" dirty="0" err="1">
                <a:latin typeface="Times New Roman" pitchFamily="18" charset="0"/>
                <a:cs typeface="Times New Roman" pitchFamily="18" charset="0"/>
              </a:rPr>
              <a:t>Chúa</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được</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thực</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thi</a:t>
            </a:r>
            <a:r>
              <a:rPr lang="en-US" sz="5400" b="1" dirty="0">
                <a:latin typeface="Times New Roman" pitchFamily="18" charset="0"/>
                <a:cs typeface="Times New Roman" pitchFamily="18" charset="0"/>
              </a:rPr>
              <a:t>. </a:t>
            </a:r>
            <a:endParaRPr lang="en-US" sz="5400" b="1" i="1" dirty="0">
              <a:solidFill>
                <a:schemeClr val="tx1"/>
              </a:solidFill>
              <a:latin typeface="Times New Roman" pitchFamily="18" charset="0"/>
              <a:cs typeface="Times New Roman" pitchFamily="18" charset="0"/>
            </a:endParaRPr>
          </a:p>
        </p:txBody>
      </p:sp>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Hiệp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TÂM TÌNH XIN VÂNG (TN)</a:t>
            </a:r>
            <a:endParaRPr lang="en-US" sz="2400" b="1"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4151676346"/>
      </p:ext>
    </p:extLst>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1290145"/>
            <a:ext cx="9144000" cy="5410200"/>
          </a:xfrm>
        </p:spPr>
        <p:txBody>
          <a:bodyPr>
            <a:noAutofit/>
          </a:bodyPr>
          <a:lstStyle/>
          <a:p>
            <a:pPr algn="just"/>
            <a:r>
              <a:rPr lang="en-US" sz="5400" b="1" dirty="0">
                <a:latin typeface="Times New Roman" pitchFamily="18" charset="0"/>
                <a:cs typeface="Times New Roman" pitchFamily="18" charset="0"/>
              </a:rPr>
              <a:t>Tin </a:t>
            </a:r>
            <a:r>
              <a:rPr lang="en-US" sz="5400" b="1" dirty="0" err="1">
                <a:latin typeface="Times New Roman" pitchFamily="18" charset="0"/>
                <a:cs typeface="Times New Roman" pitchFamily="18" charset="0"/>
              </a:rPr>
              <a:t>vào</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lòng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Chúa</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tín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trung</a:t>
            </a:r>
            <a:r>
              <a:rPr lang="en-US" sz="5400" b="1" dirty="0">
                <a:latin typeface="Times New Roman" pitchFamily="18" charset="0"/>
                <a:cs typeface="Times New Roman" pitchFamily="18" charset="0"/>
              </a:rPr>
              <a:t>, tin </a:t>
            </a:r>
            <a:r>
              <a:rPr lang="en-US" sz="5400" b="1" dirty="0" err="1">
                <a:latin typeface="Times New Roman" pitchFamily="18" charset="0"/>
                <a:cs typeface="Times New Roman" pitchFamily="18" charset="0"/>
              </a:rPr>
              <a:t>vào</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tình</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Chúa</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bao</a:t>
            </a:r>
            <a:r>
              <a:rPr lang="en-US" sz="5400" b="1" dirty="0">
                <a:latin typeface="Times New Roman" pitchFamily="18" charset="0"/>
                <a:cs typeface="Times New Roman" pitchFamily="18" charset="0"/>
              </a:rPr>
              <a:t> dung </a:t>
            </a:r>
            <a:r>
              <a:rPr lang="en-US" sz="5400" b="1" dirty="0" err="1">
                <a:latin typeface="Times New Roman" pitchFamily="18" charset="0"/>
                <a:cs typeface="Times New Roman" pitchFamily="18" charset="0"/>
              </a:rPr>
              <a:t>như</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Mẹ</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xưa</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đã</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xin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vâng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trọn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niềm</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phó</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thác</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theo</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ơn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Thánh</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Thần</a:t>
            </a:r>
            <a:r>
              <a:rPr lang="en-US" sz="5400" b="1" dirty="0">
                <a:latin typeface="Times New Roman" pitchFamily="18" charset="0"/>
                <a:cs typeface="Times New Roman" pitchFamily="18" charset="0"/>
              </a:rPr>
              <a:t>.</a:t>
            </a:r>
            <a:endParaRPr lang="en-US" sz="5400" b="1" i="1" dirty="0">
              <a:latin typeface="Times New Roman" pitchFamily="18" charset="0"/>
              <a:cs typeface="Times New Roman" pitchFamily="18" charset="0"/>
            </a:endParaRPr>
          </a:p>
        </p:txBody>
      </p:sp>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Hiệp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TÂM TÌNH XIN VÂNG (TN)</a:t>
            </a:r>
            <a:endParaRPr lang="en-US" sz="2400" b="1"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941726881"/>
      </p:ext>
    </p:extLst>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1528270"/>
            <a:ext cx="9144000" cy="5410200"/>
          </a:xfrm>
        </p:spPr>
        <p:txBody>
          <a:bodyPr>
            <a:noAutofit/>
          </a:bodyPr>
          <a:lstStyle/>
          <a:p>
            <a:pPr algn="just"/>
            <a:r>
              <a:rPr lang="vi-VN" sz="5400" b="1" dirty="0">
                <a:latin typeface="+mj-lt"/>
              </a:rPr>
              <a:t>3. Đời một đời cho Chúa an vui sống trọn niềm tin. Không sợ chi lao lung vì luôn có Chúa ở cùng.</a:t>
            </a:r>
            <a:endParaRPr lang="en-US" sz="5400" b="1" dirty="0">
              <a:latin typeface="+mj-lt"/>
              <a:cs typeface="Times New Roman" pitchFamily="18" charset="0"/>
            </a:endParaRPr>
          </a:p>
        </p:txBody>
      </p:sp>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Hiệp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TÂM TÌNH XIN VÂNG (TN)</a:t>
            </a:r>
            <a:endParaRPr lang="en-US" sz="2400" b="1"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112587388"/>
      </p:ext>
    </p:extLst>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1528270"/>
            <a:ext cx="9144000" cy="5410200"/>
          </a:xfrm>
        </p:spPr>
        <p:txBody>
          <a:bodyPr>
            <a:noAutofit/>
          </a:bodyPr>
          <a:lstStyle/>
          <a:p>
            <a:pPr algn="just"/>
            <a:r>
              <a:rPr lang="vi-VN" sz="5400" b="1" dirty="0">
                <a:latin typeface="+mj-lt"/>
              </a:rPr>
              <a:t>Bao nhiêu nỗi khốn cùng biến thành ân phúc thế nhân. Noi theo gương Đức Mẹ để một lòng phụng sự Chúa Trời.</a:t>
            </a:r>
            <a:endParaRPr lang="en-US" sz="5400" b="1" dirty="0">
              <a:latin typeface="+mj-lt"/>
              <a:cs typeface="Times New Roman" pitchFamily="18" charset="0"/>
            </a:endParaRPr>
          </a:p>
        </p:txBody>
      </p:sp>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Hiệp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TÂM TÌNH XIN VÂNG (TN)</a:t>
            </a:r>
            <a:endParaRPr lang="en-US" sz="2400" b="1"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630061064"/>
      </p:ext>
    </p:extLst>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1528270"/>
            <a:ext cx="9144000" cy="5410200"/>
          </a:xfrm>
        </p:spPr>
        <p:txBody>
          <a:bodyPr>
            <a:noAutofit/>
          </a:bodyPr>
          <a:lstStyle/>
          <a:p>
            <a:pPr algn="just"/>
            <a:r>
              <a:rPr lang="en-US" sz="5400" b="1" dirty="0">
                <a:latin typeface="Times New Roman" pitchFamily="18" charset="0"/>
                <a:cs typeface="Times New Roman" pitchFamily="18" charset="0"/>
              </a:rPr>
              <a:t>ĐK: Con </a:t>
            </a:r>
            <a:r>
              <a:rPr lang="en-US" sz="5400" b="1" dirty="0" err="1">
                <a:latin typeface="Times New Roman" pitchFamily="18" charset="0"/>
                <a:cs typeface="Times New Roman" pitchFamily="18" charset="0"/>
              </a:rPr>
              <a:t>xin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vâng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theo</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Chúa</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dù</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bao</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nỗi</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khó</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khăn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trong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đời</a:t>
            </a:r>
            <a:r>
              <a:rPr lang="en-US" sz="5400" b="1" dirty="0">
                <a:latin typeface="Times New Roman" pitchFamily="18" charset="0"/>
                <a:cs typeface="Times New Roman" pitchFamily="18" charset="0"/>
              </a:rPr>
              <a:t>. Con </a:t>
            </a:r>
            <a:r>
              <a:rPr lang="en-US" sz="5400" b="1" dirty="0" err="1">
                <a:latin typeface="Times New Roman" pitchFamily="18" charset="0"/>
                <a:cs typeface="Times New Roman" pitchFamily="18" charset="0"/>
              </a:rPr>
              <a:t>xin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vâng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trọn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đời</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để</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thánh</a:t>
            </a:r>
            <a:r>
              <a:rPr lang="en-US" sz="5400" b="1" dirty="0">
                <a:latin typeface="Times New Roman" pitchFamily="18" charset="0"/>
                <a:cs typeface="Times New Roman" pitchFamily="18" charset="0"/>
              </a:rPr>
              <a:t> ý </a:t>
            </a:r>
            <a:r>
              <a:rPr lang="en-US" sz="5400" b="1" dirty="0" err="1">
                <a:latin typeface="Times New Roman" pitchFamily="18" charset="0"/>
                <a:cs typeface="Times New Roman" pitchFamily="18" charset="0"/>
              </a:rPr>
              <a:t>Chúa</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được</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thực</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thi</a:t>
            </a:r>
            <a:r>
              <a:rPr lang="en-US" sz="5400" b="1" dirty="0">
                <a:latin typeface="Times New Roman" pitchFamily="18" charset="0"/>
                <a:cs typeface="Times New Roman" pitchFamily="18" charset="0"/>
              </a:rPr>
              <a:t>. </a:t>
            </a:r>
            <a:endParaRPr lang="en-US" sz="5400" b="1" i="1" dirty="0">
              <a:solidFill>
                <a:schemeClr val="tx1"/>
              </a:solidFill>
              <a:latin typeface="Times New Roman" pitchFamily="18" charset="0"/>
              <a:cs typeface="Times New Roman" pitchFamily="18" charset="0"/>
            </a:endParaRPr>
          </a:p>
        </p:txBody>
      </p:sp>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Hiệp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TÂM TÌNH XIN VÂNG (TN)</a:t>
            </a:r>
            <a:endParaRPr lang="en-US" sz="2400" b="1"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159650926"/>
      </p:ext>
    </p:extLst>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1290145"/>
            <a:ext cx="9144000" cy="5410200"/>
          </a:xfrm>
        </p:spPr>
        <p:txBody>
          <a:bodyPr>
            <a:noAutofit/>
          </a:bodyPr>
          <a:lstStyle/>
          <a:p>
            <a:pPr algn="just"/>
            <a:r>
              <a:rPr lang="en-US" sz="5400" b="1" dirty="0">
                <a:latin typeface="Times New Roman" pitchFamily="18" charset="0"/>
                <a:cs typeface="Times New Roman" pitchFamily="18" charset="0"/>
              </a:rPr>
              <a:t>Tin </a:t>
            </a:r>
            <a:r>
              <a:rPr lang="en-US" sz="5400" b="1" dirty="0" err="1">
                <a:latin typeface="Times New Roman" pitchFamily="18" charset="0"/>
                <a:cs typeface="Times New Roman" pitchFamily="18" charset="0"/>
              </a:rPr>
              <a:t>vào</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lòng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Chúa</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tín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trung</a:t>
            </a:r>
            <a:r>
              <a:rPr lang="en-US" sz="5400" b="1" dirty="0">
                <a:latin typeface="Times New Roman" pitchFamily="18" charset="0"/>
                <a:cs typeface="Times New Roman" pitchFamily="18" charset="0"/>
              </a:rPr>
              <a:t>, tin </a:t>
            </a:r>
            <a:r>
              <a:rPr lang="en-US" sz="5400" b="1" dirty="0" err="1">
                <a:latin typeface="Times New Roman" pitchFamily="18" charset="0"/>
                <a:cs typeface="Times New Roman" pitchFamily="18" charset="0"/>
              </a:rPr>
              <a:t>vào</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tình</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Chúa</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bao</a:t>
            </a:r>
            <a:r>
              <a:rPr lang="en-US" sz="5400" b="1" dirty="0">
                <a:latin typeface="Times New Roman" pitchFamily="18" charset="0"/>
                <a:cs typeface="Times New Roman" pitchFamily="18" charset="0"/>
              </a:rPr>
              <a:t> dung </a:t>
            </a:r>
            <a:r>
              <a:rPr lang="en-US" sz="5400" b="1" dirty="0" err="1">
                <a:latin typeface="Times New Roman" pitchFamily="18" charset="0"/>
                <a:cs typeface="Times New Roman" pitchFamily="18" charset="0"/>
              </a:rPr>
              <a:t>như</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Mẹ</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xưa</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đã</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xin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vâng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trọn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niềm</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phó</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thác</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theo</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ơn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Thánh</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Thần</a:t>
            </a:r>
            <a:r>
              <a:rPr lang="en-US" sz="5400" b="1" dirty="0">
                <a:latin typeface="Times New Roman" pitchFamily="18" charset="0"/>
                <a:cs typeface="Times New Roman" pitchFamily="18" charset="0"/>
              </a:rPr>
              <a:t>.</a:t>
            </a:r>
            <a:endParaRPr lang="en-US" sz="5400" b="1" i="1" dirty="0">
              <a:latin typeface="Times New Roman" pitchFamily="18" charset="0"/>
              <a:cs typeface="Times New Roman" pitchFamily="18" charset="0"/>
            </a:endParaRPr>
          </a:p>
        </p:txBody>
      </p:sp>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Hiệp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TÂM TÌNH XIN VÂNG (TN)</a:t>
            </a:r>
            <a:endParaRPr lang="en-US" sz="2400" b="1"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215246723"/>
      </p:ext>
    </p:extLst>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3769"/>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Kết</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TIẾNG GỌI FATIMA PXC</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362075"/>
            <a:ext cx="9144000" cy="5105400"/>
          </a:xfrm>
        </p:spPr>
        <p:txBody>
          <a:bodyPr>
            <a:noAutofit/>
          </a:bodyPr>
          <a:lstStyle/>
          <a:p>
            <a:pPr algn="just"/>
            <a:r>
              <a:rPr lang="en-US" sz="5400" b="1" dirty="0">
                <a:solidFill>
                  <a:schemeClr val="tx1"/>
                </a:solidFill>
                <a:latin typeface="Times New Roman" pitchFamily="18" charset="0"/>
                <a:cs typeface="Times New Roman" pitchFamily="18" charset="0"/>
              </a:rPr>
              <a:t>1. </a:t>
            </a:r>
            <a:r>
              <a:rPr lang="en-US" sz="5400" b="1" dirty="0" err="1">
                <a:solidFill>
                  <a:schemeClr val="tx1"/>
                </a:solidFill>
                <a:latin typeface="Times New Roman" pitchFamily="18" charset="0"/>
                <a:cs typeface="Times New Roman" pitchFamily="18" charset="0"/>
              </a:rPr>
              <a:t>Xưa</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trong</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làng</a:t>
            </a:r>
            <a:r>
              <a:rPr lang="en-US" sz="5400" b="1" dirty="0">
                <a:solidFill>
                  <a:schemeClr val="tx1"/>
                </a:solidFill>
                <a:latin typeface="Times New Roman" pitchFamily="18" charset="0"/>
                <a:cs typeface="Times New Roman" pitchFamily="18" charset="0"/>
              </a:rPr>
              <a:t> Fa-</a:t>
            </a:r>
            <a:r>
              <a:rPr lang="en-US" sz="5400" b="1" dirty="0" err="1">
                <a:solidFill>
                  <a:schemeClr val="tx1"/>
                </a:solidFill>
                <a:latin typeface="Times New Roman" pitchFamily="18" charset="0"/>
                <a:cs typeface="Times New Roman" pitchFamily="18" charset="0"/>
              </a:rPr>
              <a:t>ti</a:t>
            </a:r>
            <a:r>
              <a:rPr lang="en-US" sz="5400" b="1" dirty="0">
                <a:solidFill>
                  <a:schemeClr val="tx1"/>
                </a:solidFill>
                <a:latin typeface="Times New Roman" pitchFamily="18" charset="0"/>
                <a:cs typeface="Times New Roman" pitchFamily="18" charset="0"/>
              </a:rPr>
              <a:t>-ma </a:t>
            </a:r>
            <a:r>
              <a:rPr lang="en-US" sz="5400" b="1" dirty="0" err="1">
                <a:solidFill>
                  <a:schemeClr val="tx1"/>
                </a:solidFill>
                <a:latin typeface="Times New Roman" pitchFamily="18" charset="0"/>
                <a:cs typeface="Times New Roman" pitchFamily="18" charset="0"/>
              </a:rPr>
              <a:t>có</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Đức</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Mẹ</a:t>
            </a:r>
            <a:r>
              <a:rPr lang="en-US" sz="5400" b="1" dirty="0">
                <a:solidFill>
                  <a:schemeClr val="tx1"/>
                </a:solidFill>
                <a:latin typeface="Times New Roman" pitchFamily="18" charset="0"/>
                <a:cs typeface="Times New Roman" pitchFamily="18" charset="0"/>
              </a:rPr>
              <a:t> Maria. </a:t>
            </a:r>
            <a:r>
              <a:rPr lang="en-US" sz="5400" b="1" dirty="0" err="1">
                <a:solidFill>
                  <a:schemeClr val="tx1"/>
                </a:solidFill>
                <a:latin typeface="Times New Roman" pitchFamily="18" charset="0"/>
                <a:cs typeface="Times New Roman" pitchFamily="18" charset="0"/>
              </a:rPr>
              <a:t>Mẹ</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đến</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với</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đời</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Mẹ</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nói</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với</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người</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những</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lời</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bao</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sắt</a:t>
            </a:r>
            <a:r>
              <a:rPr lang="en-US" sz="5400" b="1" dirty="0">
                <a:solidFill>
                  <a:schemeClr val="tx1"/>
                </a:solidFill>
                <a:latin typeface="Times New Roman" pitchFamily="18" charset="0"/>
                <a:cs typeface="Times New Roman" pitchFamily="18" charset="0"/>
              </a:rPr>
              <a:t> son. </a:t>
            </a:r>
            <a:r>
              <a:rPr lang="en-US" sz="5400" b="1" dirty="0" err="1">
                <a:solidFill>
                  <a:schemeClr val="tx1"/>
                </a:solidFill>
                <a:latin typeface="Times New Roman" pitchFamily="18" charset="0"/>
                <a:cs typeface="Times New Roman" pitchFamily="18" charset="0"/>
              </a:rPr>
              <a:t>Những</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lời</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của</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Mẹ</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ru</a:t>
            </a:r>
            <a:r>
              <a:rPr lang="en-US" sz="5400" b="1" dirty="0">
                <a:solidFill>
                  <a:schemeClr val="tx1"/>
                </a:solidFill>
                <a:latin typeface="Times New Roman" pitchFamily="18" charset="0"/>
                <a:cs typeface="Times New Roman" pitchFamily="18" charset="0"/>
              </a:rPr>
              <a:t> con.</a:t>
            </a:r>
            <a:endParaRPr lang="vi-VN" sz="5400"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3596612588"/>
      </p:ext>
    </p:extLst>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3769"/>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Kết</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TIẾNG GỌI FATIMA PXC</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362075"/>
            <a:ext cx="9144000" cy="5105400"/>
          </a:xfrm>
        </p:spPr>
        <p:txBody>
          <a:bodyPr>
            <a:noAutofit/>
          </a:bodyPr>
          <a:lstStyle/>
          <a:p>
            <a:pPr algn="just"/>
            <a:r>
              <a:rPr lang="en-US" sz="5400" b="1" dirty="0">
                <a:latin typeface="Times New Roman" pitchFamily="18" charset="0"/>
                <a:cs typeface="Times New Roman" pitchFamily="18" charset="0"/>
              </a:rPr>
              <a:t>ĐK: </a:t>
            </a:r>
            <a:r>
              <a:rPr lang="en-US" sz="5400" b="1" dirty="0" err="1">
                <a:latin typeface="Times New Roman" pitchFamily="18" charset="0"/>
                <a:cs typeface="Times New Roman" pitchFamily="18" charset="0"/>
              </a:rPr>
              <a:t>Mẹ</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nhắc</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người</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ăn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năn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thống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hối</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hãy</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siêng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năng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lần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hạt</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Mân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Côi</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Tháng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năm</a:t>
            </a:r>
            <a:r>
              <a:rPr lang="en-US" sz="5400" b="1" dirty="0">
                <a:latin typeface="Times New Roman" pitchFamily="18" charset="0"/>
                <a:cs typeface="Times New Roman" pitchFamily="18" charset="0"/>
              </a:rPr>
              <a:t> qua </a:t>
            </a:r>
            <a:r>
              <a:rPr lang="en-US" sz="5400" b="1" dirty="0" err="1">
                <a:latin typeface="Times New Roman" pitchFamily="18" charset="0"/>
                <a:cs typeface="Times New Roman" pitchFamily="18" charset="0"/>
              </a:rPr>
              <a:t>Mẹ</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đau</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khổ</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nhiều</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Hãy</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sùng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kính</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Trái</a:t>
            </a:r>
            <a:r>
              <a:rPr lang="en-US" sz="5400" b="1" dirty="0">
                <a:latin typeface="Times New Roman" pitchFamily="18" charset="0"/>
                <a:cs typeface="Times New Roman" pitchFamily="18" charset="0"/>
              </a:rPr>
              <a:t> Tim </a:t>
            </a:r>
            <a:r>
              <a:rPr lang="en-US" sz="5400" b="1" dirty="0" err="1">
                <a:latin typeface="Times New Roman" pitchFamily="18" charset="0"/>
                <a:cs typeface="Times New Roman" pitchFamily="18" charset="0"/>
              </a:rPr>
              <a:t>Mẹ</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yêu</a:t>
            </a:r>
            <a:r>
              <a:rPr lang="en-US" sz="5400" b="1" dirty="0">
                <a:latin typeface="Times New Roman" pitchFamily="18" charset="0"/>
                <a:cs typeface="Times New Roman" pitchFamily="18" charset="0"/>
              </a:rPr>
              <a:t>.</a:t>
            </a:r>
            <a:endParaRPr lang="vi-VN" sz="5400" b="1" dirty="0">
              <a:latin typeface="Times New Roman" pitchFamily="18" charset="0"/>
              <a:cs typeface="Times New Roman" pitchFamily="18" charset="0"/>
            </a:endParaRPr>
          </a:p>
        </p:txBody>
      </p:sp>
    </p:spTree>
    <p:extLst>
      <p:ext uri="{BB962C8B-B14F-4D97-AF65-F5344CB8AC3E}">
        <p14:creationId xmlns:p14="http://schemas.microsoft.com/office/powerpoint/2010/main" val="3781862281"/>
      </p:ext>
    </p:extLst>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F9809E0-4EA9-4975-8297-448E522C2088}"/>
              </a:ext>
            </a:extLst>
          </p:cNvPr>
          <p:cNvSpPr>
            <a:spLocks noGrp="1"/>
          </p:cNvSpPr>
          <p:nvPr>
            <p:ph type="ctrTitle"/>
          </p:nvPr>
        </p:nvSpPr>
        <p:spPr/>
        <p:txBody>
          <a:bodyPr/>
          <a:lstStyle/>
          <a:p>
            <a:endParaRPr lang="vi-VN"/>
          </a:p>
        </p:txBody>
      </p:sp>
    </p:spTree>
    <p:extLst>
      <p:ext uri="{BB962C8B-B14F-4D97-AF65-F5344CB8AC3E}">
        <p14:creationId xmlns:p14="http://schemas.microsoft.com/office/powerpoint/2010/main" val="1602496741"/>
      </p:ext>
    </p:extLst>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9009"/>
            <a:ext cx="9144000" cy="533400"/>
          </a:xfrm>
        </p:spPr>
        <p:txBody>
          <a:bodyPr>
            <a:normAutofit/>
          </a:bodyPr>
          <a:lstStyle/>
          <a:p>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KINH CẦU CHO ĐẠI DỊCH</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574548"/>
            <a:ext cx="9144000" cy="6177534"/>
          </a:xfrm>
        </p:spPr>
        <p:txBody>
          <a:bodyPr>
            <a:noAutofit/>
          </a:bodyPr>
          <a:lstStyle/>
          <a:p>
            <a:pPr algn="just"/>
            <a:r>
              <a:rPr lang="vi-VN" sz="5400" b="1" dirty="0">
                <a:latin typeface="Times New Roman" panose="02020603050405020304" pitchFamily="18" charset="0"/>
                <a:cs typeface="Times New Roman" panose="02020603050405020304" pitchFamily="18" charset="0"/>
              </a:rPr>
              <a:t>Lạy Thiên Chúa Ba Ngôi toàn năng, chúng con đang họp nhau cầu nguyện, tha thiết nài xin cho cơn dịch bệnh mau chấm dứt. Lạy Chúa Cha giàu lòng thương xót, xin nhìn đến nỗi thống khổ của đoàn con trên khắp thế giới, </a:t>
            </a:r>
          </a:p>
        </p:txBody>
      </p:sp>
    </p:spTree>
    <p:extLst>
      <p:ext uri="{BB962C8B-B14F-4D97-AF65-F5344CB8AC3E}">
        <p14:creationId xmlns:p14="http://schemas.microsoft.com/office/powerpoint/2010/main" val="668872012"/>
      </p:ext>
    </p:extLst>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9009"/>
            <a:ext cx="9144000" cy="533400"/>
          </a:xfrm>
        </p:spPr>
        <p:txBody>
          <a:bodyPr>
            <a:normAutofit/>
          </a:bodyPr>
          <a:lstStyle/>
          <a:p>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KINH CẦU CHO ĐẠI DỊCH</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574548"/>
            <a:ext cx="9144000" cy="6177534"/>
          </a:xfrm>
        </p:spPr>
        <p:txBody>
          <a:bodyPr>
            <a:noAutofit/>
          </a:bodyPr>
          <a:lstStyle/>
          <a:p>
            <a:pPr algn="just"/>
            <a:r>
              <a:rPr lang="vi-VN" sz="5400" b="1" dirty="0">
                <a:latin typeface="Times New Roman" panose="02020603050405020304" pitchFamily="18" charset="0"/>
                <a:cs typeface="Times New Roman" panose="02020603050405020304" pitchFamily="18" charset="0"/>
              </a:rPr>
              <a:t>đặc biệt tại những nơi dịch bệnh đang hoành hành. Xin củng cố đức tin của chúng con, cho chúng con hoàn toàn tín thác vào tình yêu quan phòng của Cha. Lạy Chúa Giêsu là Đấng cứu độ duy nhất, </a:t>
            </a:r>
          </a:p>
        </p:txBody>
      </p:sp>
    </p:spTree>
    <p:extLst>
      <p:ext uri="{BB962C8B-B14F-4D97-AF65-F5344CB8AC3E}">
        <p14:creationId xmlns:p14="http://schemas.microsoft.com/office/powerpoint/2010/main" val="3254010152"/>
      </p:ext>
    </p:extLst>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9009"/>
            <a:ext cx="9144000" cy="533400"/>
          </a:xfrm>
        </p:spPr>
        <p:txBody>
          <a:bodyPr>
            <a:normAutofit/>
          </a:bodyPr>
          <a:lstStyle/>
          <a:p>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KINH CẦU CHO ĐẠI DỊCH</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574548"/>
            <a:ext cx="9144000" cy="6177534"/>
          </a:xfrm>
        </p:spPr>
        <p:txBody>
          <a:bodyPr>
            <a:noAutofit/>
          </a:bodyPr>
          <a:lstStyle/>
          <a:p>
            <a:pPr algn="just"/>
            <a:r>
              <a:rPr lang="vi-VN" sz="5400" b="1" dirty="0">
                <a:latin typeface="Times New Roman" panose="02020603050405020304" pitchFamily="18" charset="0"/>
                <a:cs typeface="Times New Roman" panose="02020603050405020304" pitchFamily="18" charset="0"/>
              </a:rPr>
              <a:t>là vị lương y đầy quyền năng và lòng thương xót, xin thương cho các bệnh nhân sớm được chữa lành, và an ủi các gia đình đang gặp khó khăn thử thách. Xin cho lời chúng con khiêm tốn cầu nguyện, </a:t>
            </a:r>
          </a:p>
        </p:txBody>
      </p:sp>
    </p:spTree>
    <p:extLst>
      <p:ext uri="{BB962C8B-B14F-4D97-AF65-F5344CB8AC3E}">
        <p14:creationId xmlns:p14="http://schemas.microsoft.com/office/powerpoint/2010/main" val="3272420548"/>
      </p:ext>
    </p:extLst>
  </p:cSld>
  <p:clrMapOvr>
    <a:masterClrMapping/>
  </p:clrMapOv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9009"/>
            <a:ext cx="9144000" cy="533400"/>
          </a:xfrm>
        </p:spPr>
        <p:txBody>
          <a:bodyPr>
            <a:normAutofit/>
          </a:bodyPr>
          <a:lstStyle/>
          <a:p>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KINH CẦU CHO ĐẠI DỊCH</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574548"/>
            <a:ext cx="9144000" cy="6177534"/>
          </a:xfrm>
        </p:spPr>
        <p:txBody>
          <a:bodyPr>
            <a:noAutofit/>
          </a:bodyPr>
          <a:lstStyle/>
          <a:p>
            <a:pPr algn="just"/>
            <a:r>
              <a:rPr lang="vi-VN" sz="5400" b="1" dirty="0">
                <a:latin typeface="Times New Roman" panose="02020603050405020304" pitchFamily="18" charset="0"/>
                <a:cs typeface="Times New Roman" panose="02020603050405020304" pitchFamily="18" charset="0"/>
              </a:rPr>
              <a:t>được chạm tới trái tim nhân lành của Chúa, xin giảm bớt gánh nặng khổ đau, và cho chúng con cảm nhận được bàn tay Chúa đang ân cần nâng đỡ chúng con. Lạy Chúa Thánh Thần là nguồn sức mạnh tình yêu, </a:t>
            </a:r>
          </a:p>
        </p:txBody>
      </p:sp>
    </p:spTree>
    <p:extLst>
      <p:ext uri="{BB962C8B-B14F-4D97-AF65-F5344CB8AC3E}">
        <p14:creationId xmlns:p14="http://schemas.microsoft.com/office/powerpoint/2010/main" val="1070452570"/>
      </p:ext>
    </p:extLst>
  </p:cSld>
  <p:clrMapOvr>
    <a:masterClrMapping/>
  </p:clrMapOv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9009"/>
            <a:ext cx="9144000" cy="533400"/>
          </a:xfrm>
        </p:spPr>
        <p:txBody>
          <a:bodyPr>
            <a:normAutofit/>
          </a:bodyPr>
          <a:lstStyle/>
          <a:p>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KINH CẦU CHO ĐẠI DỊCH</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574548"/>
            <a:ext cx="9144000" cy="6177534"/>
          </a:xfrm>
        </p:spPr>
        <p:txBody>
          <a:bodyPr>
            <a:noAutofit/>
          </a:bodyPr>
          <a:lstStyle/>
          <a:p>
            <a:pPr algn="just"/>
            <a:r>
              <a:rPr lang="vi-VN" sz="5400" b="1" dirty="0">
                <a:latin typeface="Times New Roman" panose="02020603050405020304" pitchFamily="18" charset="0"/>
                <a:cs typeface="Times New Roman" panose="02020603050405020304" pitchFamily="18" charset="0"/>
              </a:rPr>
              <a:t>xin soi sáng các vị hữu trách và những người có khả năng, giúp họ sớm tìm ra phương thuốc chữa trị dịch bệnh, xin ban cho các bác sĩ và nhân viên y tế, sức mạnh của tình thương và lòng nhiệt thành quảng đại, </a:t>
            </a:r>
          </a:p>
        </p:txBody>
      </p:sp>
    </p:spTree>
    <p:extLst>
      <p:ext uri="{BB962C8B-B14F-4D97-AF65-F5344CB8AC3E}">
        <p14:creationId xmlns:p14="http://schemas.microsoft.com/office/powerpoint/2010/main" val="354398195"/>
      </p:ext>
    </p:extLst>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9009"/>
            <a:ext cx="9144000" cy="533400"/>
          </a:xfrm>
        </p:spPr>
        <p:txBody>
          <a:bodyPr>
            <a:normAutofit/>
          </a:bodyPr>
          <a:lstStyle/>
          <a:p>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KINH CẦU CHO ĐẠI DỊCH</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574548"/>
            <a:ext cx="9144000" cy="6177534"/>
          </a:xfrm>
        </p:spPr>
        <p:txBody>
          <a:bodyPr>
            <a:noAutofit/>
          </a:bodyPr>
          <a:lstStyle/>
          <a:p>
            <a:pPr algn="just"/>
            <a:r>
              <a:rPr lang="vi-VN" sz="5400" b="1" dirty="0">
                <a:latin typeface="Times New Roman" panose="02020603050405020304" pitchFamily="18" charset="0"/>
                <a:cs typeface="Times New Roman" panose="02020603050405020304" pitchFamily="18" charset="0"/>
              </a:rPr>
              <a:t>luôn tận tâm tận lực phục vụ các bệnh nhân. Chúng con xin trao vào đôi tay từ mẫu của Mẹ Maria, những lời khẩn nguyện trong cơn đại nạn, nhờ lời Đức Mẹ chuyển cầu, xin Chúa nhận lời chúng con. Amen</a:t>
            </a:r>
            <a:r>
              <a:rPr lang="en-US" sz="5400" b="1" dirty="0">
                <a:latin typeface="Times New Roman" panose="02020603050405020304" pitchFamily="18" charset="0"/>
                <a:cs typeface="Times New Roman" panose="02020603050405020304" pitchFamily="18" charset="0"/>
              </a:rPr>
              <a:t>.</a:t>
            </a:r>
            <a:endParaRPr lang="vi-VN" sz="5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1941318"/>
      </p:ext>
    </p:extLst>
  </p:cSld>
  <p:clrMapOvr>
    <a:masterClrMapping/>
  </p:clrMapOvr>
  <p:transition/>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4555</TotalTime>
  <Words>2805</Words>
  <Application>Microsoft Office PowerPoint</Application>
  <PresentationFormat>On-screen Show (4:3)</PresentationFormat>
  <Paragraphs>163</Paragraphs>
  <Slides>59</Slides>
  <Notes>15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59</vt:i4>
      </vt:variant>
    </vt:vector>
  </HeadingPairs>
  <TitlesOfParts>
    <vt:vector size="64" baseType="lpstr">
      <vt:lpstr>Arial</vt:lpstr>
      <vt:lpstr>Calibri</vt:lpstr>
      <vt:lpstr>Calibri Light</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KINH CẦU CHO ĐẠI DỊCH</vt:lpstr>
      <vt:lpstr>KINH CẦU CHO ĐẠI DỊCH</vt:lpstr>
      <vt:lpstr>KINH CẦU CHO ĐẠI DỊCH</vt:lpstr>
      <vt:lpstr>KINH CẦU CHO ĐẠI DỊCH</vt:lpstr>
      <vt:lpstr>KINH CẦU CHO ĐẠI DỊCH</vt:lpstr>
      <vt:lpstr>KINH CẦU CHO ĐẠI DỊCH</vt:lpstr>
      <vt:lpstr>PowerPoint Presentation</vt:lpstr>
      <vt:lpstr>Nhập lễ                                                 HOA MÂN CÔI 459</vt:lpstr>
      <vt:lpstr>Nhập lễ                                                 HOA MÂN CÔI 459</vt:lpstr>
      <vt:lpstr>Nhập lễ                                                 HOA MÂN CÔI 459</vt:lpstr>
      <vt:lpstr>PowerPoint Presentation</vt:lpstr>
      <vt:lpstr>PowerPoint Presentation</vt:lpstr>
      <vt:lpstr>Dâng Lễ                                   VVỚI MẸ CON DÂNG (TN)</vt:lpstr>
      <vt:lpstr>Dâng Lễ                                   VVỚI MẸ CON DÂNG (TN)</vt:lpstr>
      <vt:lpstr>Dâng Lễ                                   VVỚI MẸ CON DÂNG (TN)</vt:lpstr>
      <vt:lpstr>Dâng Lễ                                   VVỚI MẸ CON DÂNG (TN)</vt:lpstr>
      <vt:lpstr>CA HIỆP LỄ</vt:lpstr>
      <vt:lpstr>Hiệp Lễ                     TÂM TÌNH XIN VÂNG (TN)</vt:lpstr>
      <vt:lpstr>Hiệp Lễ                     TÂM TÌNH XIN VÂNG (TN)</vt:lpstr>
      <vt:lpstr>Hiệp Lễ                     TÂM TÌNH XIN VÂNG (TN)</vt:lpstr>
      <vt:lpstr>Hiệp Lễ                     TÂM TÌNH XIN VÂNG (TN)</vt:lpstr>
      <vt:lpstr>Hiệp Lễ                     TÂM TÌNH XIN VÂNG (TN)</vt:lpstr>
      <vt:lpstr>Hiệp Lễ                     TÂM TÌNH XIN VÂNG (TN)</vt:lpstr>
      <vt:lpstr>Hiệp Lễ                     TÂM TÌNH XIN VÂNG (TN)</vt:lpstr>
      <vt:lpstr>Hiệp Lễ                     TÂM TÌNH XIN VÂNG (TN)</vt:lpstr>
      <vt:lpstr>Hiệp Lễ                     TÂM TÌNH XIN VÂNG (TN)</vt:lpstr>
      <vt:lpstr>Hiệp Lễ                     TÂM TÌNH XIN VÂNG (TN)</vt:lpstr>
      <vt:lpstr>Hiệp Lễ                     TÂM TÌNH XIN VÂNG (TN)</vt:lpstr>
      <vt:lpstr>Hiệp Lễ                     TÂM TÌNH XIN VÂNG (TN)</vt:lpstr>
      <vt:lpstr>Kết lễ                                           TIẾNG GỌI FATIMA PXC</vt:lpstr>
      <vt:lpstr>Kết lễ                                           TIẾNG GỌI FATIMA PXC</vt:lpstr>
      <vt:lpstr>PowerPoint Presentation</vt:lpstr>
      <vt:lpstr>KINH CẦU CHO ĐẠI DỊCH</vt:lpstr>
      <vt:lpstr>KINH CẦU CHO ĐẠI DỊCH</vt:lpstr>
      <vt:lpstr>KINH CẦU CHO ĐẠI DỊCH</vt:lpstr>
      <vt:lpstr>KINH CẦU CHO ĐẠI DỊCH</vt:lpstr>
      <vt:lpstr>KINH CẦU CHO ĐẠI DỊCH</vt:lpstr>
      <vt:lpstr>KINH CẦU CHO ĐẠI DỊCH</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Nhập Lễ                                    BÀI CA NGÀN TRÙNG 499</dc:title>
  <dc:creator>Anh Tran</dc:creator>
  <cp:lastModifiedBy>Anh Tran</cp:lastModifiedBy>
  <cp:revision>1310</cp:revision>
  <dcterms:created xsi:type="dcterms:W3CDTF">2018-09-17T12:52:44Z</dcterms:created>
  <dcterms:modified xsi:type="dcterms:W3CDTF">2020-10-04T11:02:04Z</dcterms:modified>
</cp:coreProperties>
</file>