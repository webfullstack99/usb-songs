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4810" r:id="rId2"/>
    <p:sldId id="4811" r:id="rId3"/>
    <p:sldId id="4812" r:id="rId4"/>
    <p:sldId id="4813" r:id="rId5"/>
    <p:sldId id="4814" r:id="rId6"/>
    <p:sldId id="4815" r:id="rId7"/>
    <p:sldId id="5163" r:id="rId8"/>
    <p:sldId id="1633" r:id="rId9"/>
    <p:sldId id="5486" r:id="rId10"/>
    <p:sldId id="5487" r:id="rId11"/>
    <p:sldId id="2426" r:id="rId12"/>
    <p:sldId id="5017" r:id="rId13"/>
    <p:sldId id="3771" r:id="rId14"/>
    <p:sldId id="3772" r:id="rId15"/>
    <p:sldId id="5488" r:id="rId16"/>
    <p:sldId id="5494" r:id="rId17"/>
    <p:sldId id="5412" r:id="rId18"/>
    <p:sldId id="4786" r:id="rId19"/>
    <p:sldId id="4787" r:id="rId20"/>
    <p:sldId id="4788" r:id="rId21"/>
    <p:sldId id="4772" r:id="rId22"/>
    <p:sldId id="4774" r:id="rId23"/>
    <p:sldId id="4775" r:id="rId24"/>
    <p:sldId id="5489" r:id="rId25"/>
    <p:sldId id="5490" r:id="rId26"/>
    <p:sldId id="4776" r:id="rId27"/>
    <p:sldId id="4777" r:id="rId28"/>
    <p:sldId id="5491" r:id="rId29"/>
    <p:sldId id="5492" r:id="rId30"/>
    <p:sldId id="5493" r:id="rId31"/>
    <p:sldId id="3726" r:id="rId32"/>
    <p:sldId id="3728" r:id="rId33"/>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27" autoAdjust="0"/>
    <p:restoredTop sz="86404" autoAdjust="0"/>
  </p:normalViewPr>
  <p:slideViewPr>
    <p:cSldViewPr snapToGrid="0">
      <p:cViewPr varScale="1">
        <p:scale>
          <a:sx n="73" d="100"/>
          <a:sy n="73" d="100"/>
        </p:scale>
        <p:origin x="-588" y="-102"/>
      </p:cViewPr>
      <p:guideLst>
        <p:guide orient="horz" pos="2160"/>
        <p:guide pos="2880"/>
      </p:guideLst>
    </p:cSldViewPr>
  </p:slideViewPr>
  <p:outlineViewPr>
    <p:cViewPr>
      <p:scale>
        <a:sx n="33" d="100"/>
        <a:sy n="33" d="100"/>
      </p:scale>
      <p:origin x="48" y="2699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13/05/2021</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13/05/2021</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404768338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364012944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62550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142463213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tình thương và lòng nhiệt thành quảng đại, </a:t>
            </a:r>
          </a:p>
        </p:txBody>
      </p:sp>
    </p:spTree>
    <p:extLst>
      <p:ext uri="{BB962C8B-B14F-4D97-AF65-F5344CB8AC3E}">
        <p14:creationId xmlns:p14="http://schemas.microsoft.com/office/powerpoint/2010/main" val="411828450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581424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406D17-6BBA-4289-872B-3483843B68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C1693604-3977-4881-B828-703F88560D6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50032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 MÂN CÔI 459</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8587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tràng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thơm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thắm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Nữ</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hiển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vinh</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56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 MÂN CÔI 459</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8587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3. Khi </a:t>
            </a:r>
            <a:r>
              <a:rPr lang="en-US" sz="5400" b="1" dirty="0" err="1">
                <a:latin typeface="Times New Roman" panose="02020603050405020304" pitchFamily="18" charset="0"/>
                <a:cs typeface="Times New Roman" panose="02020603050405020304" pitchFamily="18" charset="0"/>
              </a:rPr>
              <a:t>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hoan</a:t>
            </a:r>
            <a:r>
              <a:rPr lang="en-US" sz="5400" b="1" dirty="0">
                <a:latin typeface="Times New Roman" panose="02020603050405020304" pitchFamily="18" charset="0"/>
                <a:cs typeface="Times New Roman" panose="02020603050405020304" pitchFamily="18" charset="0"/>
              </a:rPr>
              <a:t> </a:t>
            </a:r>
            <a:r>
              <a:rPr lang="en-US" sz="5400" b="1" err="1">
                <a:latin typeface="Times New Roman" panose="02020603050405020304" pitchFamily="18" charset="0"/>
                <a:cs typeface="Times New Roman" panose="02020603050405020304" pitchFamily="18" charset="0"/>
              </a:rPr>
              <a:t>cõi</a:t>
            </a:r>
            <a:r>
              <a:rPr lang="en-US" sz="5400" b="1">
                <a:latin typeface="Times New Roman" panose="02020603050405020304" pitchFamily="18" charset="0"/>
                <a:cs typeface="Times New Roman" panose="02020603050405020304" pitchFamily="18" charset="0"/>
              </a:rPr>
              <a:t> </a:t>
            </a:r>
            <a:r>
              <a:rPr lang="en-US" sz="5400" b="1" smtClean="0">
                <a:latin typeface="Times New Roman" panose="02020603050405020304" pitchFamily="18" charset="0"/>
                <a:cs typeface="Times New Roman" panose="02020603050405020304" pitchFamily="18" charset="0"/>
              </a:rPr>
              <a:t>lòng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ngày</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phục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nhận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Thần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031253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 MÂN CÔI 459</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8587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tràng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thơm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thắm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Nữ</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hiển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vinh</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63103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674702"/>
            <a:ext cx="9144000" cy="7164280"/>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a:latin typeface="Times New Roman" panose="02020603050405020304" pitchFamily="18" charset="0"/>
                <a:cs typeface="Times New Roman" panose="02020603050405020304" pitchFamily="18" charset="0"/>
              </a:rPr>
              <a:t>Linh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hớn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hở</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cứu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độ</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462700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461961"/>
            <a:ext cx="9144000" cy="5934077"/>
          </a:xfrm>
        </p:spPr>
        <p:txBody>
          <a:bodyPr>
            <a:noAutofit/>
          </a:bodyPr>
          <a:lstStyle/>
          <a:p>
            <a:r>
              <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Alleluia</a:t>
            </a:r>
          </a:p>
          <a:p>
            <a:pPr algn="just"/>
            <a:r>
              <a:rPr lang="en-US" sz="5400" b="1" dirty="0">
                <a:latin typeface="Times New Roman" panose="02020603050405020304" pitchFamily="18" charset="0"/>
                <a:cs typeface="Times New Roman" panose="02020603050405020304" pitchFamily="18" charset="0"/>
              </a:rPr>
              <a:t>All…All… </a:t>
            </a:r>
            <a:r>
              <a:rPr lang="en-US" sz="5400" b="1" dirty="0" err="1">
                <a:latin typeface="Times New Roman" panose="02020603050405020304" pitchFamily="18" charset="0"/>
                <a:cs typeface="Times New Roman" panose="02020603050405020304" pitchFamily="18" charset="0"/>
              </a:rPr>
              <a:t>Kính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nữ</a:t>
            </a:r>
            <a:r>
              <a:rPr lang="en-US" sz="5400" b="1" dirty="0">
                <a:latin typeface="Times New Roman" panose="02020603050405020304" pitchFamily="18" charset="0"/>
                <a:cs typeface="Times New Roman" panose="02020603050405020304" pitchFamily="18" charset="0"/>
              </a:rPr>
              <a:t> Maria,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ở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được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nữ</a:t>
            </a:r>
            <a:r>
              <a:rPr lang="en-US" sz="5400" b="1" dirty="0">
                <a:latin typeface="Times New Roman" panose="02020603050405020304" pitchFamily="18" charset="0"/>
                <a:cs typeface="Times New Roman" panose="02020603050405020304" pitchFamily="18" charset="0"/>
              </a:rPr>
              <a:t>. All…</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400772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NÀY TỪNG GIỌT RƯỢU 91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14400"/>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Này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giọt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rượu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tấm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hiền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trầm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thơm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nhận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trọn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cuộc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444900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NÀY TỪNG GIỌT RƯỢU 91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5252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Tiến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vẹn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tuyền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chung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thế</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Cúi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cực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nhận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trở</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nuôi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đoàn</a:t>
            </a:r>
            <a:r>
              <a:rPr lang="en-US" sz="5400" b="1" dirty="0">
                <a:latin typeface="Times New Roman" panose="02020603050405020304" pitchFamily="18" charset="0"/>
                <a:cs typeface="Times New Roman" panose="02020603050405020304" pitchFamily="18" charset="0"/>
              </a:rPr>
              <a:t> con.</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681849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NÀY TỪNG GIỌT RƯỢU 91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14400"/>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Này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giọt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rượu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tấm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hiền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trầm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thơm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nhận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trọn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cuộc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262768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A836128-4A05-40B8-BBED-8B4157398241}"/>
              </a:ext>
            </a:extLst>
          </p:cNvPr>
          <p:cNvSpPr>
            <a:spLocks noGrp="1"/>
          </p:cNvSpPr>
          <p:nvPr>
            <p:ph type="title"/>
          </p:nvPr>
        </p:nvSpPr>
        <p:spPr>
          <a:xfrm>
            <a:off x="-1" y="0"/>
            <a:ext cx="9143999" cy="1325563"/>
          </a:xfrm>
        </p:spPr>
        <p:txBody>
          <a:bodyPr>
            <a:normAutofit/>
          </a:bodyPr>
          <a:lstStyle/>
          <a:p>
            <a:r>
              <a:rPr lang="en-US" sz="5400" b="1" dirty="0">
                <a:solidFill>
                  <a:srgbClr val="FF0000"/>
                </a:solidFill>
                <a:latin typeface="Times New Roman" panose="02020603050405020304" pitchFamily="18" charset="0"/>
                <a:cs typeface="Times New Roman" panose="02020603050405020304" pitchFamily="18" charset="0"/>
              </a:rPr>
              <a:t>Ca </a:t>
            </a:r>
            <a:r>
              <a:rPr lang="en-US" sz="5400" b="1" dirty="0" err="1">
                <a:solidFill>
                  <a:srgbClr val="FF0000"/>
                </a:solidFill>
                <a:latin typeface="Times New Roman" panose="02020603050405020304" pitchFamily="18" charset="0"/>
                <a:cs typeface="Times New Roman" panose="02020603050405020304" pitchFamily="18" charset="0"/>
              </a:rPr>
              <a:t>hiệp</a:t>
            </a:r>
            <a:r>
              <a:rPr lang="en-US" sz="5400" b="1" dirty="0">
                <a:solidFill>
                  <a:srgbClr val="FF0000"/>
                </a:solidFill>
                <a:latin typeface="Times New Roman" panose="02020603050405020304" pitchFamily="18" charset="0"/>
                <a:cs typeface="Times New Roman" panose="02020603050405020304" pitchFamily="18" charset="0"/>
              </a:rPr>
              <a:t> </a:t>
            </a:r>
            <a:r>
              <a:rPr lang="en-US" sz="5400" b="1" dirty="0" err="1">
                <a:solidFill>
                  <a:srgbClr val="FF0000"/>
                </a:solidFill>
                <a:latin typeface="Times New Roman" panose="02020603050405020304" pitchFamily="18" charset="0"/>
                <a:cs typeface="Times New Roman" panose="02020603050405020304" pitchFamily="18" charset="0"/>
              </a:rPr>
              <a:t>lễ</a:t>
            </a:r>
            <a:endParaRPr lang="en-US" sz="5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9C51F5D-34DD-43C2-95A7-3D04A4BAD8AB}"/>
              </a:ext>
            </a:extLst>
          </p:cNvPr>
          <p:cNvSpPr>
            <a:spLocks noGrp="1"/>
          </p:cNvSpPr>
          <p:nvPr>
            <p:ph idx="1"/>
          </p:nvPr>
        </p:nvSpPr>
        <p:spPr>
          <a:xfrm>
            <a:off x="0" y="1416112"/>
            <a:ext cx="9144000" cy="4351338"/>
          </a:xfrm>
        </p:spPr>
        <p:txBody>
          <a:bodyPr>
            <a:noAutofit/>
          </a:bodyPr>
          <a:lstStyle/>
          <a:p>
            <a:pPr marL="0" indent="0" algn="just">
              <a:buNone/>
            </a:pPr>
            <a:r>
              <a:rPr lang="en-US" sz="5400" b="1" dirty="0" err="1">
                <a:latin typeface="Times New Roman" panose="02020603050405020304" pitchFamily="18" charset="0"/>
                <a:cs typeface="Times New Roman" panose="02020603050405020304" pitchFamily="18" charset="0"/>
              </a:rPr>
              <a:t>Đấng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điều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trọng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quyền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năng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danh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a:latin typeface="Times New Roman" panose="02020603050405020304" pitchFamily="18" charset="0"/>
                <a:cs typeface="Times New Roman" panose="02020603050405020304" pitchFamily="18" charset="0"/>
              </a:rPr>
              <a:t>.</a:t>
            </a:r>
            <a:endParaRPr lang="en-US"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706049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836128-4A05-40B8-BBED-8B4157398241}"/>
              </a:ext>
            </a:extLst>
          </p:cNvPr>
          <p:cNvSpPr>
            <a:spLocks noGrp="1"/>
          </p:cNvSpPr>
          <p:nvPr>
            <p:ph type="title"/>
          </p:nvPr>
        </p:nvSpPr>
        <p:spPr>
          <a:xfrm>
            <a:off x="-1" y="0"/>
            <a:ext cx="9143999" cy="1325563"/>
          </a:xfrm>
        </p:spPr>
        <p:txBody>
          <a:bodyPr>
            <a:normAutofit/>
          </a:bodyPr>
          <a:lstStyle/>
          <a:p>
            <a:r>
              <a:rPr lang="en-US" sz="5400" b="1" dirty="0">
                <a:solidFill>
                  <a:srgbClr val="FF0000"/>
                </a:solidFill>
                <a:latin typeface="Times New Roman" panose="02020603050405020304" pitchFamily="18" charset="0"/>
                <a:cs typeface="Times New Roman" panose="02020603050405020304" pitchFamily="18" charset="0"/>
              </a:rPr>
              <a:t>Ca </a:t>
            </a:r>
            <a:r>
              <a:rPr lang="en-US" sz="5400" b="1" dirty="0" err="1">
                <a:solidFill>
                  <a:srgbClr val="FF0000"/>
                </a:solidFill>
                <a:latin typeface="Times New Roman" panose="02020603050405020304" pitchFamily="18" charset="0"/>
                <a:cs typeface="Times New Roman" panose="02020603050405020304" pitchFamily="18" charset="0"/>
              </a:rPr>
              <a:t>hiệp</a:t>
            </a:r>
            <a:r>
              <a:rPr lang="en-US" sz="5400" b="1" dirty="0">
                <a:solidFill>
                  <a:srgbClr val="FF0000"/>
                </a:solidFill>
                <a:latin typeface="Times New Roman" panose="02020603050405020304" pitchFamily="18" charset="0"/>
                <a:cs typeface="Times New Roman" panose="02020603050405020304" pitchFamily="18" charset="0"/>
              </a:rPr>
              <a:t> </a:t>
            </a:r>
            <a:r>
              <a:rPr lang="en-US" sz="5400" b="1" dirty="0" err="1">
                <a:solidFill>
                  <a:srgbClr val="FF0000"/>
                </a:solidFill>
                <a:latin typeface="Times New Roman" panose="02020603050405020304" pitchFamily="18" charset="0"/>
                <a:cs typeface="Times New Roman" panose="02020603050405020304" pitchFamily="18" charset="0"/>
              </a:rPr>
              <a:t>lễ</a:t>
            </a:r>
            <a:endParaRPr lang="en-US" sz="5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19C51F5D-34DD-43C2-95A7-3D04A4BAD8AB}"/>
              </a:ext>
            </a:extLst>
          </p:cNvPr>
          <p:cNvSpPr>
            <a:spLocks noGrp="1"/>
          </p:cNvSpPr>
          <p:nvPr>
            <p:ph idx="1"/>
          </p:nvPr>
        </p:nvSpPr>
        <p:spPr>
          <a:xfrm>
            <a:off x="0" y="1416112"/>
            <a:ext cx="9144000" cy="4351338"/>
          </a:xfrm>
        </p:spPr>
        <p:txBody>
          <a:bodyPr>
            <a:noAutofit/>
          </a:bodyPr>
          <a:lstStyle/>
          <a:p>
            <a:pPr marL="0" indent="0" algn="just">
              <a:buNone/>
            </a:pPr>
            <a:r>
              <a:rPr lang="en-US" sz="54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21484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75822"/>
            <a:ext cx="9144000" cy="7030720"/>
          </a:xfrm>
        </p:spPr>
        <p:txBody>
          <a:bodyPr>
            <a:noAutofit/>
          </a:bodyPr>
          <a:lstStyle/>
          <a:p>
            <a:pPr algn="just"/>
            <a:r>
              <a:rPr lang="vi-VN" sz="5400" b="1" dirty="0">
                <a:latin typeface="+mj-lt"/>
              </a:rPr>
              <a:t>1. Tình Chúa như áng mây trôi, tình Chúa như gió lên khơi, tình Chúa luôn nồng say không đổi thay không phai nhạt qua ngàn năm kiên trung thành tín. </a:t>
            </a:r>
            <a:endParaRPr lang="vi-VN"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64637077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5240" y="1295400"/>
            <a:ext cx="9144000" cy="6391564"/>
          </a:xfrm>
        </p:spPr>
        <p:txBody>
          <a:bodyPr>
            <a:noAutofit/>
          </a:bodyPr>
          <a:lstStyle/>
          <a:p>
            <a:pPr algn="just"/>
            <a:r>
              <a:rPr lang="vi-VN" sz="5400" b="1">
                <a:latin typeface="+mj-lt"/>
              </a:rPr>
              <a:t>Tình Chúa đưa dẫn con đi vượt qua muôn nỗi hiểm nguy, tình Chúa theo mọi nơi cho niềm vui cho tiếng cười cho bờ môi vang lời yêu thương.</a:t>
            </a:r>
            <a:endParaRPr lang="vi-VN"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281036824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95400"/>
            <a:ext cx="9144000" cy="6391564"/>
          </a:xfrm>
        </p:spPr>
        <p:txBody>
          <a:bodyPr>
            <a:noAutofit/>
          </a:bodyPr>
          <a:lstStyle/>
          <a:p>
            <a:pPr algn="just"/>
            <a:r>
              <a:rPr lang="vi-VN" sz="5400" b="1" dirty="0">
                <a:latin typeface="+mj-lt"/>
              </a:rPr>
              <a:t>ĐK. Xin tri ân Chúa qua muôn thế hệ, xin tri ân Chúa qua muôn ngàn nơi, tình Ngài bao la trời đất từng ngày yêu thương dẫn dắt chúng con đi trên đời. </a:t>
            </a:r>
            <a:endParaRPr lang="vi-VN"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227085599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85926"/>
            <a:ext cx="9144000" cy="5810513"/>
          </a:xfrm>
        </p:spPr>
        <p:txBody>
          <a:bodyPr>
            <a:noAutofit/>
          </a:bodyPr>
          <a:lstStyle/>
          <a:p>
            <a:pPr algn="just"/>
            <a:r>
              <a:rPr lang="vi-VN" sz="5400" b="1" dirty="0">
                <a:latin typeface="+mj-lt"/>
              </a:rPr>
              <a:t>Xin dâng ngàn tiếng ca, xin dâng lời cảm tạ nguyện một đời luôn sống đáp đền hồng ân.</a:t>
            </a:r>
            <a:endParaRPr lang="vi-VN"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72907841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75822"/>
            <a:ext cx="9144000" cy="7030720"/>
          </a:xfrm>
        </p:spPr>
        <p:txBody>
          <a:bodyPr>
            <a:noAutofit/>
          </a:bodyPr>
          <a:lstStyle/>
          <a:p>
            <a:pPr algn="just"/>
            <a:r>
              <a:rPr lang="vi-VN" sz="5400" b="1" dirty="0">
                <a:latin typeface="+mj-lt"/>
              </a:rPr>
              <a:t>2. Tình Chúa như đóa hoa tươi, tình Chúa như nắng reo vui, tình Chúa cho mùa xuân hương nồng </a:t>
            </a:r>
            <a:r>
              <a:rPr lang="en-US" sz="5400" b="1" dirty="0">
                <a:latin typeface="Times New Roman" panose="02020603050405020304" pitchFamily="18" charset="0"/>
                <a:cs typeface="Times New Roman" panose="02020603050405020304" pitchFamily="18" charset="0"/>
              </a:rPr>
              <a:t>say</a:t>
            </a:r>
            <a:r>
              <a:rPr lang="vi-VN" sz="5400" b="1" dirty="0">
                <a:latin typeface="+mj-lt"/>
              </a:rPr>
              <a:t> lan khắp trời cho ngàn nơi lên màu rực rỡ. </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368168014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95400"/>
            <a:ext cx="9144000" cy="6391564"/>
          </a:xfrm>
        </p:spPr>
        <p:txBody>
          <a:bodyPr>
            <a:noAutofit/>
          </a:bodyPr>
          <a:lstStyle/>
          <a:p>
            <a:pPr algn="just"/>
            <a:r>
              <a:rPr lang="vi-VN" sz="5400" b="1" dirty="0">
                <a:latin typeface="+mj-lt"/>
              </a:rPr>
              <a:t>Tình Chúa soi lối con tim tìm đến dâng hiến cho nhau, tình Chúa luôn triền miên bao dịu êm ươm ngọt ngào cho đời con sáng niềm tin yêu.</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181843749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95400"/>
            <a:ext cx="9144000" cy="6391564"/>
          </a:xfrm>
        </p:spPr>
        <p:txBody>
          <a:bodyPr>
            <a:noAutofit/>
          </a:bodyPr>
          <a:lstStyle/>
          <a:p>
            <a:pPr algn="just"/>
            <a:r>
              <a:rPr lang="vi-VN" sz="5400" b="1" dirty="0">
                <a:latin typeface="+mj-lt"/>
              </a:rPr>
              <a:t>ĐK. Xin tri ân Chúa qua muôn thế hệ, xin tri ân Chúa qua muôn ngàn nơi, tình Ngài bao la trời đất từng ngày yêu thương dẫn dắt chúng con đi trên đời. </a:t>
            </a:r>
            <a:endParaRPr lang="vi-VN"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75516129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85926"/>
            <a:ext cx="9144000" cy="5810513"/>
          </a:xfrm>
        </p:spPr>
        <p:txBody>
          <a:bodyPr>
            <a:noAutofit/>
          </a:bodyPr>
          <a:lstStyle/>
          <a:p>
            <a:pPr algn="just"/>
            <a:r>
              <a:rPr lang="vi-VN" sz="5400" b="1" dirty="0">
                <a:latin typeface="+mj-lt"/>
              </a:rPr>
              <a:t>Xin dâng ngàn tiếng ca, xin dâng lời cảm tạ nguyện một đời luôn sống đáp đền hồng ân.</a:t>
            </a:r>
            <a:endParaRPr lang="vi-VN"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728347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75822"/>
            <a:ext cx="9144000" cy="7030720"/>
          </a:xfrm>
        </p:spPr>
        <p:txBody>
          <a:bodyPr>
            <a:noAutofit/>
          </a:bodyPr>
          <a:lstStyle/>
          <a:p>
            <a:pPr algn="just"/>
            <a:r>
              <a:rPr lang="vi-VN" sz="5400" b="1" dirty="0">
                <a:latin typeface="+mj-lt"/>
              </a:rPr>
              <a:t>3. Tình Chúa như sóng dâng cao, tình Chúa như lúa xôn xao, tình Chúa như vì sao trên trời cao chiếu rạng ngời đưa người đi trong đêm trời tối. </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175755221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95400"/>
            <a:ext cx="9144000" cy="6391564"/>
          </a:xfrm>
        </p:spPr>
        <p:txBody>
          <a:bodyPr>
            <a:noAutofit/>
          </a:bodyPr>
          <a:lstStyle/>
          <a:p>
            <a:pPr algn="just"/>
            <a:r>
              <a:rPr lang="vi-VN" sz="5400" b="1" dirty="0">
                <a:latin typeface="+mj-lt"/>
              </a:rPr>
              <a:t>Tình Chúa </a:t>
            </a:r>
            <a:r>
              <a:rPr lang="en-US" sz="5400" b="1" dirty="0" err="1">
                <a:latin typeface="Times New Roman" panose="02020603050405020304" pitchFamily="18" charset="0"/>
                <a:cs typeface="Times New Roman" panose="02020603050405020304" pitchFamily="18" charset="0"/>
              </a:rPr>
              <a:t>như</a:t>
            </a:r>
            <a:r>
              <a:rPr lang="vi-VN" sz="5400" b="1" dirty="0">
                <a:latin typeface="+mj-lt"/>
              </a:rPr>
              <a:t> khúc ca dao vọng ngân ru giấc con thơ, tình Chúa bên đời con gieo lời ca đem an hòa </a:t>
            </a:r>
            <a:r>
              <a:rPr lang="en-US" sz="5400" b="1" dirty="0" err="1">
                <a:latin typeface="Times New Roman" panose="02020603050405020304" pitchFamily="18" charset="0"/>
                <a:cs typeface="Times New Roman" panose="02020603050405020304" pitchFamily="18" charset="0"/>
              </a:rPr>
              <a:t>xóa</a:t>
            </a:r>
            <a:r>
              <a:rPr lang="vi-VN" sz="5400" b="1" dirty="0">
                <a:latin typeface="+mj-lt"/>
              </a:rPr>
              <a:t> khổ đau cho đời mai sau.</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347125038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95400"/>
            <a:ext cx="9144000" cy="6391564"/>
          </a:xfrm>
        </p:spPr>
        <p:txBody>
          <a:bodyPr>
            <a:noAutofit/>
          </a:bodyPr>
          <a:lstStyle/>
          <a:p>
            <a:pPr algn="just"/>
            <a:r>
              <a:rPr lang="vi-VN" sz="5400" b="1" dirty="0">
                <a:latin typeface="+mj-lt"/>
              </a:rPr>
              <a:t>ĐK. Xin tri ân Chúa qua muôn thế hệ, xin tri ân Chúa qua muôn ngàn nơi, tình Ngài bao la trời đất từng ngày yêu thương dẫn dắt chúng con đi trên đời. </a:t>
            </a:r>
            <a:endParaRPr lang="vi-VN"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370412520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85926"/>
            <a:ext cx="9144000" cy="5810513"/>
          </a:xfrm>
        </p:spPr>
        <p:txBody>
          <a:bodyPr>
            <a:noAutofit/>
          </a:bodyPr>
          <a:lstStyle/>
          <a:p>
            <a:pPr algn="just"/>
            <a:r>
              <a:rPr lang="vi-VN" sz="5400" b="1" dirty="0">
                <a:latin typeface="+mj-lt"/>
              </a:rPr>
              <a:t>Xin dâng ngàn tiếng ca, xin dâng lời cảm tạ nguyện một đời luôn sống đáp đền hồng ân.</a:t>
            </a:r>
            <a:endParaRPr lang="vi-VN"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3602786440"/>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E71E43-1CDD-47EC-97D7-DEB10F60A0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4450A0F6-B986-4D95-B322-A7D4C1D8B1D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7552093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XIN VÂNG NHƯ MẸ (462)</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063" y="1304925"/>
            <a:ext cx="9144000" cy="5105400"/>
          </a:xfrm>
        </p:spPr>
        <p:txBody>
          <a:bodyPr>
            <a:noAutofit/>
          </a:bodyPr>
          <a:lstStyle/>
          <a:p>
            <a:pPr algn="just"/>
            <a:r>
              <a:rPr lang="en-US" sz="5400" b="1" dirty="0">
                <a:solidFill>
                  <a:schemeClr val="tx1"/>
                </a:solidFill>
                <a:latin typeface="Times New Roman" pitchFamily="18" charset="0"/>
                <a:cs typeface="Times New Roman" pitchFamily="18" charset="0"/>
              </a:rPr>
              <a:t>1. Xin </a:t>
            </a:r>
            <a:r>
              <a:rPr lang="en-US" sz="5400" b="1" dirty="0" err="1">
                <a:solidFill>
                  <a:schemeClr val="tx1"/>
                </a:solidFill>
                <a:latin typeface="Times New Roman" pitchFamily="18" charset="0"/>
                <a:cs typeface="Times New Roman" pitchFamily="18" charset="0"/>
              </a:rPr>
              <a:t>vâng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như</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một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lần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đau</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thương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không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hề</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vương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vấn</a:t>
            </a:r>
            <a:r>
              <a:rPr lang="en-US" sz="5400" b="1" dirty="0">
                <a:solidFill>
                  <a:schemeClr val="tx1"/>
                </a:solidFill>
                <a:latin typeface="Times New Roman" pitchFamily="18" charset="0"/>
                <a:cs typeface="Times New Roman" pitchFamily="18" charset="0"/>
              </a:rPr>
              <a:t>. Xin </a:t>
            </a:r>
            <a:r>
              <a:rPr lang="en-US" sz="5400" b="1" dirty="0" err="1">
                <a:solidFill>
                  <a:schemeClr val="tx1"/>
                </a:solidFill>
                <a:latin typeface="Times New Roman" pitchFamily="18" charset="0"/>
                <a:cs typeface="Times New Roman" pitchFamily="18" charset="0"/>
              </a:rPr>
              <a:t>vâng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như</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khi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xưa</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đường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đời</a:t>
            </a:r>
            <a:r>
              <a:rPr lang="en-US" sz="5400" b="1" dirty="0">
                <a:solidFill>
                  <a:schemeClr val="tx1"/>
                </a:solidFill>
                <a:latin typeface="Times New Roman" pitchFamily="18" charset="0"/>
                <a:cs typeface="Times New Roman" pitchFamily="18" charset="0"/>
              </a:rPr>
              <a:t> dong </a:t>
            </a:r>
            <a:r>
              <a:rPr lang="en-US" sz="5400" b="1" dirty="0" err="1">
                <a:solidFill>
                  <a:schemeClr val="tx1"/>
                </a:solidFill>
                <a:latin typeface="Times New Roman" pitchFamily="18" charset="0"/>
                <a:cs typeface="Times New Roman" pitchFamily="18" charset="0"/>
              </a:rPr>
              <a:t>duổi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nắng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mưa</a:t>
            </a:r>
            <a:r>
              <a:rPr lang="en-US" sz="5400" b="1" dirty="0">
                <a:solidFill>
                  <a:schemeClr val="tx1"/>
                </a:solidFill>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393673997"/>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XIN VÂNG NHƯ MẸ (462)</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063" y="1304925"/>
            <a:ext cx="9144000" cy="5105400"/>
          </a:xfrm>
        </p:spPr>
        <p:txBody>
          <a:bodyPr>
            <a:noAutofit/>
          </a:bodyPr>
          <a:lstStyle/>
          <a:p>
            <a:pPr algn="just"/>
            <a:r>
              <a:rPr lang="en-US" sz="5400" b="1" dirty="0">
                <a:latin typeface="Times New Roman" pitchFamily="18" charset="0"/>
                <a:cs typeface="Times New Roman" pitchFamily="18" charset="0"/>
              </a:rPr>
              <a:t>ĐK: Xin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 Xin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chữ</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Dẫu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đường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đau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thương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nhiều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Với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đâu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cô</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liêu</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934834533"/>
      </p:ext>
    </p:extLst>
  </p:cSld>
  <p:clrMapOvr>
    <a:masterClrMapping/>
  </p:clrMapOvr>
  <p:transition/>
</p:sld>
</file>

<file path=ppt/theme/theme1.xml><?xml version="1.0" encoding="utf-8"?>
<a:theme xmlns:a="http://schemas.openxmlformats.org/drawingml/2006/main" name="Office Theme">
  <a:themeElements>
    <a:clrScheme name="Office Theme">
      <a:dk1>
        <a:sysClr val="windowText" lastClr="1F1F1F"/>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1F1F1F"/>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6180</TotalTime>
  <Words>1214</Words>
  <Application>Microsoft Office PowerPoint</Application>
  <PresentationFormat>On-screen Show (4:3)</PresentationFormat>
  <Paragraphs>60</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Kết lễ                                                 HOA MÂN CÔI 459</vt:lpstr>
      <vt:lpstr>Kết lễ                                                 HOA MÂN CÔI 459</vt:lpstr>
      <vt:lpstr>Kết lễ                                                 HOA MÂN CÔI 459</vt:lpstr>
      <vt:lpstr>PowerPoint Presentation</vt:lpstr>
      <vt:lpstr>PowerPoint Presentation</vt:lpstr>
      <vt:lpstr>Dâng Lễ                                    NÀY TỪNG GIỌT RƯỢU 91</vt:lpstr>
      <vt:lpstr>Dâng Lễ                                    NÀY TỪNG GIỌT RƯỢU 91</vt:lpstr>
      <vt:lpstr>Dâng Lễ                                    NÀY TỪNG GIỌT RƯỢU 91</vt:lpstr>
      <vt:lpstr>Ca hiệp lễ</vt:lpstr>
      <vt:lpstr>Ca hiệp lễ</vt:lpstr>
      <vt:lpstr>Hiệp Lễ                                   TRI ÂN TÌNH CHÚA (NL)</vt:lpstr>
      <vt:lpstr>Hiệp Lễ                                   TRI ÂN TÌNH CHÚA (NL)</vt:lpstr>
      <vt:lpstr>Hiệp Lễ                                   TRI ÂN TÌNH CHÚA (NL)</vt:lpstr>
      <vt:lpstr>Hiệp Lễ                                   TRI ÂN TÌNH CHÚA (NL)</vt:lpstr>
      <vt:lpstr>Hiệp Lễ                                   TRI ÂN TÌNH CHÚA (NL)</vt:lpstr>
      <vt:lpstr>Hiệp Lễ                                   TRI ÂN TÌNH CHÚA (NL)</vt:lpstr>
      <vt:lpstr>Hiệp Lễ                                   TRI ÂN TÌNH CHÚA (NL)</vt:lpstr>
      <vt:lpstr>Hiệp Lễ                                   TRI ÂN TÌNH CHÚA (NL)</vt:lpstr>
      <vt:lpstr>Hiệp Lễ                                   TRI ÂN TÌNH CHÚA (NL)</vt:lpstr>
      <vt:lpstr>Hiệp Lễ                                   TRI ÂN TÌNH CHÚA (NL)</vt:lpstr>
      <vt:lpstr>Hiệp Lễ                                   TRI ÂN TÌNH CHÚA (NL)</vt:lpstr>
      <vt:lpstr>Hiệp Lễ                                   TRI ÂN TÌNH CHÚA (NL)</vt:lpstr>
      <vt:lpstr>PowerPoint Presentation</vt:lpstr>
      <vt:lpstr>Kết lễ                                     XIN VÂNG NHƯ MẸ (462)</vt:lpstr>
      <vt:lpstr>Kết lễ                                     XIN VÂNG NHƯ MẸ (462)</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dc:title>
  <dc:creator>Anh Tran</dc:creator>
  <cp:lastModifiedBy>Admin</cp:lastModifiedBy>
  <cp:revision>1562</cp:revision>
  <dcterms:created xsi:type="dcterms:W3CDTF">2018-09-17T12:52:44Z</dcterms:created>
  <dcterms:modified xsi:type="dcterms:W3CDTF">2021-05-13T04:48:44Z</dcterms:modified>
</cp:coreProperties>
</file>