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9"/>
  </p:notesMasterIdLst>
  <p:sldIdLst>
    <p:sldId id="4810" r:id="rId2"/>
    <p:sldId id="4811" r:id="rId3"/>
    <p:sldId id="4812" r:id="rId4"/>
    <p:sldId id="4813" r:id="rId5"/>
    <p:sldId id="4814" r:id="rId6"/>
    <p:sldId id="4815" r:id="rId7"/>
    <p:sldId id="5163" r:id="rId8"/>
    <p:sldId id="4940" r:id="rId9"/>
    <p:sldId id="4942" r:id="rId10"/>
    <p:sldId id="5428" r:id="rId11"/>
    <p:sldId id="4943" r:id="rId12"/>
    <p:sldId id="5429" r:id="rId13"/>
    <p:sldId id="2426" r:id="rId14"/>
    <p:sldId id="5017" r:id="rId15"/>
    <p:sldId id="1494" r:id="rId16"/>
    <p:sldId id="1495" r:id="rId17"/>
    <p:sldId id="5430" r:id="rId18"/>
    <p:sldId id="5412" r:id="rId19"/>
    <p:sldId id="4543" r:id="rId20"/>
    <p:sldId id="4535" r:id="rId21"/>
    <p:sldId id="5431" r:id="rId22"/>
    <p:sldId id="4536" r:id="rId23"/>
    <p:sldId id="5432" r:id="rId24"/>
    <p:sldId id="5433" r:id="rId25"/>
    <p:sldId id="3634" r:id="rId26"/>
    <p:sldId id="3635" r:id="rId27"/>
    <p:sldId id="5434" r:id="rId28"/>
  </p:sldIdLst>
  <p:sldSz cx="9144000" cy="6858000" type="screen4x3"/>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927" autoAdjust="0"/>
    <p:restoredTop sz="86404" autoAdjust="0"/>
  </p:normalViewPr>
  <p:slideViewPr>
    <p:cSldViewPr snapToGrid="0">
      <p:cViewPr varScale="1">
        <p:scale>
          <a:sx n="86" d="100"/>
          <a:sy n="86" d="100"/>
        </p:scale>
        <p:origin x="1618" y="82"/>
      </p:cViewPr>
      <p:guideLst>
        <p:guide orient="horz" pos="2160"/>
        <p:guide pos="2880"/>
      </p:guideLst>
    </p:cSldViewPr>
  </p:slideViewPr>
  <p:outlineViewPr>
    <p:cViewPr>
      <p:scale>
        <a:sx n="33" d="100"/>
        <a:sy n="33" d="100"/>
      </p:scale>
      <p:origin x="48" y="2699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25985F-86E8-4AA6-9352-571FAE95264D}" type="datetimeFigureOut">
              <a:rPr lang="vi-VN" smtClean="0"/>
              <a:pPr/>
              <a:t>29/04/2021</a:t>
            </a:fld>
            <a:endParaRPr lang="vi-V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4D914E-6825-4475-A990-0303B744F5B1}" type="slidenum">
              <a:rPr lang="vi-VN" smtClean="0"/>
              <a:pPr/>
              <a:t>‹#›</a:t>
            </a:fld>
            <a:endParaRPr lang="vi-VN"/>
          </a:p>
        </p:txBody>
      </p:sp>
    </p:spTree>
    <p:extLst>
      <p:ext uri="{BB962C8B-B14F-4D97-AF65-F5344CB8AC3E}">
        <p14:creationId xmlns:p14="http://schemas.microsoft.com/office/powerpoint/2010/main" val="483128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29/04/2021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27866177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29/04/2021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40143851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569F2D7-2394-463B-99AA-3447397976B2}" type="datetimeFigureOut">
              <a:rPr lang="vi-VN" smtClean="0"/>
              <a:pPr/>
              <a:t>29/04/2021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049881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69F2D7-2394-463B-99AA-3447397976B2}" type="datetimeFigureOut">
              <a:rPr lang="vi-VN" smtClean="0"/>
              <a:pPr/>
              <a:t>29/04/2021</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659051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569F2D7-2394-463B-99AA-3447397976B2}" type="datetimeFigureOut">
              <a:rPr lang="vi-VN" smtClean="0"/>
              <a:pPr/>
              <a:t>29/04/2021</a:t>
            </a:fld>
            <a:endParaRPr lang="vi-VN"/>
          </a:p>
        </p:txBody>
      </p:sp>
      <p:sp>
        <p:nvSpPr>
          <p:cNvPr id="8" name="Footer Placeholder 7"/>
          <p:cNvSpPr>
            <a:spLocks noGrp="1"/>
          </p:cNvSpPr>
          <p:nvPr>
            <p:ph type="ftr" sz="quarter" idx="11"/>
          </p:nvPr>
        </p:nvSpPr>
        <p:spPr/>
        <p:txBody>
          <a:bodyPr/>
          <a:lstStyle/>
          <a:p>
            <a:endParaRPr lang="vi-VN"/>
          </a:p>
        </p:txBody>
      </p:sp>
      <p:sp>
        <p:nvSpPr>
          <p:cNvPr id="9" name="Slide Number Placeholder 8"/>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33476289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569F2D7-2394-463B-99AA-3447397976B2}" type="datetimeFigureOut">
              <a:rPr lang="vi-VN" smtClean="0"/>
              <a:pPr/>
              <a:t>29/04/2021</a:t>
            </a:fld>
            <a:endParaRPr lang="vi-VN"/>
          </a:p>
        </p:txBody>
      </p:sp>
      <p:sp>
        <p:nvSpPr>
          <p:cNvPr id="4" name="Footer Placeholder 3"/>
          <p:cNvSpPr>
            <a:spLocks noGrp="1"/>
          </p:cNvSpPr>
          <p:nvPr>
            <p:ph type="ftr" sz="quarter" idx="11"/>
          </p:nvPr>
        </p:nvSpPr>
        <p:spPr/>
        <p:txBody>
          <a:bodyPr/>
          <a:lstStyle/>
          <a:p>
            <a:endParaRPr lang="vi-VN"/>
          </a:p>
        </p:txBody>
      </p:sp>
      <p:sp>
        <p:nvSpPr>
          <p:cNvPr id="5" name="Slide Number Placeholder 4"/>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862127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569F2D7-2394-463B-99AA-3447397976B2}" type="datetimeFigureOut">
              <a:rPr lang="vi-VN" smtClean="0"/>
              <a:pPr/>
              <a:t>29/04/2021</a:t>
            </a:fld>
            <a:endParaRPr lang="vi-VN"/>
          </a:p>
        </p:txBody>
      </p:sp>
      <p:sp>
        <p:nvSpPr>
          <p:cNvPr id="3" name="Footer Placeholder 2"/>
          <p:cNvSpPr>
            <a:spLocks noGrp="1"/>
          </p:cNvSpPr>
          <p:nvPr>
            <p:ph type="ftr" sz="quarter" idx="11"/>
          </p:nvPr>
        </p:nvSpPr>
        <p:spPr/>
        <p:txBody>
          <a:bodyPr/>
          <a:lstStyle/>
          <a:p>
            <a:endParaRPr lang="vi-VN"/>
          </a:p>
        </p:txBody>
      </p:sp>
      <p:sp>
        <p:nvSpPr>
          <p:cNvPr id="4" name="Slide Number Placeholder 3"/>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27149388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569F2D7-2394-463B-99AA-3447397976B2}" type="datetimeFigureOut">
              <a:rPr lang="vi-VN" smtClean="0"/>
              <a:pPr/>
              <a:t>29/04/2021</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548349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569F2D7-2394-463B-99AA-3447397976B2}" type="datetimeFigureOut">
              <a:rPr lang="vi-VN" smtClean="0"/>
              <a:pPr/>
              <a:t>29/04/2021</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4025273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29/04/2021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35637323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29/04/2021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26675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69F2D7-2394-463B-99AA-3447397976B2}" type="datetimeFigureOut">
              <a:rPr lang="vi-VN" smtClean="0"/>
              <a:pPr/>
              <a:t>29/04/2021</a:t>
            </a:fld>
            <a:endParaRPr lang="vi-V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vi-V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5F9DCF-6D91-4825-8894-8E6DFCB090D1}" type="slidenum">
              <a:rPr lang="vi-VN" smtClean="0"/>
              <a:pPr/>
              <a:t>‹#›</a:t>
            </a:fld>
            <a:endParaRPr lang="vi-VN"/>
          </a:p>
        </p:txBody>
      </p:sp>
    </p:spTree>
    <p:extLst>
      <p:ext uri="{BB962C8B-B14F-4D97-AF65-F5344CB8AC3E}">
        <p14:creationId xmlns:p14="http://schemas.microsoft.com/office/powerpoint/2010/main" val="34687376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Lạy Thiên Chúa Ba Ngôi toàn năng, chúng con đang họp nhau cầu nguyện, tha thiết nài xin cho cơn dịch bệnh mau chấm dứt. Lạy Chúa Cha giàu lòng thương xót, xin nhìn đến nỗi thống khổ của đoàn con trên khắp thế giới, </a:t>
            </a:r>
          </a:p>
        </p:txBody>
      </p:sp>
    </p:spTree>
    <p:extLst>
      <p:ext uri="{BB962C8B-B14F-4D97-AF65-F5344CB8AC3E}">
        <p14:creationId xmlns:p14="http://schemas.microsoft.com/office/powerpoint/2010/main" val="4047683388"/>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đặc biệt tại những nơi dịch bệnh đang hoành hành. Xin củng cố đức tin của chúng con, cho chúng con hoàn toàn tín thác vào tình yêu quan phòng của Cha. Lạy Chúa Giêsu là Đấng cứu độ duy nhất, </a:t>
            </a:r>
          </a:p>
        </p:txBody>
      </p:sp>
    </p:spTree>
    <p:extLst>
      <p:ext uri="{BB962C8B-B14F-4D97-AF65-F5344CB8AC3E}">
        <p14:creationId xmlns:p14="http://schemas.microsoft.com/office/powerpoint/2010/main" val="3640129449"/>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là vị lương y đầy quyền năng và lòng thương xót, xin thương cho các bệnh nhân sớm được chữa lành, và an ủi các gia đình đang gặp khó khăn thử thách. Xin cho lời chúng con khiêm tốn cầu nguyện, </a:t>
            </a:r>
          </a:p>
        </p:txBody>
      </p:sp>
    </p:spTree>
    <p:extLst>
      <p:ext uri="{BB962C8B-B14F-4D97-AF65-F5344CB8AC3E}">
        <p14:creationId xmlns:p14="http://schemas.microsoft.com/office/powerpoint/2010/main" val="1625506"/>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được chạm tới trái tim nhân lành của Chúa, xin giảm bớt gánh nặng khổ đau, và cho chúng con cảm nhận được bàn tay Chúa đang ân cần nâng đỡ chúng con. Lạy Chúa Thánh Thần là nguồn sức mạnh tình yêu, </a:t>
            </a:r>
          </a:p>
        </p:txBody>
      </p:sp>
    </p:spTree>
    <p:extLst>
      <p:ext uri="{BB962C8B-B14F-4D97-AF65-F5344CB8AC3E}">
        <p14:creationId xmlns:p14="http://schemas.microsoft.com/office/powerpoint/2010/main" val="142463213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xin soi sáng các vị hữu trách và những người có khả năng, giúp họ sớm tìm ra phương thuốc chữa trị dịch bệnh, xin ban cho các bác sĩ và nhân viên y tế, sức mạnh của tình thương và lòng nhiệt thành quảng đại, </a:t>
            </a:r>
          </a:p>
        </p:txBody>
      </p:sp>
    </p:spTree>
    <p:extLst>
      <p:ext uri="{BB962C8B-B14F-4D97-AF65-F5344CB8AC3E}">
        <p14:creationId xmlns:p14="http://schemas.microsoft.com/office/powerpoint/2010/main" val="4118284500"/>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luôn tận tâm tận lực phục vụ các bệnh nhân. Chúng con xin trao vào đôi tay từ mẫu của Mẹ Maria, những lời khẩn nguyện trong cơn đại nạn, nhờ lời Đức Mẹ chuyển cầu, xin Chúa nhận lời chúng con. Amen</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5814243"/>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06D17-6BBA-4289-872B-3483843B683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1693604-3977-4881-B828-703F88560D67}"/>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5500320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Nhập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REO VUI MỪNG (8)</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994339"/>
            <a:ext cx="9144000" cy="7030720"/>
          </a:xfrm>
        </p:spPr>
        <p:txBody>
          <a:bodyPr>
            <a:noAutofit/>
          </a:bodyPr>
          <a:lstStyle/>
          <a:p>
            <a:pPr algn="just"/>
            <a:r>
              <a:rPr lang="en-US" sz="5400" b="1" dirty="0">
                <a:latin typeface="Times New Roman" panose="02020603050405020304" pitchFamily="18" charset="0"/>
                <a:cs typeface="Times New Roman" panose="02020603050405020304" pitchFamily="18" charset="0"/>
              </a:rPr>
              <a:t>ĐK. </a:t>
            </a:r>
            <a:r>
              <a:rPr lang="en-US" sz="5400" b="1" dirty="0" err="1">
                <a:latin typeface="Times New Roman" panose="02020603050405020304" pitchFamily="18" charset="0"/>
                <a:cs typeface="Times New Roman" panose="02020603050405020304" pitchFamily="18" charset="0"/>
              </a:rPr>
              <a:t>Chúng</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đến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đây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reo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vui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mừng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hoan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cảm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tạ</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Chúng</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đến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đây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reo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vui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mừng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cùng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hoà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vang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theo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tiếng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đàn</a:t>
            </a:r>
            <a:r>
              <a:rPr lang="en-US" sz="5400" b="1" dirty="0">
                <a:latin typeface="Times New Roman" panose="02020603050405020304" pitchFamily="18" charset="0"/>
                <a:cs typeface="Times New Roman" panose="02020603050405020304" pitchFamily="18" charset="0"/>
              </a:rPr>
              <a:t> ca.</a:t>
            </a:r>
          </a:p>
        </p:txBody>
      </p:sp>
    </p:spTree>
    <p:extLst>
      <p:ext uri="{BB962C8B-B14F-4D97-AF65-F5344CB8AC3E}">
        <p14:creationId xmlns:p14="http://schemas.microsoft.com/office/powerpoint/2010/main" val="1131086766"/>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Nhập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REO VUI MỪNG (8)</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868557"/>
            <a:ext cx="9144000" cy="5282285"/>
          </a:xfrm>
        </p:spPr>
        <p:txBody>
          <a:bodyPr>
            <a:noAutofit/>
          </a:bodyPr>
          <a:lstStyle/>
          <a:p>
            <a:pPr algn="just"/>
            <a:r>
              <a:rPr lang="en-US" sz="5400" b="1" dirty="0">
                <a:latin typeface="Times New Roman" panose="02020603050405020304" pitchFamily="18" charset="0"/>
                <a:cs typeface="Times New Roman" panose="02020603050405020304" pitchFamily="18" charset="0"/>
              </a:rPr>
              <a:t>1. Xin </a:t>
            </a:r>
            <a:r>
              <a:rPr lang="en-US" sz="5400" b="1" dirty="0" err="1">
                <a:latin typeface="Times New Roman" panose="02020603050405020304" pitchFamily="18" charset="0"/>
                <a:cs typeface="Times New Roman" panose="02020603050405020304" pitchFamily="18" charset="0"/>
              </a:rPr>
              <a:t>tung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hô</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muôn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loài</a:t>
            </a:r>
            <a:r>
              <a:rPr lang="en-US" sz="5400" b="1" dirty="0">
                <a:latin typeface="Times New Roman" panose="02020603050405020304" pitchFamily="18" charset="0"/>
                <a:cs typeface="Times New Roman" panose="02020603050405020304" pitchFamily="18" charset="0"/>
              </a:rPr>
              <a:t>. Xin </a:t>
            </a:r>
            <a:r>
              <a:rPr lang="en-US" sz="5400" b="1" dirty="0" err="1">
                <a:latin typeface="Times New Roman" panose="02020603050405020304" pitchFamily="18" charset="0"/>
                <a:cs typeface="Times New Roman" panose="02020603050405020304" pitchFamily="18" charset="0"/>
              </a:rPr>
              <a:t>tung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hô</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khắp</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địa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cầu</a:t>
            </a:r>
            <a:r>
              <a:rPr lang="en-US" sz="5400"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514380316"/>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Nhập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REO VUI MỪNG (8)</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994339"/>
            <a:ext cx="9144000" cy="7030720"/>
          </a:xfrm>
        </p:spPr>
        <p:txBody>
          <a:bodyPr>
            <a:noAutofit/>
          </a:bodyPr>
          <a:lstStyle/>
          <a:p>
            <a:pPr algn="just"/>
            <a:r>
              <a:rPr lang="en-US" sz="5400" b="1" dirty="0">
                <a:latin typeface="Times New Roman" panose="02020603050405020304" pitchFamily="18" charset="0"/>
                <a:cs typeface="Times New Roman" panose="02020603050405020304" pitchFamily="18" charset="0"/>
              </a:rPr>
              <a:t>ĐK. </a:t>
            </a:r>
            <a:r>
              <a:rPr lang="en-US" sz="5400" b="1" dirty="0" err="1">
                <a:latin typeface="Times New Roman" panose="02020603050405020304" pitchFamily="18" charset="0"/>
                <a:cs typeface="Times New Roman" panose="02020603050405020304" pitchFamily="18" charset="0"/>
              </a:rPr>
              <a:t>Chúng</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đến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đây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reo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vui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mừng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hoan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cảm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tạ</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Chúng</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đến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đây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reo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vui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mừng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cùng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hoà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vang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theo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tiếng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đàn</a:t>
            </a:r>
            <a:r>
              <a:rPr lang="en-US" sz="5400" b="1" dirty="0">
                <a:latin typeface="Times New Roman" panose="02020603050405020304" pitchFamily="18" charset="0"/>
                <a:cs typeface="Times New Roman" panose="02020603050405020304" pitchFamily="18" charset="0"/>
              </a:rPr>
              <a:t> ca.</a:t>
            </a:r>
          </a:p>
        </p:txBody>
      </p:sp>
    </p:spTree>
    <p:extLst>
      <p:ext uri="{BB962C8B-B14F-4D97-AF65-F5344CB8AC3E}">
        <p14:creationId xmlns:p14="http://schemas.microsoft.com/office/powerpoint/2010/main" val="3037465179"/>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Nhập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REO VUI MỪNG (8)</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69574" y="1719470"/>
            <a:ext cx="9144000" cy="5282285"/>
          </a:xfrm>
        </p:spPr>
        <p:txBody>
          <a:bodyPr>
            <a:noAutofit/>
          </a:bodyPr>
          <a:lstStyle/>
          <a:p>
            <a:pPr algn="just"/>
            <a:r>
              <a:rPr lang="en-US" sz="5400" b="1" dirty="0">
                <a:latin typeface="Times New Roman" panose="02020603050405020304" pitchFamily="18" charset="0"/>
                <a:cs typeface="Times New Roman" panose="02020603050405020304" pitchFamily="18" charset="0"/>
              </a:rPr>
              <a:t>2. Xin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Cha </a:t>
            </a:r>
            <a:r>
              <a:rPr lang="en-US" sz="5400" b="1" dirty="0" err="1">
                <a:latin typeface="Times New Roman" panose="02020603050405020304" pitchFamily="18" charset="0"/>
                <a:cs typeface="Times New Roman" panose="02020603050405020304" pitchFamily="18" charset="0"/>
              </a:rPr>
              <a:t>những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trong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cuộc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Xin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Cha bao </a:t>
            </a:r>
            <a:r>
              <a:rPr lang="en-US" sz="5400" b="1" dirty="0" err="1">
                <a:latin typeface="Times New Roman" panose="02020603050405020304" pitchFamily="18" charset="0"/>
                <a:cs typeface="Times New Roman" panose="02020603050405020304" pitchFamily="18" charset="0"/>
              </a:rPr>
              <a:t>nhiêu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đắng</a:t>
            </a:r>
            <a:r>
              <a:rPr lang="en-US" sz="5400" b="1" dirty="0">
                <a:latin typeface="Times New Roman" panose="02020603050405020304" pitchFamily="18" charset="0"/>
                <a:cs typeface="Times New Roman" panose="02020603050405020304" pitchFamily="18" charset="0"/>
              </a:rPr>
              <a:t> cay u </a:t>
            </a:r>
            <a:r>
              <a:rPr lang="en-US" sz="5400" b="1" dirty="0" err="1">
                <a:latin typeface="Times New Roman" panose="02020603050405020304" pitchFamily="18" charset="0"/>
                <a:cs typeface="Times New Roman" panose="02020603050405020304" pitchFamily="18" charset="0"/>
              </a:rPr>
              <a:t>sầu</a:t>
            </a:r>
            <a:r>
              <a:rPr lang="en-US" sz="5400"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853919926"/>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Nhập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REO VUI MỪNG (8)</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994339"/>
            <a:ext cx="9144000" cy="7030720"/>
          </a:xfrm>
        </p:spPr>
        <p:txBody>
          <a:bodyPr>
            <a:noAutofit/>
          </a:bodyPr>
          <a:lstStyle/>
          <a:p>
            <a:pPr algn="just"/>
            <a:r>
              <a:rPr lang="en-US" sz="5400" b="1" dirty="0">
                <a:latin typeface="Times New Roman" panose="02020603050405020304" pitchFamily="18" charset="0"/>
                <a:cs typeface="Times New Roman" panose="02020603050405020304" pitchFamily="18" charset="0"/>
              </a:rPr>
              <a:t>ĐK. </a:t>
            </a:r>
            <a:r>
              <a:rPr lang="en-US" sz="5400" b="1" dirty="0" err="1">
                <a:latin typeface="Times New Roman" panose="02020603050405020304" pitchFamily="18" charset="0"/>
                <a:cs typeface="Times New Roman" panose="02020603050405020304" pitchFamily="18" charset="0"/>
              </a:rPr>
              <a:t>Chúng</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đến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đây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reo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vui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mừng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hoan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cảm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tạ</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Chúng</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đến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đây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reo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vui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mừng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cùng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hoà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vang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theo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tiếng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đàn</a:t>
            </a:r>
            <a:r>
              <a:rPr lang="en-US" sz="5400" b="1" dirty="0">
                <a:latin typeface="Times New Roman" panose="02020603050405020304" pitchFamily="18" charset="0"/>
                <a:cs typeface="Times New Roman" panose="02020603050405020304" pitchFamily="18" charset="0"/>
              </a:rPr>
              <a:t> ca.</a:t>
            </a:r>
          </a:p>
        </p:txBody>
      </p:sp>
    </p:spTree>
    <p:extLst>
      <p:ext uri="{BB962C8B-B14F-4D97-AF65-F5344CB8AC3E}">
        <p14:creationId xmlns:p14="http://schemas.microsoft.com/office/powerpoint/2010/main" val="857486839"/>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189607"/>
            <a:ext cx="9144000" cy="7164280"/>
          </a:xfrm>
        </p:spPr>
        <p:txBody>
          <a:bodyPr>
            <a:noAutofit/>
          </a:bodyPr>
          <a:lstStyle/>
          <a:p>
            <a:r>
              <a:rPr lang="en-US" sz="66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6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a:t>
            </a:r>
          </a:p>
          <a:p>
            <a:pPr algn="just"/>
            <a:r>
              <a:rPr lang="en-US" sz="5400" b="1" dirty="0" err="1">
                <a:latin typeface="Times New Roman" panose="02020603050405020304" pitchFamily="18" charset="0"/>
                <a:cs typeface="Times New Roman" panose="02020603050405020304" pitchFamily="18" charset="0"/>
              </a:rPr>
              <a:t>Lạy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sẽ</a:t>
            </a:r>
            <a:r>
              <a:rPr lang="en-US" sz="5400" b="1" dirty="0">
                <a:latin typeface="Times New Roman" panose="02020603050405020304" pitchFamily="18" charset="0"/>
                <a:cs typeface="Times New Roman" panose="02020603050405020304" pitchFamily="18" charset="0"/>
              </a:rPr>
              <a:t> ca </a:t>
            </a:r>
            <a:r>
              <a:rPr lang="en-US" sz="5400" b="1" dirty="0" err="1">
                <a:latin typeface="Times New Roman" panose="02020603050405020304" pitchFamily="18" charset="0"/>
                <a:cs typeface="Times New Roman" panose="02020603050405020304" pitchFamily="18" charset="0"/>
              </a:rPr>
              <a:t>ngợi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tình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của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tới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muôn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64627009"/>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461961"/>
            <a:ext cx="9144000" cy="5934077"/>
          </a:xfrm>
        </p:spPr>
        <p:txBody>
          <a:bodyPr>
            <a:noAutofit/>
          </a:bodyPr>
          <a:lstStyle/>
          <a:p>
            <a:r>
              <a:rPr lang="en-US" sz="5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Alleluia</a:t>
            </a:r>
          </a:p>
          <a:p>
            <a:pPr algn="just"/>
            <a:r>
              <a:rPr lang="en-US" sz="5400" b="1" dirty="0">
                <a:latin typeface="Times New Roman" panose="02020603050405020304" pitchFamily="18" charset="0"/>
                <a:cs typeface="Times New Roman" panose="02020603050405020304" pitchFamily="18" charset="0"/>
              </a:rPr>
              <a:t>All…All… </a:t>
            </a:r>
            <a:r>
              <a:rPr lang="en-US" sz="5400" b="1" dirty="0" err="1">
                <a:latin typeface="Times New Roman" panose="02020603050405020304" pitchFamily="18" charset="0"/>
                <a:cs typeface="Times New Roman" panose="02020603050405020304" pitchFamily="18" charset="0"/>
              </a:rPr>
              <a:t>Các</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hãy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giảng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dạy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muôn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Thầy</a:t>
            </a:r>
            <a:r>
              <a:rPr lang="en-US" sz="5400" b="1" dirty="0">
                <a:latin typeface="Times New Roman" panose="02020603050405020304" pitchFamily="18" charset="0"/>
                <a:cs typeface="Times New Roman" panose="02020603050405020304" pitchFamily="18" charset="0"/>
              </a:rPr>
              <a:t> ở </a:t>
            </a:r>
            <a:r>
              <a:rPr lang="en-US" sz="5400" b="1" dirty="0" err="1">
                <a:latin typeface="Times New Roman" panose="02020603050405020304" pitchFamily="18" charset="0"/>
                <a:cs typeface="Times New Roman" panose="02020603050405020304" pitchFamily="18" charset="0"/>
              </a:rPr>
              <a:t>cùng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các</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mọi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tận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thế</a:t>
            </a:r>
            <a:r>
              <a:rPr lang="en-US" sz="5400" b="1" dirty="0">
                <a:latin typeface="Times New Roman" panose="02020603050405020304" pitchFamily="18" charset="0"/>
                <a:cs typeface="Times New Roman" panose="02020603050405020304" pitchFamily="18" charset="0"/>
              </a:rPr>
              <a:t>. All…All…</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4007725"/>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Dâng</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DÂNG CHÚA 297</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19200"/>
            <a:ext cx="9144000" cy="6391564"/>
          </a:xfrm>
        </p:spPr>
        <p:txBody>
          <a:bodyPr>
            <a:noAutofit/>
          </a:bodyPr>
          <a:lstStyle/>
          <a:p>
            <a:pPr algn="just"/>
            <a:r>
              <a:rPr lang="en-US" sz="5400" b="1" dirty="0">
                <a:solidFill>
                  <a:schemeClr val="tx1"/>
                </a:solidFill>
                <a:latin typeface="Times New Roman" panose="02020603050405020304" pitchFamily="18" charset="0"/>
                <a:cs typeface="Times New Roman" panose="02020603050405020304" pitchFamily="18" charset="0"/>
              </a:rPr>
              <a:t>ĐK: </a:t>
            </a:r>
            <a:r>
              <a:rPr lang="en-US" sz="5400" b="1" dirty="0" err="1">
                <a:solidFill>
                  <a:schemeClr val="tx1"/>
                </a:solidFill>
                <a:latin typeface="Times New Roman" panose="02020603050405020304" pitchFamily="18" charset="0"/>
                <a:cs typeface="Times New Roman" panose="02020603050405020304" pitchFamily="18" charset="0"/>
              </a:rPr>
              <a:t>Chúa</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ơi</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từ</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đây</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trọn</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đời</a:t>
            </a:r>
            <a:r>
              <a:rPr lang="en-US" sz="5400" b="1" dirty="0">
                <a:solidFill>
                  <a:schemeClr val="tx1"/>
                </a:solidFill>
                <a:latin typeface="Times New Roman" panose="02020603050405020304" pitchFamily="18" charset="0"/>
                <a:cs typeface="Times New Roman" panose="02020603050405020304" pitchFamily="18" charset="0"/>
              </a:rPr>
              <a:t> con </a:t>
            </a:r>
            <a:r>
              <a:rPr lang="en-US" sz="5400" b="1" dirty="0" err="1">
                <a:solidFill>
                  <a:schemeClr val="tx1"/>
                </a:solidFill>
                <a:latin typeface="Times New Roman" panose="02020603050405020304" pitchFamily="18" charset="0"/>
                <a:cs typeface="Times New Roman" panose="02020603050405020304" pitchFamily="18" charset="0"/>
              </a:rPr>
              <a:t>ước</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nguyện</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dâng</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hiến</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Chúa</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Thân</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xác</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linh</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hồn</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nguyện</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cầu</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Chúa</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dẫn</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đưa</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trên</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đời</a:t>
            </a:r>
            <a:r>
              <a:rPr lang="en-US" sz="5400" b="1" dirty="0">
                <a:solidFill>
                  <a:schemeClr val="tx1"/>
                </a:solidFill>
                <a:latin typeface="Times New Roman" panose="02020603050405020304" pitchFamily="18" charset="0"/>
                <a:cs typeface="Times New Roman" panose="02020603050405020304" pitchFamily="18" charset="0"/>
              </a:rPr>
              <a:t>.</a:t>
            </a:r>
            <a:endParaRPr lang="vi-VN" sz="54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280091424"/>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Dâng</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DÂNG CHÚA 297</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914400"/>
            <a:ext cx="9144000" cy="6391564"/>
          </a:xfrm>
        </p:spPr>
        <p:txBody>
          <a:bodyPr>
            <a:noAutofit/>
          </a:bodyPr>
          <a:lstStyle/>
          <a:p>
            <a:pPr algn="just"/>
            <a:r>
              <a:rPr lang="en-US" sz="5400" b="1" dirty="0">
                <a:solidFill>
                  <a:schemeClr val="tx1"/>
                </a:solidFill>
                <a:latin typeface="Times New Roman" panose="02020603050405020304" pitchFamily="18" charset="0"/>
                <a:cs typeface="Times New Roman" panose="02020603050405020304" pitchFamily="18" charset="0"/>
              </a:rPr>
              <a:t>1. </a:t>
            </a:r>
            <a:r>
              <a:rPr lang="en-US" sz="5400" b="1" dirty="0" err="1">
                <a:solidFill>
                  <a:schemeClr val="tx1"/>
                </a:solidFill>
                <a:latin typeface="Times New Roman" panose="02020603050405020304" pitchFamily="18" charset="0"/>
                <a:cs typeface="Times New Roman" panose="02020603050405020304" pitchFamily="18" charset="0"/>
              </a:rPr>
              <a:t>Ôi</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êm</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đềm</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này</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giờ</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Chúa</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nhân</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từ</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đã</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dủ</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thương</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phận</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hèn</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tôi</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tới</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Muôn</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ơn</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lành</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Người</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đổ</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xuống</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chan</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hòa</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vì</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tình</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yêu</a:t>
            </a:r>
            <a:r>
              <a:rPr lang="en-US" sz="5400" b="1" dirty="0">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không</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bến</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không</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bờ</a:t>
            </a:r>
            <a:r>
              <a:rPr lang="en-US" sz="5400" b="1" dirty="0">
                <a:solidFill>
                  <a:schemeClr val="tx1"/>
                </a:solidFill>
                <a:latin typeface="Times New Roman" panose="02020603050405020304" pitchFamily="18" charset="0"/>
                <a:cs typeface="Times New Roman" panose="02020603050405020304" pitchFamily="18" charset="0"/>
              </a:rPr>
              <a:t>.</a:t>
            </a:r>
            <a:endParaRPr lang="vi-VN" sz="54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4081422079"/>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Dâng</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DÂNG CHÚA 297</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19200"/>
            <a:ext cx="9144000" cy="6391564"/>
          </a:xfrm>
        </p:spPr>
        <p:txBody>
          <a:bodyPr>
            <a:noAutofit/>
          </a:bodyPr>
          <a:lstStyle/>
          <a:p>
            <a:pPr algn="just"/>
            <a:r>
              <a:rPr lang="en-US" sz="5400" b="1" dirty="0">
                <a:solidFill>
                  <a:schemeClr val="tx1"/>
                </a:solidFill>
                <a:latin typeface="Times New Roman" panose="02020603050405020304" pitchFamily="18" charset="0"/>
                <a:cs typeface="Times New Roman" panose="02020603050405020304" pitchFamily="18" charset="0"/>
              </a:rPr>
              <a:t>ĐK: </a:t>
            </a:r>
            <a:r>
              <a:rPr lang="en-US" sz="5400" b="1" dirty="0" err="1">
                <a:solidFill>
                  <a:schemeClr val="tx1"/>
                </a:solidFill>
                <a:latin typeface="Times New Roman" panose="02020603050405020304" pitchFamily="18" charset="0"/>
                <a:cs typeface="Times New Roman" panose="02020603050405020304" pitchFamily="18" charset="0"/>
              </a:rPr>
              <a:t>Chúa</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ơi</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từ</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đây</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trọn</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đời</a:t>
            </a:r>
            <a:r>
              <a:rPr lang="en-US" sz="5400" b="1" dirty="0">
                <a:solidFill>
                  <a:schemeClr val="tx1"/>
                </a:solidFill>
                <a:latin typeface="Times New Roman" panose="02020603050405020304" pitchFamily="18" charset="0"/>
                <a:cs typeface="Times New Roman" panose="02020603050405020304" pitchFamily="18" charset="0"/>
              </a:rPr>
              <a:t> con </a:t>
            </a:r>
            <a:r>
              <a:rPr lang="en-US" sz="5400" b="1" dirty="0" err="1">
                <a:solidFill>
                  <a:schemeClr val="tx1"/>
                </a:solidFill>
                <a:latin typeface="Times New Roman" panose="02020603050405020304" pitchFamily="18" charset="0"/>
                <a:cs typeface="Times New Roman" panose="02020603050405020304" pitchFamily="18" charset="0"/>
              </a:rPr>
              <a:t>ước</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nguyện</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dâng</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hiến</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Chúa</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Thân</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xác</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linh</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hồn</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nguyện</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cầu</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Chúa</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dẫn</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đưa</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trên</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đời</a:t>
            </a:r>
            <a:r>
              <a:rPr lang="en-US" sz="5400" b="1" dirty="0">
                <a:solidFill>
                  <a:schemeClr val="tx1"/>
                </a:solidFill>
                <a:latin typeface="Times New Roman" panose="02020603050405020304" pitchFamily="18" charset="0"/>
                <a:cs typeface="Times New Roman" panose="02020603050405020304" pitchFamily="18" charset="0"/>
              </a:rPr>
              <a:t>.</a:t>
            </a:r>
            <a:endParaRPr lang="vi-VN" sz="54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781979448"/>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36128-4A05-40B8-BBED-8B4157398241}"/>
              </a:ext>
            </a:extLst>
          </p:cNvPr>
          <p:cNvSpPr>
            <a:spLocks noGrp="1"/>
          </p:cNvSpPr>
          <p:nvPr>
            <p:ph type="title"/>
          </p:nvPr>
        </p:nvSpPr>
        <p:spPr>
          <a:xfrm>
            <a:off x="-1" y="0"/>
            <a:ext cx="9143999" cy="1325563"/>
          </a:xfrm>
        </p:spPr>
        <p:txBody>
          <a:bodyPr>
            <a:normAutofit/>
          </a:bodyPr>
          <a:lstStyle/>
          <a:p>
            <a:r>
              <a:rPr lang="en-US" sz="5400" b="1" dirty="0">
                <a:solidFill>
                  <a:srgbClr val="FF0000"/>
                </a:solidFill>
                <a:latin typeface="Times New Roman" panose="02020603050405020304" pitchFamily="18" charset="0"/>
                <a:cs typeface="Times New Roman" panose="02020603050405020304" pitchFamily="18" charset="0"/>
              </a:rPr>
              <a:t>Ca </a:t>
            </a:r>
            <a:r>
              <a:rPr lang="en-US" sz="5400" b="1" dirty="0" err="1">
                <a:solidFill>
                  <a:srgbClr val="FF0000"/>
                </a:solidFill>
                <a:latin typeface="Times New Roman" panose="02020603050405020304" pitchFamily="18" charset="0"/>
                <a:cs typeface="Times New Roman" panose="02020603050405020304" pitchFamily="18" charset="0"/>
              </a:rPr>
              <a:t>hiệp</a:t>
            </a:r>
            <a:r>
              <a:rPr lang="en-US" sz="5400" b="1" dirty="0">
                <a:solidFill>
                  <a:srgbClr val="FF0000"/>
                </a:solidFill>
                <a:latin typeface="Times New Roman" panose="02020603050405020304" pitchFamily="18" charset="0"/>
                <a:cs typeface="Times New Roman" panose="02020603050405020304" pitchFamily="18" charset="0"/>
              </a:rPr>
              <a:t> </a:t>
            </a:r>
            <a:r>
              <a:rPr lang="en-US" sz="5400" b="1" dirty="0" err="1">
                <a:solidFill>
                  <a:srgbClr val="FF0000"/>
                </a:solidFill>
                <a:latin typeface="Times New Roman" panose="02020603050405020304" pitchFamily="18" charset="0"/>
                <a:cs typeface="Times New Roman" panose="02020603050405020304" pitchFamily="18" charset="0"/>
              </a:rPr>
              <a:t>lễ</a:t>
            </a:r>
            <a:endParaRPr lang="en-US" sz="54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9C51F5D-34DD-43C2-95A7-3D04A4BAD8AB}"/>
              </a:ext>
            </a:extLst>
          </p:cNvPr>
          <p:cNvSpPr>
            <a:spLocks noGrp="1"/>
          </p:cNvSpPr>
          <p:nvPr>
            <p:ph idx="1"/>
          </p:nvPr>
        </p:nvSpPr>
        <p:spPr>
          <a:xfrm>
            <a:off x="0" y="1069882"/>
            <a:ext cx="9144000" cy="4351338"/>
          </a:xfrm>
        </p:spPr>
        <p:txBody>
          <a:bodyPr>
            <a:noAutofit/>
          </a:bodyPr>
          <a:lstStyle/>
          <a:p>
            <a:pPr marL="0" indent="0" algn="just">
              <a:buNone/>
            </a:pPr>
            <a:r>
              <a:rPr lang="en-US" sz="5400" b="1" dirty="0" err="1">
                <a:latin typeface="Times New Roman" panose="02020603050405020304" pitchFamily="18" charset="0"/>
                <a:cs typeface="Times New Roman" panose="02020603050405020304" pitchFamily="18" charset="0"/>
              </a:rPr>
              <a:t>Nếu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chúng</a:t>
            </a:r>
            <a:r>
              <a:rPr lang="en-US" sz="5400" b="1" dirty="0">
                <a:latin typeface="Times New Roman" panose="02020603050405020304" pitchFamily="18" charset="0"/>
                <a:cs typeface="Times New Roman" panose="02020603050405020304" pitchFamily="18" charset="0"/>
              </a:rPr>
              <a:t> ta </a:t>
            </a:r>
            <a:r>
              <a:rPr lang="en-US" sz="5400" b="1" dirty="0" err="1">
                <a:latin typeface="Times New Roman" panose="02020603050405020304" pitchFamily="18" charset="0"/>
                <a:cs typeface="Times New Roman" panose="02020603050405020304" pitchFamily="18" charset="0"/>
              </a:rPr>
              <a:t>đi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trong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sự</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như</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Thiên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ở </a:t>
            </a:r>
            <a:r>
              <a:rPr lang="en-US" sz="5400" b="1" dirty="0" err="1">
                <a:latin typeface="Times New Roman" panose="02020603050405020304" pitchFamily="18" charset="0"/>
                <a:cs typeface="Times New Roman" panose="02020603050405020304" pitchFamily="18" charset="0"/>
              </a:rPr>
              <a:t>Trong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sự</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thì</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chúng</a:t>
            </a:r>
            <a:r>
              <a:rPr lang="en-US" sz="5400" b="1" dirty="0">
                <a:latin typeface="Times New Roman" panose="02020603050405020304" pitchFamily="18" charset="0"/>
                <a:cs typeface="Times New Roman" panose="02020603050405020304" pitchFamily="18" charset="0"/>
              </a:rPr>
              <a:t> ta </a:t>
            </a:r>
            <a:r>
              <a:rPr lang="en-US" sz="5400" b="1" dirty="0" err="1">
                <a:latin typeface="Times New Roman" panose="02020603050405020304" pitchFamily="18" charset="0"/>
                <a:cs typeface="Times New Roman" panose="02020603050405020304" pitchFamily="18" charset="0"/>
              </a:rPr>
              <a:t>được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hợp</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nhất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cùng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nhau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máu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của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Giê-su</a:t>
            </a:r>
            <a:r>
              <a:rPr lang="en-US" sz="5400" b="1" dirty="0">
                <a:latin typeface="Times New Roman" panose="02020603050405020304" pitchFamily="18" charset="0"/>
                <a:cs typeface="Times New Roman" panose="02020603050405020304" pitchFamily="18" charset="0"/>
              </a:rPr>
              <a:t> Ki-</a:t>
            </a:r>
            <a:r>
              <a:rPr lang="en-US" sz="5400" b="1" dirty="0" err="1">
                <a:latin typeface="Times New Roman" panose="02020603050405020304" pitchFamily="18" charset="0"/>
                <a:cs typeface="Times New Roman" panose="02020603050405020304" pitchFamily="18" charset="0"/>
              </a:rPr>
              <a:t>tô</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của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thanh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tẩy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chúng</a:t>
            </a:r>
            <a:r>
              <a:rPr lang="en-US" sz="5400" b="1" dirty="0">
                <a:latin typeface="Times New Roman" panose="02020603050405020304" pitchFamily="18" charset="0"/>
                <a:cs typeface="Times New Roman" panose="02020603050405020304" pitchFamily="18" charset="0"/>
              </a:rPr>
              <a:t> ta </a:t>
            </a:r>
            <a:r>
              <a:rPr lang="en-US" sz="5400" b="1" dirty="0" err="1">
                <a:latin typeface="Times New Roman" panose="02020603050405020304" pitchFamily="18" charset="0"/>
                <a:cs typeface="Times New Roman" panose="02020603050405020304" pitchFamily="18" charset="0"/>
              </a:rPr>
              <a:t>sạch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mọi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tội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lỗi</a:t>
            </a:r>
            <a:r>
              <a:rPr lang="en-US" sz="5400" b="1" dirty="0">
                <a:latin typeface="Times New Roman" panose="02020603050405020304" pitchFamily="18" charset="0"/>
                <a:cs typeface="Times New Roman" panose="02020603050405020304" pitchFamily="18" charset="0"/>
              </a:rPr>
              <a:t>. Alleluia.</a:t>
            </a:r>
          </a:p>
        </p:txBody>
      </p:sp>
    </p:spTree>
    <p:extLst>
      <p:ext uri="{BB962C8B-B14F-4D97-AF65-F5344CB8AC3E}">
        <p14:creationId xmlns:p14="http://schemas.microsoft.com/office/powerpoint/2010/main" val="11214843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CHÚA LÀ GIA NGHIỆP (90)</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9236" y="876300"/>
            <a:ext cx="9144000" cy="5105400"/>
          </a:xfrm>
        </p:spPr>
        <p:txBody>
          <a:bodyPr>
            <a:noAutofit/>
          </a:bodyPr>
          <a:lstStyle/>
          <a:p>
            <a:pPr algn="just"/>
            <a:r>
              <a:rPr lang="vi-VN" sz="5400" b="1" dirty="0">
                <a:latin typeface="+mj-lt"/>
              </a:rPr>
              <a:t>ÐK: Chúa là gia nghiệp đời con. Xin Ngài bảo toàn thân con, vì ngoài Chúa ra con tìm đâu thấy hạnh phúc, và </a:t>
            </a:r>
            <a:r>
              <a:rPr lang="en-US" sz="5400" b="1" dirty="0" err="1">
                <a:latin typeface="Times New Roman" panose="02020603050405020304" pitchFamily="18" charset="0"/>
                <a:cs typeface="Times New Roman" panose="02020603050405020304" pitchFamily="18" charset="0"/>
              </a:rPr>
              <a:t>chỉ</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nơi</a:t>
            </a:r>
            <a:r>
              <a:rPr lang="en-US" sz="5400" b="1" dirty="0">
                <a:latin typeface="Times New Roman" panose="02020603050405020304" pitchFamily="18" charset="0"/>
                <a:cs typeface="Times New Roman" panose="02020603050405020304" pitchFamily="18" charset="0"/>
              </a:rPr>
              <a:t> </a:t>
            </a:r>
            <a:r>
              <a:rPr lang="vi-VN" sz="5400" b="1" dirty="0">
                <a:latin typeface="+mj-lt"/>
              </a:rPr>
              <a:t>Chúa con tìm thấy được niềm vui, Chúa là gia nghiệp đời con.</a:t>
            </a:r>
            <a:endParaRPr lang="vi-VN" sz="5400" b="1" dirty="0">
              <a:latin typeface="+mj-lt"/>
              <a:cs typeface="Times New Roman" panose="02020603050405020304" pitchFamily="18" charset="0"/>
            </a:endParaRPr>
          </a:p>
        </p:txBody>
      </p:sp>
    </p:spTree>
    <p:extLst>
      <p:ext uri="{BB962C8B-B14F-4D97-AF65-F5344CB8AC3E}">
        <p14:creationId xmlns:p14="http://schemas.microsoft.com/office/powerpoint/2010/main" val="412278628"/>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CHÚA LÀ GIA NGHIỆP (90)</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9236" y="1143000"/>
            <a:ext cx="9144000" cy="5105400"/>
          </a:xfrm>
        </p:spPr>
        <p:txBody>
          <a:bodyPr>
            <a:noAutofit/>
          </a:bodyPr>
          <a:lstStyle/>
          <a:p>
            <a:pPr algn="just"/>
            <a:r>
              <a:rPr lang="vi-VN" sz="5400" b="1" dirty="0">
                <a:latin typeface="+mj-lt"/>
              </a:rPr>
              <a:t>1. Con chúc tụng Chúa suốt đời, vì Ngài thương dẫn đường chỉ lối. Giữa lúc đêm trường con tưởng nhớ Ngài, Ngài ở bên con, con còn sợ chi.</a:t>
            </a:r>
            <a:endParaRPr lang="vi-VN" sz="5400" b="1" dirty="0">
              <a:latin typeface="+mj-lt"/>
              <a:cs typeface="Times New Roman" panose="02020603050405020304" pitchFamily="18" charset="0"/>
            </a:endParaRPr>
          </a:p>
        </p:txBody>
      </p:sp>
    </p:spTree>
    <p:extLst>
      <p:ext uri="{BB962C8B-B14F-4D97-AF65-F5344CB8AC3E}">
        <p14:creationId xmlns:p14="http://schemas.microsoft.com/office/powerpoint/2010/main" val="2705059722"/>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CHÚA LÀ GIA NGHIỆP (90)</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9236" y="876300"/>
            <a:ext cx="9144000" cy="5105400"/>
          </a:xfrm>
        </p:spPr>
        <p:txBody>
          <a:bodyPr>
            <a:noAutofit/>
          </a:bodyPr>
          <a:lstStyle/>
          <a:p>
            <a:pPr algn="just"/>
            <a:r>
              <a:rPr lang="vi-VN" sz="5400" b="1" dirty="0">
                <a:latin typeface="+mj-lt"/>
              </a:rPr>
              <a:t>ÐK: Chúa là gia nghiệp đời con. Xin Ngài bảo toàn thân con, vì ngoài Chúa ra con tìm đâu thấy hạnh phúc, và </a:t>
            </a:r>
            <a:r>
              <a:rPr lang="en-US" sz="5400" b="1" dirty="0" err="1">
                <a:latin typeface="Times New Roman" panose="02020603050405020304" pitchFamily="18" charset="0"/>
                <a:cs typeface="Times New Roman" panose="02020603050405020304" pitchFamily="18" charset="0"/>
              </a:rPr>
              <a:t>chỉ</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nơi</a:t>
            </a:r>
            <a:r>
              <a:rPr lang="en-US" sz="5400" b="1" dirty="0">
                <a:latin typeface="Times New Roman" panose="02020603050405020304" pitchFamily="18" charset="0"/>
                <a:cs typeface="Times New Roman" panose="02020603050405020304" pitchFamily="18" charset="0"/>
              </a:rPr>
              <a:t> </a:t>
            </a:r>
            <a:r>
              <a:rPr lang="vi-VN" sz="5400" b="1" dirty="0">
                <a:latin typeface="+mj-lt"/>
              </a:rPr>
              <a:t>Chúa con tìm thấy được niềm vui, Chúa là gia nghiệp đời con.</a:t>
            </a:r>
            <a:endParaRPr lang="vi-VN" sz="5400" b="1" dirty="0">
              <a:latin typeface="+mj-lt"/>
              <a:cs typeface="Times New Roman" panose="02020603050405020304" pitchFamily="18" charset="0"/>
            </a:endParaRPr>
          </a:p>
        </p:txBody>
      </p:sp>
    </p:spTree>
    <p:extLst>
      <p:ext uri="{BB962C8B-B14F-4D97-AF65-F5344CB8AC3E}">
        <p14:creationId xmlns:p14="http://schemas.microsoft.com/office/powerpoint/2010/main" val="3459437165"/>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CHÚA LÀ GIA NGHIỆP (90)</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9236" y="1586031"/>
            <a:ext cx="9144000" cy="4219339"/>
          </a:xfrm>
        </p:spPr>
        <p:txBody>
          <a:bodyPr>
            <a:noAutofit/>
          </a:bodyPr>
          <a:lstStyle/>
          <a:p>
            <a:pPr algn="just"/>
            <a:r>
              <a:rPr lang="vi-VN" sz="5400" b="1" dirty="0">
                <a:latin typeface="+mj-lt"/>
              </a:rPr>
              <a:t>2. Tâm tư đượm thắm hoan lạc, và lòng con mở hội mừng hát. Ngày tháng trong đời con vẫn an nghỉ, Ngài ở bên con, con mãi vững tâm.</a:t>
            </a:r>
            <a:endParaRPr lang="vi-VN" sz="5400" b="1" dirty="0">
              <a:latin typeface="+mj-lt"/>
              <a:cs typeface="Times New Roman" panose="02020603050405020304" pitchFamily="18" charset="0"/>
            </a:endParaRPr>
          </a:p>
        </p:txBody>
      </p:sp>
    </p:spTree>
    <p:extLst>
      <p:ext uri="{BB962C8B-B14F-4D97-AF65-F5344CB8AC3E}">
        <p14:creationId xmlns:p14="http://schemas.microsoft.com/office/powerpoint/2010/main" val="1909093028"/>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CHÚA LÀ GIA NGHIỆP (90)</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9236" y="876300"/>
            <a:ext cx="9144000" cy="5105400"/>
          </a:xfrm>
        </p:spPr>
        <p:txBody>
          <a:bodyPr>
            <a:noAutofit/>
          </a:bodyPr>
          <a:lstStyle/>
          <a:p>
            <a:pPr algn="just"/>
            <a:r>
              <a:rPr lang="vi-VN" sz="5400" b="1" dirty="0">
                <a:latin typeface="+mj-lt"/>
              </a:rPr>
              <a:t>ÐK: Chúa là gia nghiệp đời con. Xin Ngài bảo toàn thân con, vì ngoài Chúa ra con tìm đâu thấy hạnh phúc, và </a:t>
            </a:r>
            <a:r>
              <a:rPr lang="en-US" sz="5400" b="1" dirty="0" err="1">
                <a:latin typeface="Times New Roman" panose="02020603050405020304" pitchFamily="18" charset="0"/>
                <a:cs typeface="Times New Roman" panose="02020603050405020304" pitchFamily="18" charset="0"/>
              </a:rPr>
              <a:t>chỉ</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nơi</a:t>
            </a:r>
            <a:r>
              <a:rPr lang="en-US" sz="5400" b="1" dirty="0">
                <a:latin typeface="Times New Roman" panose="02020603050405020304" pitchFamily="18" charset="0"/>
                <a:cs typeface="Times New Roman" panose="02020603050405020304" pitchFamily="18" charset="0"/>
              </a:rPr>
              <a:t> </a:t>
            </a:r>
            <a:r>
              <a:rPr lang="vi-VN" sz="5400" b="1" dirty="0">
                <a:latin typeface="+mj-lt"/>
              </a:rPr>
              <a:t>Chúa con tìm thấy được niềm vui, Chúa là gia nghiệp đời con.</a:t>
            </a:r>
            <a:endParaRPr lang="vi-VN" sz="5400" b="1" dirty="0">
              <a:latin typeface="+mj-lt"/>
              <a:cs typeface="Times New Roman" panose="02020603050405020304" pitchFamily="18" charset="0"/>
            </a:endParaRPr>
          </a:p>
        </p:txBody>
      </p:sp>
    </p:spTree>
    <p:extLst>
      <p:ext uri="{BB962C8B-B14F-4D97-AF65-F5344CB8AC3E}">
        <p14:creationId xmlns:p14="http://schemas.microsoft.com/office/powerpoint/2010/main" val="239949349"/>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D3BC6-D23C-4B43-900E-051F14F7045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2D16314-03F9-4980-8735-2F95387F61FC}"/>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7459039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Kết</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HOAN CA PHỤC SINH (324)</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990600"/>
            <a:ext cx="9144000" cy="5105400"/>
          </a:xfrm>
        </p:spPr>
        <p:txBody>
          <a:bodyPr>
            <a:noAutofit/>
          </a:bodyPr>
          <a:lstStyle/>
          <a:p>
            <a:pPr algn="just">
              <a:tabLst>
                <a:tab pos="2155825" algn="l"/>
              </a:tabLst>
            </a:pPr>
            <a:r>
              <a:rPr lang="vi-VN" sz="5400" b="1" dirty="0">
                <a:latin typeface="+mj-lt"/>
              </a:rPr>
              <a:t>ĐK: Chúa</a:t>
            </a:r>
            <a:r>
              <a:rPr lang="en-US" sz="5400" b="1" dirty="0">
                <a:latin typeface="+mj-lt"/>
              </a:rPr>
              <a:t> </a:t>
            </a:r>
            <a:r>
              <a:rPr lang="en-US" sz="5400" b="1" dirty="0" err="1">
                <a:latin typeface="Times New Roman" panose="02020603050405020304" pitchFamily="18" charset="0"/>
                <a:cs typeface="Times New Roman" panose="02020603050405020304" pitchFamily="18" charset="0"/>
              </a:rPr>
              <a:t>đã</a:t>
            </a:r>
            <a:r>
              <a:rPr lang="vi-VN" sz="5400" b="1" dirty="0">
                <a:latin typeface="+mj-lt"/>
              </a:rPr>
              <a:t> sống lại thật rồi. Chúa đã sống lại thật rồi. Người ơi vui lên tiếng ca. Chúa đã sống lại thật rồi. Chúa chiến thắng tử thần rồi. Đem nguồn hạnh phúc khắp nơi.</a:t>
            </a:r>
            <a:endParaRPr lang="en-US" sz="5400" b="1" dirty="0">
              <a:solidFill>
                <a:schemeClr val="tx1"/>
              </a:solidFill>
              <a:latin typeface="+mj-lt"/>
              <a:cs typeface="Times New Roman" panose="02020603050405020304" pitchFamily="18" charset="0"/>
            </a:endParaRPr>
          </a:p>
        </p:txBody>
      </p:sp>
    </p:spTree>
    <p:extLst>
      <p:ext uri="{BB962C8B-B14F-4D97-AF65-F5344CB8AC3E}">
        <p14:creationId xmlns:p14="http://schemas.microsoft.com/office/powerpoint/2010/main" val="1725932400"/>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Kết</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HOAN CA PHỤC SINH (324)</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171575"/>
            <a:ext cx="9144000" cy="5105400"/>
          </a:xfrm>
        </p:spPr>
        <p:txBody>
          <a:bodyPr>
            <a:noAutofit/>
          </a:bodyPr>
          <a:lstStyle/>
          <a:p>
            <a:pPr algn="just">
              <a:tabLst>
                <a:tab pos="2155825" algn="l"/>
              </a:tabLst>
            </a:pPr>
            <a:r>
              <a:rPr lang="vi-VN" sz="5400" b="1" dirty="0">
                <a:latin typeface="+mj-lt"/>
              </a:rPr>
              <a:t>1. Vì đêm qua đã tàn rồi, giờ vinh quang Chúa rạng ngời, ngày tươi lên ánh vui. Hồng ân Thiên Chúa </a:t>
            </a:r>
            <a:r>
              <a:rPr lang="vi-VN" sz="5400" b="1">
                <a:latin typeface="+mj-lt"/>
              </a:rPr>
              <a:t>tuyệt vời. </a:t>
            </a:r>
            <a:r>
              <a:rPr lang="vi-VN" sz="5400" b="1" dirty="0">
                <a:latin typeface="+mj-lt"/>
              </a:rPr>
              <a:t>Ngài ban cho khắp trần đời mừng hát đi người ơi.</a:t>
            </a:r>
            <a:endParaRPr lang="en-US" sz="5400" b="1" dirty="0">
              <a:solidFill>
                <a:schemeClr val="tx1"/>
              </a:solidFill>
              <a:latin typeface="+mj-lt"/>
              <a:cs typeface="Times New Roman" panose="02020603050405020304" pitchFamily="18" charset="0"/>
            </a:endParaRPr>
          </a:p>
        </p:txBody>
      </p:sp>
    </p:spTree>
    <p:extLst>
      <p:ext uri="{BB962C8B-B14F-4D97-AF65-F5344CB8AC3E}">
        <p14:creationId xmlns:p14="http://schemas.microsoft.com/office/powerpoint/2010/main" val="1320493867"/>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a:solidFill>
                  <a:srgbClr val="FF0000"/>
                </a:solidFill>
                <a:latin typeface="Times New Roman" panose="02020603050405020304" pitchFamily="18" charset="0"/>
                <a:cs typeface="Times New Roman" panose="02020603050405020304" pitchFamily="18" charset="0"/>
              </a:rPr>
              <a:t>Kết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HOAN CA PHỤC SINH (324)</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990600"/>
            <a:ext cx="9144000" cy="5105400"/>
          </a:xfrm>
        </p:spPr>
        <p:txBody>
          <a:bodyPr>
            <a:noAutofit/>
          </a:bodyPr>
          <a:lstStyle/>
          <a:p>
            <a:pPr algn="just">
              <a:tabLst>
                <a:tab pos="2155825" algn="l"/>
              </a:tabLst>
            </a:pPr>
            <a:r>
              <a:rPr lang="vi-VN" sz="5400" b="1" dirty="0">
                <a:latin typeface="+mj-lt"/>
              </a:rPr>
              <a:t>ĐK: Chúa</a:t>
            </a:r>
            <a:r>
              <a:rPr lang="en-US" sz="5400" b="1" dirty="0">
                <a:latin typeface="+mj-lt"/>
              </a:rPr>
              <a:t> </a:t>
            </a:r>
            <a:r>
              <a:rPr lang="en-US" sz="5400" b="1" dirty="0" err="1">
                <a:latin typeface="Times New Roman" panose="02020603050405020304" pitchFamily="18" charset="0"/>
                <a:cs typeface="Times New Roman" panose="02020603050405020304" pitchFamily="18" charset="0"/>
              </a:rPr>
              <a:t>đã</a:t>
            </a:r>
            <a:r>
              <a:rPr lang="vi-VN" sz="5400" b="1" dirty="0">
                <a:latin typeface="+mj-lt"/>
              </a:rPr>
              <a:t> sống lại thật rồi. Chúa đã sống lại thật rồi. Người ơi vui lên tiếng ca. Chúa đã sống lại thật rồi. Chúa chiến thắng tử thần rồi. Đem nguồn hạnh phúc khắp nơi.</a:t>
            </a:r>
            <a:endParaRPr lang="en-US" sz="5400" b="1" dirty="0">
              <a:solidFill>
                <a:schemeClr val="tx1"/>
              </a:solidFill>
              <a:latin typeface="+mj-lt"/>
              <a:cs typeface="Times New Roman" panose="02020603050405020304" pitchFamily="18" charset="0"/>
            </a:endParaRPr>
          </a:p>
        </p:txBody>
      </p:sp>
    </p:spTree>
    <p:extLst>
      <p:ext uri="{BB962C8B-B14F-4D97-AF65-F5344CB8AC3E}">
        <p14:creationId xmlns:p14="http://schemas.microsoft.com/office/powerpoint/2010/main" val="882618865"/>
      </p:ext>
    </p:extLst>
  </p:cSld>
  <p:clrMapOvr>
    <a:masterClrMapping/>
  </p:clrMapOvr>
  <p:transition/>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6102</TotalTime>
  <Words>1130</Words>
  <Application>Microsoft Office PowerPoint</Application>
  <PresentationFormat>On-screen Show (4:3)</PresentationFormat>
  <Paragraphs>50</Paragraphs>
  <Slides>27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Calibri Light</vt:lpstr>
      <vt:lpstr>Times New Roman</vt:lpstr>
      <vt:lpstr>Office Theme</vt:lpstr>
      <vt:lpstr>KINH CẦU CHO ĐẠI DỊCH</vt:lpstr>
      <vt:lpstr>KINH CẦU CHO ĐẠI DỊCH</vt:lpstr>
      <vt:lpstr>KINH CẦU CHO ĐẠI DỊCH</vt:lpstr>
      <vt:lpstr>KINH CẦU CHO ĐẠI DỊCH</vt:lpstr>
      <vt:lpstr>KINH CẦU CHO ĐẠI DỊCH</vt:lpstr>
      <vt:lpstr>KINH CẦU CHO ĐẠI DỊCH</vt:lpstr>
      <vt:lpstr>PowerPoint Presentation</vt:lpstr>
      <vt:lpstr>Nhập Lễ                                      REO VUI MỪNG (8)</vt:lpstr>
      <vt:lpstr>Nhập Lễ                                      REO VUI MỪNG (8)</vt:lpstr>
      <vt:lpstr>Nhập Lễ                                      REO VUI MỪNG (8)</vt:lpstr>
      <vt:lpstr>Nhập Lễ                                      REO VUI MỪNG (8)</vt:lpstr>
      <vt:lpstr>Nhập Lễ                                      REO VUI MỪNG (8)</vt:lpstr>
      <vt:lpstr>PowerPoint Presentation</vt:lpstr>
      <vt:lpstr>PowerPoint Presentation</vt:lpstr>
      <vt:lpstr>Dâng Lễ                                            DÂNG CHÚA 297</vt:lpstr>
      <vt:lpstr>Dâng Lễ                                            DÂNG CHÚA 297</vt:lpstr>
      <vt:lpstr>Dâng Lễ                                            DÂNG CHÚA 297</vt:lpstr>
      <vt:lpstr>Ca hiệp lễ</vt:lpstr>
      <vt:lpstr>Hiệp Lễ                                   CHÚA LÀ GIA NGHIỆP (90)</vt:lpstr>
      <vt:lpstr>Hiệp Lễ                                   CHÚA LÀ GIA NGHIỆP (90)</vt:lpstr>
      <vt:lpstr>Hiệp Lễ                                   CHÚA LÀ GIA NGHIỆP (90)</vt:lpstr>
      <vt:lpstr>Hiệp Lễ                                   CHÚA LÀ GIA NGHIỆP (90)</vt:lpstr>
      <vt:lpstr>Hiệp Lễ                                   CHÚA LÀ GIA NGHIỆP (90)</vt:lpstr>
      <vt:lpstr>PowerPoint Presentation</vt:lpstr>
      <vt:lpstr>Kết Lễ                                     HOAN CA PHỤC SINH (324)</vt:lpstr>
      <vt:lpstr>Kết Lễ                                     HOAN CA PHỤC SINH (324)</vt:lpstr>
      <vt:lpstr>Kết Lễ                                     HOAN CA PHỤC SINH (324)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Nhập Lễ                                    BÀI CA NGÀN TRÙNG 499</dc:title>
  <dc:creator>Anh Tran</dc:creator>
  <cp:lastModifiedBy>Anh</cp:lastModifiedBy>
  <cp:revision>1541</cp:revision>
  <dcterms:created xsi:type="dcterms:W3CDTF">2018-09-17T12:52:44Z</dcterms:created>
  <dcterms:modified xsi:type="dcterms:W3CDTF">2021-04-28T17:15:44Z</dcterms:modified>
</cp:coreProperties>
</file>