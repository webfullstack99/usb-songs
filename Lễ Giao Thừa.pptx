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4"/>
  </p:notesMasterIdLst>
  <p:sldIdLst>
    <p:sldId id="4112" r:id="rId2"/>
    <p:sldId id="4113" r:id="rId3"/>
    <p:sldId id="4114" r:id="rId4"/>
    <p:sldId id="4115" r:id="rId5"/>
    <p:sldId id="4116" r:id="rId6"/>
    <p:sldId id="4117" r:id="rId7"/>
    <p:sldId id="4372" r:id="rId8"/>
    <p:sldId id="1003" r:id="rId9"/>
    <p:sldId id="5053" r:id="rId10"/>
    <p:sldId id="5054" r:id="rId11"/>
    <p:sldId id="5057" r:id="rId12"/>
    <p:sldId id="5058" r:id="rId13"/>
    <p:sldId id="5055" r:id="rId14"/>
    <p:sldId id="5059" r:id="rId15"/>
    <p:sldId id="5060" r:id="rId16"/>
    <p:sldId id="5056" r:id="rId17"/>
    <p:sldId id="5061" r:id="rId18"/>
    <p:sldId id="5062" r:id="rId19"/>
    <p:sldId id="4653" r:id="rId20"/>
    <p:sldId id="4654" r:id="rId21"/>
    <p:sldId id="4021" r:id="rId22"/>
    <p:sldId id="5063" r:id="rId23"/>
    <p:sldId id="5064" r:id="rId24"/>
    <p:sldId id="5065" r:id="rId25"/>
    <p:sldId id="5068" r:id="rId26"/>
    <p:sldId id="5069" r:id="rId27"/>
    <p:sldId id="5070" r:id="rId28"/>
    <p:sldId id="964" r:id="rId29"/>
    <p:sldId id="5071" r:id="rId30"/>
    <p:sldId id="5072" r:id="rId31"/>
    <p:sldId id="5073" r:id="rId32"/>
    <p:sldId id="5074" r:id="rId33"/>
    <p:sldId id="5075" r:id="rId34"/>
    <p:sldId id="5076" r:id="rId35"/>
    <p:sldId id="5077" r:id="rId36"/>
    <p:sldId id="5078" r:id="rId37"/>
    <p:sldId id="5079" r:id="rId38"/>
    <p:sldId id="5080" r:id="rId39"/>
    <p:sldId id="5081" r:id="rId40"/>
    <p:sldId id="5082" r:id="rId41"/>
    <p:sldId id="5083" r:id="rId42"/>
    <p:sldId id="5097" r:id="rId43"/>
    <p:sldId id="5098" r:id="rId44"/>
    <p:sldId id="5086" r:id="rId45"/>
    <p:sldId id="5099" r:id="rId46"/>
    <p:sldId id="5100" r:id="rId47"/>
    <p:sldId id="5089" r:id="rId48"/>
    <p:sldId id="5101" r:id="rId49"/>
    <p:sldId id="5102" r:id="rId50"/>
    <p:sldId id="5092" r:id="rId51"/>
    <p:sldId id="5093" r:id="rId52"/>
    <p:sldId id="5096" r:id="rId53"/>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p:scale>
          <a:sx n="50" d="100"/>
          <a:sy n="50" d="100"/>
        </p:scale>
        <p:origin x="2525" y="73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11/02/2021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19988259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1180159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3517977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11</a:t>
            </a:fld>
            <a:endParaRPr lang="en-US"/>
          </a:p>
        </p:txBody>
      </p:sp>
    </p:spTree>
    <p:extLst>
      <p:ext uri="{BB962C8B-B14F-4D97-AF65-F5344CB8AC3E}">
        <p14:creationId xmlns:p14="http://schemas.microsoft.com/office/powerpoint/2010/main" val="42132263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12</a:t>
            </a:fld>
            <a:endParaRPr lang="en-US"/>
          </a:p>
        </p:txBody>
      </p:sp>
    </p:spTree>
    <p:extLst>
      <p:ext uri="{BB962C8B-B14F-4D97-AF65-F5344CB8AC3E}">
        <p14:creationId xmlns:p14="http://schemas.microsoft.com/office/powerpoint/2010/main" val="4534933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13</a:t>
            </a:fld>
            <a:endParaRPr lang="en-US"/>
          </a:p>
        </p:txBody>
      </p:sp>
    </p:spTree>
    <p:extLst>
      <p:ext uri="{BB962C8B-B14F-4D97-AF65-F5344CB8AC3E}">
        <p14:creationId xmlns:p14="http://schemas.microsoft.com/office/powerpoint/2010/main" val="15810164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14</a:t>
            </a:fld>
            <a:endParaRPr lang="en-US"/>
          </a:p>
        </p:txBody>
      </p:sp>
    </p:spTree>
    <p:extLst>
      <p:ext uri="{BB962C8B-B14F-4D97-AF65-F5344CB8AC3E}">
        <p14:creationId xmlns:p14="http://schemas.microsoft.com/office/powerpoint/2010/main" val="20332860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15</a:t>
            </a:fld>
            <a:endParaRPr lang="en-US"/>
          </a:p>
        </p:txBody>
      </p:sp>
    </p:spTree>
    <p:extLst>
      <p:ext uri="{BB962C8B-B14F-4D97-AF65-F5344CB8AC3E}">
        <p14:creationId xmlns:p14="http://schemas.microsoft.com/office/powerpoint/2010/main" val="23403902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9712392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1376091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18</a:t>
            </a:fld>
            <a:endParaRPr lang="en-US"/>
          </a:p>
        </p:txBody>
      </p:sp>
    </p:spTree>
    <p:extLst>
      <p:ext uri="{BB962C8B-B14F-4D97-AF65-F5344CB8AC3E}">
        <p14:creationId xmlns:p14="http://schemas.microsoft.com/office/powerpoint/2010/main" val="8452070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11/02/2021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5860"/>
            <a:ext cx="8991600" cy="6873240"/>
          </a:xfrm>
        </p:spPr>
        <p:txBody>
          <a:bodyPr>
            <a:noAutofit/>
          </a:bodyPr>
          <a:lstStyle/>
          <a:p>
            <a:pPr algn="just"/>
            <a:r>
              <a:rPr lang="vi-VN" sz="5400" b="1" dirty="0">
                <a:latin typeface="+mj-lt"/>
              </a:rPr>
              <a:t>ĐK: Đoàn con dâng phút giây giao thừa. Hợp hoan vang khúc ca xuân hồng. Chào đón xuân mới sang bên thềm, Xuân thắm tươi huy hoàng ôi phút giây huyền linh.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5507027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78280"/>
            <a:ext cx="8991600" cy="6248400"/>
          </a:xfrm>
        </p:spPr>
        <p:txBody>
          <a:bodyPr>
            <a:noAutofit/>
          </a:bodyPr>
          <a:lstStyle/>
          <a:p>
            <a:pPr algn="just"/>
            <a:r>
              <a:rPr lang="vi-VN" sz="5400" b="1" dirty="0">
                <a:latin typeface="+mj-lt"/>
              </a:rPr>
              <a:t>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muôn đời, tràn lan bao thánh ân dạt dào. 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ân tình ban xuống ơn an bình trên nước Nam đẹp xinh.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52099632"/>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59180"/>
            <a:ext cx="8991600" cy="6873240"/>
          </a:xfrm>
        </p:spPr>
        <p:txBody>
          <a:bodyPr>
            <a:noAutofit/>
          </a:bodyPr>
          <a:lstStyle/>
          <a:p>
            <a:pPr algn="just"/>
            <a:r>
              <a:rPr lang="vi-VN" sz="5400" b="1" dirty="0">
                <a:latin typeface="+mj-lt"/>
              </a:rPr>
              <a:t>1. Giờ này là phút giây giao thừa, giờ phút linh thiêng nhất trong năm, ôi giây phút uy nghiêm thơm hương mới xuân sang những phút giây ban đầu dành riêng cho Chúa Xuân.</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5098599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5860"/>
            <a:ext cx="8991600" cy="6873240"/>
          </a:xfrm>
        </p:spPr>
        <p:txBody>
          <a:bodyPr>
            <a:noAutofit/>
          </a:bodyPr>
          <a:lstStyle/>
          <a:p>
            <a:pPr algn="just"/>
            <a:r>
              <a:rPr lang="vi-VN" sz="5400" b="1" dirty="0">
                <a:latin typeface="+mj-lt"/>
              </a:rPr>
              <a:t>ĐK: Đoàn con dâng phút giây giao thừa. Hợp hoan vang khúc ca xuân hồng. Chào đón xuân mới sang bên thềm, Xuân thắm tươi huy hoàng ôi phút giây huyền linh.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6120231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78280"/>
            <a:ext cx="8991600" cy="6248400"/>
          </a:xfrm>
        </p:spPr>
        <p:txBody>
          <a:bodyPr>
            <a:noAutofit/>
          </a:bodyPr>
          <a:lstStyle/>
          <a:p>
            <a:pPr algn="just"/>
            <a:r>
              <a:rPr lang="vi-VN" sz="5400" b="1" dirty="0">
                <a:latin typeface="+mj-lt"/>
              </a:rPr>
              <a:t>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muôn đời, tràn lan bao thánh ân dạt dào. 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ân tình ban xuống ơn an bình trên nước Nam đẹp xinh.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33037042"/>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59180"/>
            <a:ext cx="8991600" cy="6873240"/>
          </a:xfrm>
        </p:spPr>
        <p:txBody>
          <a:bodyPr>
            <a:noAutofit/>
          </a:bodyPr>
          <a:lstStyle/>
          <a:p>
            <a:pPr algn="just"/>
            <a:r>
              <a:rPr lang="vi-VN" sz="5400" b="1" dirty="0">
                <a:latin typeface="+mj-lt"/>
              </a:rPr>
              <a:t>2.</a:t>
            </a:r>
            <a:r>
              <a:rPr lang="en-US" sz="5400" b="1" dirty="0">
                <a:latin typeface="+mj-lt"/>
              </a:rPr>
              <a:t> </a:t>
            </a:r>
            <a:r>
              <a:rPr lang="vi-VN" sz="5400" b="1" dirty="0">
                <a:latin typeface="+mj-lt"/>
              </a:rPr>
              <a:t>Giờ này là phút giây giao thừa, cùng dâng muôn ca khúc yêu thương, xinh tươi thắm ý thơ tim ngây ngất hương Xuân với tất cả tấm lòng dành riêng cho Chúa Xuân.</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7154192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5860"/>
            <a:ext cx="8991600" cy="6873240"/>
          </a:xfrm>
        </p:spPr>
        <p:txBody>
          <a:bodyPr>
            <a:noAutofit/>
          </a:bodyPr>
          <a:lstStyle/>
          <a:p>
            <a:pPr algn="just"/>
            <a:r>
              <a:rPr lang="vi-VN" sz="5400" b="1" dirty="0">
                <a:latin typeface="+mj-lt"/>
              </a:rPr>
              <a:t>ĐK: Đoàn con dâng phút giây giao thừa. Hợp hoan vang khúc ca xuân hồng. Chào đón xuân mới sang bên thềm, Xuân thắm tươi huy hoàng ôi phút giây huyền linh.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4457287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78280"/>
            <a:ext cx="8991600" cy="6248400"/>
          </a:xfrm>
        </p:spPr>
        <p:txBody>
          <a:bodyPr>
            <a:noAutofit/>
          </a:bodyPr>
          <a:lstStyle/>
          <a:p>
            <a:pPr algn="just"/>
            <a:r>
              <a:rPr lang="vi-VN" sz="5400" b="1" dirty="0">
                <a:latin typeface="+mj-lt"/>
              </a:rPr>
              <a:t>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muôn đời, tràn lan bao thánh ân dạt dào. 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ân tình ban xuống ơn an bình trên nước Nam đẹp xinh.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4849260"/>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59180"/>
            <a:ext cx="8991600" cy="6873240"/>
          </a:xfrm>
        </p:spPr>
        <p:txBody>
          <a:bodyPr>
            <a:noAutofit/>
          </a:bodyPr>
          <a:lstStyle/>
          <a:p>
            <a:pPr algn="just"/>
            <a:r>
              <a:rPr lang="vi-VN" sz="5400" b="1" dirty="0">
                <a:latin typeface="+mj-lt"/>
              </a:rPr>
              <a:t>3. Giờ này là phút giây giao thừa, đoàn con xin Thiên Chúa khoan nhân ban muôn phúc ân thiêng cho non nước an bình luôn tươi xinh nụ cười, tựa hương Xuân thắm tươi.</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4605709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5860"/>
            <a:ext cx="8991600" cy="6873240"/>
          </a:xfrm>
        </p:spPr>
        <p:txBody>
          <a:bodyPr>
            <a:noAutofit/>
          </a:bodyPr>
          <a:lstStyle/>
          <a:p>
            <a:pPr algn="just"/>
            <a:r>
              <a:rPr lang="vi-VN" sz="5400" b="1" dirty="0">
                <a:latin typeface="+mj-lt"/>
              </a:rPr>
              <a:t>ĐK: Đoàn con dâng phút giây giao thừa. Hợp hoan vang khúc ca xuân hồng. Chào đón xuân mới sang bên thềm, Xuân thắm tươi huy hoàng ôi phút giây huyền linh. </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6032594"/>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78280"/>
            <a:ext cx="8991600" cy="6248400"/>
          </a:xfrm>
        </p:spPr>
        <p:txBody>
          <a:bodyPr>
            <a:noAutofit/>
          </a:bodyPr>
          <a:lstStyle/>
          <a:p>
            <a:pPr algn="just"/>
            <a:r>
              <a:rPr lang="vi-VN" sz="5400" b="1" dirty="0">
                <a:latin typeface="+mj-lt"/>
              </a:rPr>
              <a:t>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muôn đời, tràn lan bao thánh ân dạt dào. Ngài ơi! </a:t>
            </a:r>
            <a:r>
              <a:rPr lang="en-US" sz="5400" b="1" dirty="0">
                <a:latin typeface="Times New Roman" panose="02020603050405020304" pitchFamily="18" charset="0"/>
                <a:cs typeface="Times New Roman" panose="02020603050405020304" pitchFamily="18" charset="0"/>
              </a:rPr>
              <a:t>Ô</a:t>
            </a:r>
            <a:r>
              <a:rPr lang="vi-VN" sz="5400" b="1" dirty="0">
                <a:latin typeface="+mj-lt"/>
              </a:rPr>
              <a:t>i Chúa Xuân ân tình ban xuống ơn an bình trên nước Nam đẹp xinh.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PHÚT GIAO THỪA (VMT)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71954787"/>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0113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8871"/>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truyền</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CHA NGÀY XUÂN (HĐ)</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51683"/>
            <a:ext cx="9144000" cy="3835763"/>
          </a:xfrm>
        </p:spPr>
        <p:txBody>
          <a:bodyPr>
            <a:noAutofit/>
          </a:bodyPr>
          <a:lstStyle/>
          <a:p>
            <a:pPr algn="just"/>
            <a:r>
              <a:rPr lang="vi-VN" sz="5400" b="1" dirty="0">
                <a:latin typeface="+mj-lt"/>
              </a:rPr>
              <a:t>1. Ngày đầu xuân xin dâng lên Cha bánh với rượu trọn tình con thiết tha. Tạ ơn Cha ban cho năm qua ngàn hồng ân ôi tình Ngài bao la.</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7827187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CHA NGÀY XUÂN (HĐ)</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mj-lt"/>
              </a:rPr>
              <a:t>ĐK. Dâng lên Cha đây bánh rượu thơm nồng là lao công ngày tháng nơi nương đồng. Bàn tay con hôm sớm vun trồng ngày đêm mong cho lúa trổ bông. </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557052082"/>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CHA NGÀY XUÂN (HĐ)</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mj-lt"/>
              </a:rPr>
              <a:t>Dâng lên Cha dâng trót cả tấm lòng nguyện Cha thương nhận lễ vật mọn hèn và ban cho ân phúc muôn vàn đời con luôn vui sống bình 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731609747"/>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CHA NGÀY XUÂN (HĐ)</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mj-lt"/>
              </a:rPr>
              <a:t>2. Ngày đầu xuân xin dâng lên Cha nén hương trầm ngào ngạt thơm ngút bay. Tựa câu kinh trong sương ban mai nguyện Ngài thương đón nhận về thiên cung.</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10259353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CHA NGÀY XUÂN (HĐ)</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mj-lt"/>
              </a:rPr>
              <a:t>ĐK. Dâng lên Cha đây bánh rượu thơm nồng là lao công ngày tháng nơi nương đồng. Bàn tay con hôm sớm vun trồng ngày đêm mong cho lúa trổ bông. </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59875098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CHA NGÀY XUÂN (HĐ)</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mj-lt"/>
              </a:rPr>
              <a:t>Dâng lên Cha dâng trót cả tấm lòng nguyện Cha thương nhận lễ vật mọn hèn và ban cho ân phúc muôn vàn đời con luôn vui sống bình 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032046601"/>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CHA NGÀY XUÂN (HĐ)</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vi-VN" sz="5400" b="1" dirty="0">
                <a:latin typeface="+mj-lt"/>
              </a:rPr>
              <a:t>Dâng lên Cha dâng trót cả tấm lòng nguyện Cha thương nhận lễ vật mọn hèn và ban cho ân phúc muôn vàn đời con luôn vui sống bình an.</a:t>
            </a:r>
            <a:endParaRPr lang="vi-VN" sz="54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78453344"/>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464128"/>
            <a:ext cx="9144000" cy="6234545"/>
          </a:xfrm>
        </p:spPr>
        <p:txBody>
          <a:bodyPr>
            <a:normAutofit/>
          </a:bodyPr>
          <a:lstStyle/>
          <a:p>
            <a:pPr algn="just"/>
            <a:r>
              <a:rPr lang="en-US" sz="5400" b="1" dirty="0">
                <a:solidFill>
                  <a:srgbClr val="FF0000"/>
                </a:solidFill>
                <a:latin typeface="Times New Roman" pitchFamily="18" charset="0"/>
                <a:cs typeface="Times New Roman" pitchFamily="18" charset="0"/>
              </a:rPr>
              <a:t>CA HIỆP LỄ</a:t>
            </a:r>
          </a:p>
          <a:p>
            <a:pPr algn="just"/>
            <a:r>
              <a:rPr lang="en-US" sz="6000" b="1" dirty="0" err="1">
                <a:latin typeface="Times New Roman" pitchFamily="18" charset="0"/>
                <a:cs typeface="Times New Roman" pitchFamily="18" charset="0"/>
              </a:rPr>
              <a:t>Đức</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Giê-su</a:t>
            </a:r>
            <a:r>
              <a:rPr lang="en-US" sz="6000" b="1" dirty="0">
                <a:latin typeface="Times New Roman" pitchFamily="18" charset="0"/>
                <a:cs typeface="Times New Roman" pitchFamily="18" charset="0"/>
              </a:rPr>
              <a:t> Ki-</a:t>
            </a:r>
            <a:r>
              <a:rPr lang="en-US" sz="6000" b="1" dirty="0" err="1">
                <a:latin typeface="Times New Roman" pitchFamily="18" charset="0"/>
                <a:cs typeface="Times New Roman" pitchFamily="18" charset="0"/>
              </a:rPr>
              <a:t>tô</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vẫn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là</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một</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hôm</a:t>
            </a:r>
            <a:r>
              <a:rPr lang="en-US" sz="6000" b="1" dirty="0">
                <a:latin typeface="Times New Roman" pitchFamily="18" charset="0"/>
                <a:cs typeface="Times New Roman" pitchFamily="18" charset="0"/>
              </a:rPr>
              <a:t> qua </a:t>
            </a:r>
            <a:r>
              <a:rPr lang="en-US" sz="6000" b="1" dirty="0" err="1">
                <a:latin typeface="Times New Roman" pitchFamily="18" charset="0"/>
                <a:cs typeface="Times New Roman" pitchFamily="18" charset="0"/>
              </a:rPr>
              <a:t>cũng</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như</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hôm</a:t>
            </a:r>
            <a:r>
              <a:rPr lang="en-US" sz="6000" b="1" dirty="0">
                <a:latin typeface="Times New Roman" pitchFamily="18" charset="0"/>
                <a:cs typeface="Times New Roman" pitchFamily="18" charset="0"/>
              </a:rPr>
              <a:t> nay, </a:t>
            </a:r>
            <a:r>
              <a:rPr lang="en-US" sz="6000" b="1" dirty="0" err="1">
                <a:latin typeface="Times New Roman" pitchFamily="18" charset="0"/>
                <a:cs typeface="Times New Roman" pitchFamily="18" charset="0"/>
              </a:rPr>
              <a:t>và</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như</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vậy</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mãi</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đến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muôn</a:t>
            </a:r>
            <a:r>
              <a:rPr lang="en-US" sz="6000" b="1" dirty="0">
                <a:latin typeface="Times New Roman" pitchFamily="18" charset="0"/>
                <a:cs typeface="Times New Roman" pitchFamily="18" charset="0"/>
              </a:rPr>
              <a:t> </a:t>
            </a:r>
            <a:r>
              <a:rPr lang="en-US" sz="6000" b="1" dirty="0" err="1">
                <a:latin typeface="Times New Roman" pitchFamily="18" charset="0"/>
                <a:cs typeface="Times New Roman" pitchFamily="18" charset="0"/>
              </a:rPr>
              <a:t>đời</a:t>
            </a:r>
            <a:r>
              <a:rPr lang="en-US" sz="6000" b="1" dirty="0">
                <a:latin typeface="Times New Roman" pitchFamily="18" charset="0"/>
                <a:cs typeface="Times New Roman" pitchFamily="18" charset="0"/>
              </a:rPr>
              <a:t>.</a:t>
            </a:r>
            <a:endParaRPr lang="en-US" sz="6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9994199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nay </a:t>
            </a:r>
            <a:r>
              <a:rPr lang="en-US" sz="5400" b="1" dirty="0" err="1">
                <a:solidFill>
                  <a:schemeClr val="tx1"/>
                </a:solidFill>
                <a:latin typeface="Times New Roman" panose="02020603050405020304" pitchFamily="18" charset="0"/>
                <a:cs typeface="Times New Roman" panose="02020603050405020304" pitchFamily="18" charset="0"/>
              </a:rPr>
              <a:t>giao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thừa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phước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nhịp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98047418"/>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3986"/>
            <a:ext cx="9144000" cy="4219339"/>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thừa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997043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0"/>
            <a:ext cx="9144000" cy="4219339"/>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lửa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3092473"/>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nay </a:t>
            </a:r>
            <a:r>
              <a:rPr lang="en-US" sz="5400" b="1" dirty="0" err="1">
                <a:solidFill>
                  <a:schemeClr val="tx1"/>
                </a:solidFill>
                <a:latin typeface="Times New Roman" panose="02020603050405020304" pitchFamily="18" charset="0"/>
                <a:cs typeface="Times New Roman" panose="02020603050405020304" pitchFamily="18" charset="0"/>
              </a:rPr>
              <a:t>giao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thừa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phước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nhịp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71684835"/>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3986"/>
            <a:ext cx="9144000" cy="4219339"/>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thừa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4652028"/>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19330"/>
            <a:ext cx="9144000" cy="4219339"/>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lửa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10660151"/>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59895"/>
            <a:ext cx="9144000" cy="4219339"/>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nay </a:t>
            </a:r>
            <a:r>
              <a:rPr lang="en-US" sz="5400" b="1" dirty="0" err="1">
                <a:solidFill>
                  <a:schemeClr val="tx1"/>
                </a:solidFill>
                <a:latin typeface="Times New Roman" panose="02020603050405020304" pitchFamily="18" charset="0"/>
                <a:cs typeface="Times New Roman" panose="02020603050405020304" pitchFamily="18" charset="0"/>
              </a:rPr>
              <a:t>giao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thừa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 ban </a:t>
            </a:r>
            <a:r>
              <a:rPr lang="en-US" sz="5400" b="1" dirty="0" err="1">
                <a:solidFill>
                  <a:schemeClr val="tx1"/>
                </a:solidFill>
                <a:latin typeface="Times New Roman" panose="02020603050405020304" pitchFamily="18" charset="0"/>
                <a:cs typeface="Times New Roman" panose="02020603050405020304" pitchFamily="18" charset="0"/>
              </a:rPr>
              <a:t>phước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nhịp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25818903"/>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ĐÊM GIAO THỪA (MP)</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83986"/>
            <a:ext cx="9144000" cy="4219339"/>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thừa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83765047"/>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08648-1916-4FA6-89D2-BCBB14FC432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AA6855F-DFA8-40E2-89E9-A3ED9E7CF57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63912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qua.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66077760"/>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73561147"/>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4567357"/>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bao la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phen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qua.</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2450615"/>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5717489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6291086"/>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619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bã</a:t>
            </a:r>
            <a:r>
              <a:rPr lang="en-US" sz="5400" b="1" dirty="0">
                <a:latin typeface="Times New Roman" panose="02020603050405020304" pitchFamily="18" charset="0"/>
                <a:cs typeface="Times New Roman" panose="02020603050405020304" pitchFamily="18" charset="0"/>
              </a:rPr>
              <a:t> ê </a:t>
            </a:r>
            <a:r>
              <a:rPr lang="en-US" sz="5400" b="1" dirty="0" err="1">
                <a:latin typeface="Times New Roman" panose="02020603050405020304" pitchFamily="18" charset="0"/>
                <a:cs typeface="Times New Roman" panose="02020603050405020304" pitchFamily="18" charset="0"/>
              </a:rPr>
              <a:t>chề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am </a:t>
            </a:r>
            <a:r>
              <a:rPr lang="en-US" sz="5400" b="1" dirty="0" err="1">
                <a:latin typeface="Times New Roman" panose="02020603050405020304" pitchFamily="18" charset="0"/>
                <a:cs typeface="Times New Roman" panose="02020603050405020304" pitchFamily="18" charset="0"/>
              </a:rPr>
              <a:t>tường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Giúp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959678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57421943"/>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45253867"/>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4.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khấng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dư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lai</a:t>
            </a:r>
            <a:r>
              <a:rPr lang="en-US" sz="5400" b="1" dirty="0">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11920201"/>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che</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40647401"/>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LỜI TẠ ƠN CUỐI NĂM (DC)</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095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4334616"/>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3BC44-BAAB-4AA2-8CED-75EC43411B0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F07F7ED-1A02-466C-BE6D-20FA1A152B5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375641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NỮ VƯƠNG MÙA XUÂN (VMT)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85685"/>
            <a:ext cx="9144000" cy="5615940"/>
          </a:xfrm>
        </p:spPr>
        <p:txBody>
          <a:bodyPr>
            <a:noAutofit/>
          </a:bodyPr>
          <a:lstStyle/>
          <a:p>
            <a:pPr algn="just"/>
            <a:r>
              <a:rPr lang="vi-VN" sz="5400" b="1" dirty="0">
                <a:latin typeface="+mj-lt"/>
              </a:rPr>
              <a:t>1. Ðông qua mau trúc xinh nghiêng nghiêng đợi chờ. Xuân mới về hồn con say ngát ý thơ. Hoa xinh tươi thắm hương trong làn gió mới. Tiến dâng Mẹ Nữ Vương mùa xuân yêu thương.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68335450"/>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NỮ VƯƠNG MÙA XUÂN (VMT)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07605"/>
            <a:ext cx="9144000" cy="5615940"/>
          </a:xfrm>
        </p:spPr>
        <p:txBody>
          <a:bodyPr>
            <a:noAutofit/>
          </a:bodyPr>
          <a:lstStyle/>
          <a:p>
            <a:pPr algn="just"/>
            <a:r>
              <a:rPr lang="vi-VN" sz="5400" b="1" dirty="0">
                <a:latin typeface="+mj-lt"/>
              </a:rPr>
              <a:t>ÐK. Ma-ri-a chúng con kính dâng lên Mẹ</a:t>
            </a:r>
            <a:r>
              <a:rPr lang="en-US" sz="5400" b="1" dirty="0">
                <a:latin typeface="Times New Roman" panose="02020603050405020304" pitchFamily="18" charset="0"/>
                <a:cs typeface="Times New Roman" panose="02020603050405020304" pitchFamily="18" charset="0"/>
              </a:rPr>
              <a:t>.</a:t>
            </a:r>
            <a:r>
              <a:rPr lang="vi-VN" sz="5400" b="1" dirty="0">
                <a:latin typeface="Times New Roman" panose="02020603050405020304" pitchFamily="18" charset="0"/>
                <a:cs typeface="Times New Roman" panose="02020603050405020304" pitchFamily="18" charset="0"/>
              </a:rPr>
              <a:t> </a:t>
            </a:r>
            <a:r>
              <a:rPr lang="en-US" sz="5400" b="1" dirty="0">
                <a:latin typeface="Times New Roman" panose="02020603050405020304" pitchFamily="18" charset="0"/>
                <a:cs typeface="Times New Roman" panose="02020603050405020304" pitchFamily="18" charset="0"/>
              </a:rPr>
              <a:t>Tim</a:t>
            </a:r>
            <a:r>
              <a:rPr lang="vi-VN" sz="5400" b="1" dirty="0">
                <a:latin typeface="Times New Roman" panose="02020603050405020304" pitchFamily="18" charset="0"/>
                <a:cs typeface="Times New Roman" panose="02020603050405020304" pitchFamily="18" charset="0"/>
              </a:rPr>
              <a:t> </a:t>
            </a:r>
            <a:r>
              <a:rPr lang="vi-VN" sz="5400" b="1" dirty="0">
                <a:latin typeface="+mj-lt"/>
              </a:rPr>
              <a:t>yêu thương dẫu ngàn khó nguy trăm đường. Mẹ hãy thương xuống muôn hồng ân chan chứa. Nguyện tháng ngày chúc khen tình mẹ yêu thương.</a:t>
            </a:r>
            <a:endParaRPr lang="vi-VN"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04009664"/>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4131</TotalTime>
  <Words>2166</Words>
  <Application>Microsoft Office PowerPoint</Application>
  <PresentationFormat>On-screen Show (4:3)</PresentationFormat>
  <Paragraphs>110</Paragraphs>
  <Slides>52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PHÚT GIAO THỪA (VMT)</vt:lpstr>
      <vt:lpstr>Nhập Lễ                                        PHÚT GIAO THỪA (VMT)</vt:lpstr>
      <vt:lpstr>Nhập Lễ                                        PHÚT GIAO THỪA (VMT)</vt:lpstr>
      <vt:lpstr>Nhập Lễ                                        PHÚT GIAO THỪA (VMT)</vt:lpstr>
      <vt:lpstr>Nhập Lễ                                        PHÚT GIAO THỪA (VMT)</vt:lpstr>
      <vt:lpstr>Nhập Lễ                                        PHÚT GIAO THỪA (VMT)</vt:lpstr>
      <vt:lpstr>Nhập Lễ                                        PHÚT GIAO THỪA (VMT)</vt:lpstr>
      <vt:lpstr>Nhập Lễ                                        PHÚT GIAO THỪA (VMT)</vt:lpstr>
      <vt:lpstr>Nhập Lễ                                        PHÚT GIAO THỪA (VMT)</vt:lpstr>
      <vt:lpstr>Nhập Lễ                                        PHÚT GIAO THỪA (VMT)</vt:lpstr>
      <vt:lpstr>Nhập Lễ                                        PHÚT GIAO THỪA (VMT)</vt:lpstr>
      <vt:lpstr>PowerPoint Presentation</vt:lpstr>
      <vt:lpstr>PowerPoint Presentation</vt:lpstr>
      <vt:lpstr>Dâng lễ                                                   DÂNG CHA NGÀY XUÂN (HĐ)</vt:lpstr>
      <vt:lpstr>Dâng lễ                                                   DÂNG CHA NGÀY XUÂN (HĐ)</vt:lpstr>
      <vt:lpstr>Dâng lễ                                                   DÂNG CHA NGÀY XUÂN (HĐ)</vt:lpstr>
      <vt:lpstr>Dâng lễ                                                   DÂNG CHA NGÀY XUÂN (HĐ)</vt:lpstr>
      <vt:lpstr>Dâng lễ                                                   DÂNG CHA NGÀY XUÂN (HĐ)</vt:lpstr>
      <vt:lpstr>Dâng lễ                                                   DÂNG CHA NGÀY XUÂN (HĐ)</vt:lpstr>
      <vt:lpstr>Dâng lễ                                                   DÂNG CHA NGÀY XUÂN (HĐ)</vt:lpstr>
      <vt:lpstr>PowerPoint Presentation</vt:lpstr>
      <vt:lpstr>Hiệp lễ                                         ĐÊM GIAO THỪA (MP)</vt:lpstr>
      <vt:lpstr>Hiệp lễ                                         ĐÊM GIAO THỪA (MP)</vt:lpstr>
      <vt:lpstr>Hiệp lễ                                         ĐÊM GIAO THỪA (MP)</vt:lpstr>
      <vt:lpstr>Hiệp lễ                                         ĐÊM GIAO THỪA (MP)</vt:lpstr>
      <vt:lpstr>Hiệp lễ                                         ĐÊM GIAO THỪA (MP)</vt:lpstr>
      <vt:lpstr>Hiệp lễ                                         ĐÊM GIAO THỪA (MP)</vt:lpstr>
      <vt:lpstr>Hiệp lễ                                         ĐÊM GIAO THỪA (MP)</vt:lpstr>
      <vt:lpstr>Hiệp lễ                                         ĐÊM GIAO THỪA (MP)</vt:lpstr>
      <vt:lpstr>PowerPoint Presentation</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Hiệp lễ                                         LỜI TẠ ƠN CUỐI NĂM (DC)</vt:lpstr>
      <vt:lpstr>PowerPoint Presentation</vt:lpstr>
      <vt:lpstr>Kết lễ                                         NỮ VƯƠNG MÙA XUÂN (VMT)</vt:lpstr>
      <vt:lpstr>Kết lễ                                         NỮ VƯƠNG MÙA XUÂN (VMT)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1369</cp:revision>
  <dcterms:created xsi:type="dcterms:W3CDTF">2018-09-17T12:52:44Z</dcterms:created>
  <dcterms:modified xsi:type="dcterms:W3CDTF">2021-02-11T12:06:02Z</dcterms:modified>
</cp:coreProperties>
</file>